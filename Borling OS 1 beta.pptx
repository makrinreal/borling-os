
<file path=[Content_Types].xml><?xml version="1.0" encoding="utf-8"?>
<Types xmlns="http://schemas.openxmlformats.org/package/2006/content-types">
  <Default Extension="bin" ContentType="application/vnd.ms-office.activeX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331" r:id="rId12"/>
    <p:sldId id="266" r:id="rId13"/>
    <p:sldId id="267" r:id="rId14"/>
    <p:sldId id="270" r:id="rId15"/>
    <p:sldId id="271" r:id="rId16"/>
    <p:sldId id="273" r:id="rId17"/>
    <p:sldId id="269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7" r:id="rId27"/>
    <p:sldId id="288" r:id="rId28"/>
    <p:sldId id="300" r:id="rId29"/>
    <p:sldId id="301" r:id="rId30"/>
    <p:sldId id="286" r:id="rId31"/>
    <p:sldId id="284" r:id="rId32"/>
    <p:sldId id="289" r:id="rId33"/>
    <p:sldId id="290" r:id="rId34"/>
    <p:sldId id="291" r:id="rId35"/>
    <p:sldId id="293" r:id="rId36"/>
    <p:sldId id="323" r:id="rId37"/>
    <p:sldId id="324" r:id="rId38"/>
    <p:sldId id="292" r:id="rId39"/>
    <p:sldId id="328" r:id="rId40"/>
    <p:sldId id="329" r:id="rId41"/>
    <p:sldId id="327" r:id="rId42"/>
    <p:sldId id="326" r:id="rId43"/>
    <p:sldId id="325" r:id="rId44"/>
    <p:sldId id="294" r:id="rId45"/>
    <p:sldId id="295" r:id="rId46"/>
    <p:sldId id="296" r:id="rId47"/>
    <p:sldId id="302" r:id="rId48"/>
    <p:sldId id="297" r:id="rId49"/>
    <p:sldId id="298" r:id="rId50"/>
    <p:sldId id="299" r:id="rId51"/>
    <p:sldId id="303" r:id="rId52"/>
    <p:sldId id="309" r:id="rId53"/>
    <p:sldId id="304" r:id="rId54"/>
    <p:sldId id="305" r:id="rId55"/>
    <p:sldId id="306" r:id="rId56"/>
    <p:sldId id="307" r:id="rId57"/>
    <p:sldId id="308" r:id="rId58"/>
    <p:sldId id="283" r:id="rId59"/>
    <p:sldId id="312" r:id="rId60"/>
    <p:sldId id="311" r:id="rId61"/>
    <p:sldId id="313" r:id="rId62"/>
    <p:sldId id="314" r:id="rId63"/>
    <p:sldId id="315" r:id="rId64"/>
    <p:sldId id="316" r:id="rId65"/>
    <p:sldId id="317" r:id="rId66"/>
    <p:sldId id="310" r:id="rId67"/>
    <p:sldId id="330" r:id="rId68"/>
    <p:sldId id="282" r:id="rId69"/>
    <p:sldId id="285" r:id="rId70"/>
    <p:sldId id="318" r:id="rId71"/>
    <p:sldId id="319" r:id="rId72"/>
    <p:sldId id="320" r:id="rId73"/>
    <p:sldId id="321" r:id="rId74"/>
    <p:sldId id="322" r:id="rId75"/>
    <p:sldId id="268" r:id="rId7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F5DB"/>
    <a:srgbClr val="69FDD3"/>
    <a:srgbClr val="96448C"/>
    <a:srgbClr val="09D1B9"/>
    <a:srgbClr val="09DDC4"/>
    <a:srgbClr val="33FF4B"/>
    <a:srgbClr val="ED69DA"/>
    <a:srgbClr val="3BC1E5"/>
    <a:srgbClr val="1BA5CB"/>
    <a:srgbClr val="1DB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RIN Real" userId="9a9b7bc253003971" providerId="LiveId" clId="{7A809C10-28BE-4456-BBE6-1AB566FDAAC4}"/>
    <pc:docChg chg="undo custSel addSld delSld modSld sldOrd">
      <pc:chgData name="MAKRIN Real" userId="9a9b7bc253003971" providerId="LiveId" clId="{7A809C10-28BE-4456-BBE6-1AB566FDAAC4}" dt="2024-07-10T11:05:36.046" v="6180" actId="14100"/>
      <pc:docMkLst>
        <pc:docMk/>
      </pc:docMkLst>
      <pc:sldChg chg="addSp delSp modSp mod">
        <pc:chgData name="MAKRIN Real" userId="9a9b7bc253003971" providerId="LiveId" clId="{7A809C10-28BE-4456-BBE6-1AB566FDAAC4}" dt="2024-07-08T20:32:14.770" v="5697" actId="478"/>
        <pc:sldMkLst>
          <pc:docMk/>
          <pc:sldMk cId="321150154" sldId="256"/>
        </pc:sldMkLst>
        <pc:spChg chg="del">
          <ac:chgData name="MAKRIN Real" userId="9a9b7bc253003971" providerId="LiveId" clId="{7A809C10-28BE-4456-BBE6-1AB566FDAAC4}" dt="2024-06-07T12:32:15.280" v="1802" actId="478"/>
          <ac:spMkLst>
            <pc:docMk/>
            <pc:sldMk cId="321150154" sldId="256"/>
            <ac:spMk id="4" creationId="{A1C463B2-D893-621E-C482-408E703F59FB}"/>
          </ac:spMkLst>
        </pc:spChg>
        <pc:spChg chg="add del mod">
          <ac:chgData name="MAKRIN Real" userId="9a9b7bc253003971" providerId="LiveId" clId="{7A809C10-28BE-4456-BBE6-1AB566FDAAC4}" dt="2024-07-08T20:32:14.770" v="5697" actId="478"/>
          <ac:spMkLst>
            <pc:docMk/>
            <pc:sldMk cId="321150154" sldId="256"/>
            <ac:spMk id="4" creationId="{B174FD58-666B-7D28-ABD5-559E765D3B1F}"/>
          </ac:spMkLst>
        </pc:spChg>
        <pc:spChg chg="add mod ord">
          <ac:chgData name="MAKRIN Real" userId="9a9b7bc253003971" providerId="LiveId" clId="{7A809C10-28BE-4456-BBE6-1AB566FDAAC4}" dt="2024-07-08T20:31:29.400" v="5686" actId="166"/>
          <ac:spMkLst>
            <pc:docMk/>
            <pc:sldMk cId="321150154" sldId="256"/>
            <ac:spMk id="6" creationId="{4CEE56C6-6C83-0CD4-B619-690F0905110B}"/>
          </ac:spMkLst>
        </pc:spChg>
      </pc:sldChg>
      <pc:sldChg chg="addSp delSp modSp mod">
        <pc:chgData name="MAKRIN Real" userId="9a9b7bc253003971" providerId="LiveId" clId="{7A809C10-28BE-4456-BBE6-1AB566FDAAC4}" dt="2024-06-08T12:27:50.517" v="5259" actId="255"/>
        <pc:sldMkLst>
          <pc:docMk/>
          <pc:sldMk cId="1524223688" sldId="260"/>
        </pc:sldMkLst>
        <pc:spChg chg="del">
          <ac:chgData name="MAKRIN Real" userId="9a9b7bc253003971" providerId="LiveId" clId="{7A809C10-28BE-4456-BBE6-1AB566FDAAC4}" dt="2024-06-07T12:32:22.634" v="1803" actId="478"/>
          <ac:spMkLst>
            <pc:docMk/>
            <pc:sldMk cId="1524223688" sldId="260"/>
            <ac:spMk id="4" creationId="{A1C463B2-D893-621E-C482-408E703F59FB}"/>
          </ac:spMkLst>
        </pc:spChg>
        <pc:spChg chg="mod">
          <ac:chgData name="MAKRIN Real" userId="9a9b7bc253003971" providerId="LiveId" clId="{7A809C10-28BE-4456-BBE6-1AB566FDAAC4}" dt="2024-06-07T12:40:13.189" v="2641" actId="14100"/>
          <ac:spMkLst>
            <pc:docMk/>
            <pc:sldMk cId="1524223688" sldId="260"/>
            <ac:spMk id="5" creationId="{EF3F4A37-9274-715E-EAC9-51C1F38CAFE8}"/>
          </ac:spMkLst>
        </pc:spChg>
        <pc:spChg chg="add mod">
          <ac:chgData name="MAKRIN Real" userId="9a9b7bc253003971" providerId="LiveId" clId="{7A809C10-28BE-4456-BBE6-1AB566FDAAC4}" dt="2024-06-08T12:27:50.517" v="5259" actId="255"/>
          <ac:spMkLst>
            <pc:docMk/>
            <pc:sldMk cId="1524223688" sldId="260"/>
            <ac:spMk id="7" creationId="{271124B7-0E6F-7EF9-C8CA-3E372FFA0529}"/>
          </ac:spMkLst>
        </pc:spChg>
        <pc:spChg chg="add mod ord">
          <ac:chgData name="MAKRIN Real" userId="9a9b7bc253003971" providerId="LiveId" clId="{7A809C10-28BE-4456-BBE6-1AB566FDAAC4}" dt="2024-06-07T12:39:12.359" v="2636" actId="14861"/>
          <ac:spMkLst>
            <pc:docMk/>
            <pc:sldMk cId="1524223688" sldId="260"/>
            <ac:spMk id="8" creationId="{A69B5B52-6597-8D23-712D-7E23B39A7DF9}"/>
          </ac:spMkLst>
        </pc:spChg>
      </pc:sldChg>
      <pc:sldChg chg="modSp mod modTransition">
        <pc:chgData name="MAKRIN Real" userId="9a9b7bc253003971" providerId="LiveId" clId="{7A809C10-28BE-4456-BBE6-1AB566FDAAC4}" dt="2024-06-07T12:44:19.894" v="2664"/>
        <pc:sldMkLst>
          <pc:docMk/>
          <pc:sldMk cId="3508302429" sldId="261"/>
        </pc:sldMkLst>
        <pc:spChg chg="mod">
          <ac:chgData name="MAKRIN Real" userId="9a9b7bc253003971" providerId="LiveId" clId="{7A809C10-28BE-4456-BBE6-1AB566FDAAC4}" dt="2024-06-07T12:44:06.169" v="2662" actId="207"/>
          <ac:spMkLst>
            <pc:docMk/>
            <pc:sldMk cId="3508302429" sldId="261"/>
            <ac:spMk id="8" creationId="{6EF6885F-B6C6-A1D7-DEE6-4C8E1973D89D}"/>
          </ac:spMkLst>
        </pc:spChg>
      </pc:sldChg>
      <pc:sldChg chg="addSp delSp modSp mod">
        <pc:chgData name="MAKRIN Real" userId="9a9b7bc253003971" providerId="LiveId" clId="{7A809C10-28BE-4456-BBE6-1AB566FDAAC4}" dt="2024-06-07T12:45:10.965" v="2668" actId="14100"/>
        <pc:sldMkLst>
          <pc:docMk/>
          <pc:sldMk cId="3642580362" sldId="262"/>
        </pc:sldMkLst>
        <pc:spChg chg="add mod ord">
          <ac:chgData name="MAKRIN Real" userId="9a9b7bc253003971" providerId="LiveId" clId="{7A809C10-28BE-4456-BBE6-1AB566FDAAC4}" dt="2024-06-07T12:45:10.965" v="2668" actId="14100"/>
          <ac:spMkLst>
            <pc:docMk/>
            <pc:sldMk cId="3642580362" sldId="262"/>
            <ac:spMk id="7" creationId="{000ABBBC-2E99-5C62-3799-137C9CB516ED}"/>
          </ac:spMkLst>
        </pc:spChg>
        <pc:spChg chg="del">
          <ac:chgData name="MAKRIN Real" userId="9a9b7bc253003971" providerId="LiveId" clId="{7A809C10-28BE-4456-BBE6-1AB566FDAAC4}" dt="2024-06-07T12:45:00.136" v="2665" actId="478"/>
          <ac:spMkLst>
            <pc:docMk/>
            <pc:sldMk cId="3642580362" sldId="262"/>
            <ac:spMk id="8" creationId="{6EF6885F-B6C6-A1D7-DEE6-4C8E1973D89D}"/>
          </ac:spMkLst>
        </pc:spChg>
      </pc:sldChg>
      <pc:sldChg chg="addSp delSp modSp mod">
        <pc:chgData name="MAKRIN Real" userId="9a9b7bc253003971" providerId="LiveId" clId="{7A809C10-28BE-4456-BBE6-1AB566FDAAC4}" dt="2024-07-08T20:34:48.027" v="5722" actId="478"/>
        <pc:sldMkLst>
          <pc:docMk/>
          <pc:sldMk cId="4132571405" sldId="263"/>
        </pc:sldMkLst>
        <pc:spChg chg="add mod">
          <ac:chgData name="MAKRIN Real" userId="9a9b7bc253003971" providerId="LiveId" clId="{7A809C10-28BE-4456-BBE6-1AB566FDAAC4}" dt="2024-07-08T20:34:04.303" v="5706" actId="13822"/>
          <ac:spMkLst>
            <pc:docMk/>
            <pc:sldMk cId="4132571405" sldId="263"/>
            <ac:spMk id="3" creationId="{90C74241-BD85-1603-1D74-04CB8AB6E9C8}"/>
          </ac:spMkLst>
        </pc:spChg>
        <pc:spChg chg="del">
          <ac:chgData name="MAKRIN Real" userId="9a9b7bc253003971" providerId="LiveId" clId="{7A809C10-28BE-4456-BBE6-1AB566FDAAC4}" dt="2024-07-08T20:33:28.121" v="5699" actId="478"/>
          <ac:spMkLst>
            <pc:docMk/>
            <pc:sldMk cId="4132571405" sldId="263"/>
            <ac:spMk id="4" creationId="{F45DC660-D885-5F41-B37F-181E11A36FC8}"/>
          </ac:spMkLst>
        </pc:spChg>
        <pc:spChg chg="del">
          <ac:chgData name="MAKRIN Real" userId="9a9b7bc253003971" providerId="LiveId" clId="{7A809C10-28BE-4456-BBE6-1AB566FDAAC4}" dt="2024-07-08T20:34:48.027" v="5722" actId="478"/>
          <ac:spMkLst>
            <pc:docMk/>
            <pc:sldMk cId="4132571405" sldId="263"/>
            <ac:spMk id="5" creationId="{FB515E0B-1690-EC66-3858-5A01EFD2874D}"/>
          </ac:spMkLst>
        </pc:spChg>
        <pc:spChg chg="add mod">
          <ac:chgData name="MAKRIN Real" userId="9a9b7bc253003971" providerId="LiveId" clId="{7A809C10-28BE-4456-BBE6-1AB566FDAAC4}" dt="2024-07-08T20:34:44.263" v="5721" actId="255"/>
          <ac:spMkLst>
            <pc:docMk/>
            <pc:sldMk cId="4132571405" sldId="263"/>
            <ac:spMk id="6" creationId="{72A5EC87-7E52-2EFF-AF18-0E895E23E897}"/>
          </ac:spMkLst>
        </pc:spChg>
      </pc:sldChg>
      <pc:sldChg chg="addSp delSp modSp mod">
        <pc:chgData name="MAKRIN Real" userId="9a9b7bc253003971" providerId="LiveId" clId="{7A809C10-28BE-4456-BBE6-1AB566FDAAC4}" dt="2024-07-08T20:35:14.226" v="5729" actId="14100"/>
        <pc:sldMkLst>
          <pc:docMk/>
          <pc:sldMk cId="3007488429" sldId="264"/>
        </pc:sldMkLst>
        <pc:spChg chg="add mod">
          <ac:chgData name="MAKRIN Real" userId="9a9b7bc253003971" providerId="LiveId" clId="{7A809C10-28BE-4456-BBE6-1AB566FDAAC4}" dt="2024-07-08T20:34:55.212" v="5724"/>
          <ac:spMkLst>
            <pc:docMk/>
            <pc:sldMk cId="3007488429" sldId="264"/>
            <ac:spMk id="3" creationId="{6A5A18BA-4BCC-4665-E4C6-458E9C086B1F}"/>
          </ac:spMkLst>
        </pc:spChg>
        <pc:spChg chg="del">
          <ac:chgData name="MAKRIN Real" userId="9a9b7bc253003971" providerId="LiveId" clId="{7A809C10-28BE-4456-BBE6-1AB566FDAAC4}" dt="2024-07-08T20:33:30.190" v="5700" actId="478"/>
          <ac:spMkLst>
            <pc:docMk/>
            <pc:sldMk cId="3007488429" sldId="264"/>
            <ac:spMk id="4" creationId="{F45DC660-D885-5F41-B37F-181E11A36FC8}"/>
          </ac:spMkLst>
        </pc:spChg>
        <pc:spChg chg="del">
          <ac:chgData name="MAKRIN Real" userId="9a9b7bc253003971" providerId="LiveId" clId="{7A809C10-28BE-4456-BBE6-1AB566FDAAC4}" dt="2024-07-08T20:34:54.317" v="5723" actId="478"/>
          <ac:spMkLst>
            <pc:docMk/>
            <pc:sldMk cId="3007488429" sldId="264"/>
            <ac:spMk id="5" creationId="{FB515E0B-1690-EC66-3858-5A01EFD2874D}"/>
          </ac:spMkLst>
        </pc:spChg>
        <pc:spChg chg="add mod">
          <ac:chgData name="MAKRIN Real" userId="9a9b7bc253003971" providerId="LiveId" clId="{7A809C10-28BE-4456-BBE6-1AB566FDAAC4}" dt="2024-07-08T20:35:14.226" v="5729" actId="14100"/>
          <ac:spMkLst>
            <pc:docMk/>
            <pc:sldMk cId="3007488429" sldId="264"/>
            <ac:spMk id="6" creationId="{5276968C-00D8-7BAD-2B04-7724E1E9BF8F}"/>
          </ac:spMkLst>
        </pc:spChg>
      </pc:sldChg>
      <pc:sldChg chg="addSp delSp modSp mod">
        <pc:chgData name="MAKRIN Real" userId="9a9b7bc253003971" providerId="LiveId" clId="{7A809C10-28BE-4456-BBE6-1AB566FDAAC4}" dt="2024-07-08T20:35:33.324" v="5735" actId="255"/>
        <pc:sldMkLst>
          <pc:docMk/>
          <pc:sldMk cId="4181525319" sldId="265"/>
        </pc:sldMkLst>
        <pc:spChg chg="add mod">
          <ac:chgData name="MAKRIN Real" userId="9a9b7bc253003971" providerId="LiveId" clId="{7A809C10-28BE-4456-BBE6-1AB566FDAAC4}" dt="2024-07-08T20:35:23.033" v="5733" actId="14100"/>
          <ac:spMkLst>
            <pc:docMk/>
            <pc:sldMk cId="4181525319" sldId="265"/>
            <ac:spMk id="3" creationId="{8164960E-FE11-B131-323B-2CEE4BE62368}"/>
          </ac:spMkLst>
        </pc:spChg>
        <pc:spChg chg="del">
          <ac:chgData name="MAKRIN Real" userId="9a9b7bc253003971" providerId="LiveId" clId="{7A809C10-28BE-4456-BBE6-1AB566FDAAC4}" dt="2024-07-08T20:33:33.099" v="5701" actId="478"/>
          <ac:spMkLst>
            <pc:docMk/>
            <pc:sldMk cId="4181525319" sldId="265"/>
            <ac:spMk id="4" creationId="{F45DC660-D885-5F41-B37F-181E11A36FC8}"/>
          </ac:spMkLst>
        </pc:spChg>
        <pc:spChg chg="del">
          <ac:chgData name="MAKRIN Real" userId="9a9b7bc253003971" providerId="LiveId" clId="{7A809C10-28BE-4456-BBE6-1AB566FDAAC4}" dt="2024-07-08T20:35:18.218" v="5730" actId="478"/>
          <ac:spMkLst>
            <pc:docMk/>
            <pc:sldMk cId="4181525319" sldId="265"/>
            <ac:spMk id="5" creationId="{FB515E0B-1690-EC66-3858-5A01EFD2874D}"/>
          </ac:spMkLst>
        </pc:spChg>
        <pc:spChg chg="add mod">
          <ac:chgData name="MAKRIN Real" userId="9a9b7bc253003971" providerId="LiveId" clId="{7A809C10-28BE-4456-BBE6-1AB566FDAAC4}" dt="2024-07-08T20:35:33.324" v="5735" actId="255"/>
          <ac:spMkLst>
            <pc:docMk/>
            <pc:sldMk cId="4181525319" sldId="265"/>
            <ac:spMk id="6" creationId="{AC671B80-77CA-C835-4A33-50662E8E046C}"/>
          </ac:spMkLst>
        </pc:spChg>
      </pc:sldChg>
      <pc:sldChg chg="addSp delSp modSp mod">
        <pc:chgData name="MAKRIN Real" userId="9a9b7bc253003971" providerId="LiveId" clId="{7A809C10-28BE-4456-BBE6-1AB566FDAAC4}" dt="2024-07-10T10:38:53.405" v="6159"/>
        <pc:sldMkLst>
          <pc:docMk/>
          <pc:sldMk cId="2760963454" sldId="266"/>
        </pc:sldMkLst>
        <pc:spChg chg="del">
          <ac:chgData name="MAKRIN Real" userId="9a9b7bc253003971" providerId="LiveId" clId="{7A809C10-28BE-4456-BBE6-1AB566FDAAC4}" dt="2024-07-08T20:33:36.777" v="5702" actId="478"/>
          <ac:spMkLst>
            <pc:docMk/>
            <pc:sldMk cId="2760963454" sldId="266"/>
            <ac:spMk id="3" creationId="{8841C83D-9538-CE01-3D51-DD491864119E}"/>
          </ac:spMkLst>
        </pc:spChg>
        <pc:spChg chg="add mod">
          <ac:chgData name="MAKRIN Real" userId="9a9b7bc253003971" providerId="LiveId" clId="{7A809C10-28BE-4456-BBE6-1AB566FDAAC4}" dt="2024-07-08T20:36:02.075" v="5749" actId="20577"/>
          <ac:spMkLst>
            <pc:docMk/>
            <pc:sldMk cId="2760963454" sldId="266"/>
            <ac:spMk id="4" creationId="{217127CA-6B7D-89F7-AE5C-598BE2A9E5F6}"/>
          </ac:spMkLst>
        </pc:spChg>
        <pc:spChg chg="del">
          <ac:chgData name="MAKRIN Real" userId="9a9b7bc253003971" providerId="LiveId" clId="{7A809C10-28BE-4456-BBE6-1AB566FDAAC4}" dt="2024-07-08T20:35:49.735" v="5738" actId="478"/>
          <ac:spMkLst>
            <pc:docMk/>
            <pc:sldMk cId="2760963454" sldId="266"/>
            <ac:spMk id="6" creationId="{CEFF64EF-FA0F-3D91-90E6-F2993739E9DC}"/>
          </ac:spMkLst>
        </pc:spChg>
        <pc:graphicFrameChg chg="mod">
          <ac:chgData name="MAKRIN Real" userId="9a9b7bc253003971" providerId="LiveId" clId="{7A809C10-28BE-4456-BBE6-1AB566FDAAC4}" dt="2024-07-10T10:38:53.405" v="6159"/>
          <ac:graphicFrameMkLst>
            <pc:docMk/>
            <pc:sldMk cId="2760963454" sldId="266"/>
            <ac:graphicFrameMk id="9" creationId="{DB80F399-CBFC-DF70-F095-0CF1ED708772}"/>
          </ac:graphicFrameMkLst>
        </pc:graphicFrameChg>
      </pc:sldChg>
      <pc:sldChg chg="addSp delSp modSp mod">
        <pc:chgData name="MAKRIN Real" userId="9a9b7bc253003971" providerId="LiveId" clId="{7A809C10-28BE-4456-BBE6-1AB566FDAAC4}" dt="2024-07-08T20:51:08.443" v="6132"/>
        <pc:sldMkLst>
          <pc:docMk/>
          <pc:sldMk cId="769226453" sldId="267"/>
        </pc:sldMkLst>
        <pc:spChg chg="add mod">
          <ac:chgData name="MAKRIN Real" userId="9a9b7bc253003971" providerId="LiveId" clId="{7A809C10-28BE-4456-BBE6-1AB566FDAAC4}" dt="2024-07-08T20:46:22.840" v="6077"/>
          <ac:spMkLst>
            <pc:docMk/>
            <pc:sldMk cId="769226453" sldId="267"/>
            <ac:spMk id="4" creationId="{7DF59FE9-9F04-B05D-0322-13A071D21E70}"/>
          </ac:spMkLst>
        </pc:spChg>
        <pc:spChg chg="add del">
          <ac:chgData name="MAKRIN Real" userId="9a9b7bc253003971" providerId="LiveId" clId="{7A809C10-28BE-4456-BBE6-1AB566FDAAC4}" dt="2024-07-08T20:37:28.058" v="5795" actId="478"/>
          <ac:spMkLst>
            <pc:docMk/>
            <pc:sldMk cId="769226453" sldId="267"/>
            <ac:spMk id="5" creationId="{411B0A8F-A939-33F3-7582-02CEB786B366}"/>
          </ac:spMkLst>
        </pc:spChg>
        <pc:spChg chg="del">
          <ac:chgData name="MAKRIN Real" userId="9a9b7bc253003971" providerId="LiveId" clId="{7A809C10-28BE-4456-BBE6-1AB566FDAAC4}" dt="2024-07-08T20:37:31.603" v="5796" actId="478"/>
          <ac:spMkLst>
            <pc:docMk/>
            <pc:sldMk cId="769226453" sldId="267"/>
            <ac:spMk id="6" creationId="{CEFF64EF-FA0F-3D91-90E6-F2993739E9DC}"/>
          </ac:spMkLst>
        </pc:spChg>
        <pc:spChg chg="add del mod">
          <ac:chgData name="MAKRIN Real" userId="9a9b7bc253003971" providerId="LiveId" clId="{7A809C10-28BE-4456-BBE6-1AB566FDAAC4}" dt="2024-07-08T20:50:26.844" v="6117" actId="478"/>
          <ac:spMkLst>
            <pc:docMk/>
            <pc:sldMk cId="769226453" sldId="267"/>
            <ac:spMk id="7" creationId="{C6F82330-AB05-1556-3E9B-4E9E88691CD9}"/>
          </ac:spMkLst>
        </pc:spChg>
        <pc:spChg chg="add mod">
          <ac:chgData name="MAKRIN Real" userId="9a9b7bc253003971" providerId="LiveId" clId="{7A809C10-28BE-4456-BBE6-1AB566FDAAC4}" dt="2024-07-08T20:51:08.443" v="6132"/>
          <ac:spMkLst>
            <pc:docMk/>
            <pc:sldMk cId="769226453" sldId="267"/>
            <ac:spMk id="9" creationId="{B3F70927-3EA9-72C7-7E11-B0D056798091}"/>
          </ac:spMkLst>
        </pc:spChg>
      </pc:sldChg>
      <pc:sldChg chg="addSp delSp modSp mod">
        <pc:chgData name="MAKRIN Real" userId="9a9b7bc253003971" providerId="LiveId" clId="{7A809C10-28BE-4456-BBE6-1AB566FDAAC4}" dt="2024-06-07T12:02:38.708" v="920" actId="478"/>
        <pc:sldMkLst>
          <pc:docMk/>
          <pc:sldMk cId="1034082356" sldId="268"/>
        </pc:sldMkLst>
        <pc:spChg chg="add del mod">
          <ac:chgData name="MAKRIN Real" userId="9a9b7bc253003971" providerId="LiveId" clId="{7A809C10-28BE-4456-BBE6-1AB566FDAAC4}" dt="2024-06-07T12:02:38.708" v="920" actId="478"/>
          <ac:spMkLst>
            <pc:docMk/>
            <pc:sldMk cId="1034082356" sldId="268"/>
            <ac:spMk id="9" creationId="{413B6C45-559E-1E3A-446C-039400EBE6C5}"/>
          </ac:spMkLst>
        </pc:spChg>
        <pc:spChg chg="add del mod">
          <ac:chgData name="MAKRIN Real" userId="9a9b7bc253003971" providerId="LiveId" clId="{7A809C10-28BE-4456-BBE6-1AB566FDAAC4}" dt="2024-05-31T18:50:25.389" v="848" actId="478"/>
          <ac:spMkLst>
            <pc:docMk/>
            <pc:sldMk cId="1034082356" sldId="268"/>
            <ac:spMk id="9" creationId="{D7123F63-BB7E-13A6-DB5D-E653C344C52C}"/>
          </ac:spMkLst>
        </pc:spChg>
        <pc:spChg chg="add del mod">
          <ac:chgData name="MAKRIN Real" userId="9a9b7bc253003971" providerId="LiveId" clId="{7A809C10-28BE-4456-BBE6-1AB566FDAAC4}" dt="2024-05-31T18:50:25.389" v="848" actId="478"/>
          <ac:spMkLst>
            <pc:docMk/>
            <pc:sldMk cId="1034082356" sldId="268"/>
            <ac:spMk id="10" creationId="{6A8E85C9-710E-A854-EF8D-2E95B91317D2}"/>
          </ac:spMkLst>
        </pc:spChg>
        <pc:spChg chg="add del mod">
          <ac:chgData name="MAKRIN Real" userId="9a9b7bc253003971" providerId="LiveId" clId="{7A809C10-28BE-4456-BBE6-1AB566FDAAC4}" dt="2024-05-31T18:50:25.389" v="848" actId="478"/>
          <ac:spMkLst>
            <pc:docMk/>
            <pc:sldMk cId="1034082356" sldId="268"/>
            <ac:spMk id="11" creationId="{0006D009-7607-765C-1DA0-24EE039AA94A}"/>
          </ac:spMkLst>
        </pc:spChg>
      </pc:sldChg>
      <pc:sldChg chg="addSp modSp mod">
        <pc:chgData name="MAKRIN Real" userId="9a9b7bc253003971" providerId="LiveId" clId="{7A809C10-28BE-4456-BBE6-1AB566FDAAC4}" dt="2024-07-10T11:05:28.278" v="6179" actId="14100"/>
        <pc:sldMkLst>
          <pc:docMk/>
          <pc:sldMk cId="2194507881" sldId="269"/>
        </pc:sldMkLst>
        <pc:spChg chg="mod">
          <ac:chgData name="MAKRIN Real" userId="9a9b7bc253003971" providerId="LiveId" clId="{7A809C10-28BE-4456-BBE6-1AB566FDAAC4}" dt="2024-07-10T10:31:29.855" v="6137" actId="20577"/>
          <ac:spMkLst>
            <pc:docMk/>
            <pc:sldMk cId="2194507881" sldId="269"/>
            <ac:spMk id="2" creationId="{7E53FF68-5498-2469-6B14-B4C1DE791C82}"/>
          </ac:spMkLst>
        </pc:spChg>
        <pc:spChg chg="mod">
          <ac:chgData name="MAKRIN Real" userId="9a9b7bc253003971" providerId="LiveId" clId="{7A809C10-28BE-4456-BBE6-1AB566FDAAC4}" dt="2024-07-10T11:05:28.278" v="6179" actId="14100"/>
          <ac:spMkLst>
            <pc:docMk/>
            <pc:sldMk cId="2194507881" sldId="269"/>
            <ac:spMk id="4" creationId="{B13B3B02-3BF5-8BF1-0AEF-DFC1FDC03BB4}"/>
          </ac:spMkLst>
        </pc:spChg>
        <pc:spChg chg="mod">
          <ac:chgData name="MAKRIN Real" userId="9a9b7bc253003971" providerId="LiveId" clId="{7A809C10-28BE-4456-BBE6-1AB566FDAAC4}" dt="2024-07-10T10:40:09.646" v="6169"/>
          <ac:spMkLst>
            <pc:docMk/>
            <pc:sldMk cId="2194507881" sldId="269"/>
            <ac:spMk id="6" creationId="{B072D0D8-BEC0-1558-D370-52F4E6B5E74C}"/>
          </ac:spMkLst>
        </pc:spChg>
        <pc:spChg chg="add mod">
          <ac:chgData name="MAKRIN Real" userId="9a9b7bc253003971" providerId="LiveId" clId="{7A809C10-28BE-4456-BBE6-1AB566FDAAC4}" dt="2024-07-10T10:32:05.585" v="6156" actId="1076"/>
          <ac:spMkLst>
            <pc:docMk/>
            <pc:sldMk cId="2194507881" sldId="269"/>
            <ac:spMk id="7" creationId="{96815E5C-6FB9-B5D9-D6E7-B6E1EC02393C}"/>
          </ac:spMkLst>
        </pc:spChg>
      </pc:sldChg>
      <pc:sldChg chg="addSp delSp modSp mod">
        <pc:chgData name="MAKRIN Real" userId="9a9b7bc253003971" providerId="LiveId" clId="{7A809C10-28BE-4456-BBE6-1AB566FDAAC4}" dt="2024-07-08T20:47:38.808" v="6098"/>
        <pc:sldMkLst>
          <pc:docMk/>
          <pc:sldMk cId="3962353753" sldId="270"/>
        </pc:sldMkLst>
        <pc:spChg chg="mod">
          <ac:chgData name="MAKRIN Real" userId="9a9b7bc253003971" providerId="LiveId" clId="{7A809C10-28BE-4456-BBE6-1AB566FDAAC4}" dt="2024-07-08T20:37:03.222" v="5791" actId="6549"/>
          <ac:spMkLst>
            <pc:docMk/>
            <pc:sldMk cId="3962353753" sldId="270"/>
            <ac:spMk id="3" creationId="{8841C83D-9538-CE01-3D51-DD491864119E}"/>
          </ac:spMkLst>
        </pc:spChg>
        <pc:spChg chg="del">
          <ac:chgData name="MAKRIN Real" userId="9a9b7bc253003971" providerId="LiveId" clId="{7A809C10-28BE-4456-BBE6-1AB566FDAAC4}" dt="2024-07-08T20:36:46.512" v="5751" actId="478"/>
          <ac:spMkLst>
            <pc:docMk/>
            <pc:sldMk cId="3962353753" sldId="270"/>
            <ac:spMk id="4" creationId="{EF33FFC1-D6A1-88FA-73C5-05EE5629EB63}"/>
          </ac:spMkLst>
        </pc:spChg>
        <pc:spChg chg="del">
          <ac:chgData name="MAKRIN Real" userId="9a9b7bc253003971" providerId="LiveId" clId="{7A809C10-28BE-4456-BBE6-1AB566FDAAC4}" dt="2024-07-08T20:45:33.938" v="6074" actId="478"/>
          <ac:spMkLst>
            <pc:docMk/>
            <pc:sldMk cId="3962353753" sldId="270"/>
            <ac:spMk id="5" creationId="{411B0A8F-A939-33F3-7582-02CEB786B366}"/>
          </ac:spMkLst>
        </pc:spChg>
        <pc:spChg chg="del">
          <ac:chgData name="MAKRIN Real" userId="9a9b7bc253003971" providerId="LiveId" clId="{7A809C10-28BE-4456-BBE6-1AB566FDAAC4}" dt="2024-07-08T20:45:35.883" v="6075" actId="478"/>
          <ac:spMkLst>
            <pc:docMk/>
            <pc:sldMk cId="3962353753" sldId="270"/>
            <ac:spMk id="6" creationId="{CEFF64EF-FA0F-3D91-90E6-F2993739E9DC}"/>
          </ac:spMkLst>
        </pc:spChg>
        <pc:spChg chg="add mod">
          <ac:chgData name="MAKRIN Real" userId="9a9b7bc253003971" providerId="LiveId" clId="{7A809C10-28BE-4456-BBE6-1AB566FDAAC4}" dt="2024-07-08T20:37:09.150" v="5792" actId="1076"/>
          <ac:spMkLst>
            <pc:docMk/>
            <pc:sldMk cId="3962353753" sldId="270"/>
            <ac:spMk id="7" creationId="{D74CEAFC-19A3-9FC3-FE94-8ACA3A49B046}"/>
          </ac:spMkLst>
        </pc:spChg>
        <pc:spChg chg="add del">
          <ac:chgData name="MAKRIN Real" userId="9a9b7bc253003971" providerId="LiveId" clId="{7A809C10-28BE-4456-BBE6-1AB566FDAAC4}" dt="2024-07-08T20:46:39.083" v="6079" actId="478"/>
          <ac:spMkLst>
            <pc:docMk/>
            <pc:sldMk cId="3962353753" sldId="270"/>
            <ac:spMk id="8" creationId="{3B8C3099-B021-108E-A72A-99A78B310340}"/>
          </ac:spMkLst>
        </pc:spChg>
        <pc:spChg chg="add mod">
          <ac:chgData name="MAKRIN Real" userId="9a9b7bc253003971" providerId="LiveId" clId="{7A809C10-28BE-4456-BBE6-1AB566FDAAC4}" dt="2024-07-08T20:47:38.808" v="6098"/>
          <ac:spMkLst>
            <pc:docMk/>
            <pc:sldMk cId="3962353753" sldId="270"/>
            <ac:spMk id="9" creationId="{9A2F9331-6498-211D-2670-B1675E4A2D65}"/>
          </ac:spMkLst>
        </pc:spChg>
        <pc:spChg chg="add mod">
          <ac:chgData name="MAKRIN Real" userId="9a9b7bc253003971" providerId="LiveId" clId="{7A809C10-28BE-4456-BBE6-1AB566FDAAC4}" dt="2024-07-08T20:47:32.724" v="6097"/>
          <ac:spMkLst>
            <pc:docMk/>
            <pc:sldMk cId="3962353753" sldId="270"/>
            <ac:spMk id="10" creationId="{E4DCD475-B3DA-9D27-2B46-2872C3AEC44D}"/>
          </ac:spMkLst>
        </pc:spChg>
      </pc:sldChg>
      <pc:sldChg chg="modSp mod">
        <pc:chgData name="MAKRIN Real" userId="9a9b7bc253003971" providerId="LiveId" clId="{7A809C10-28BE-4456-BBE6-1AB566FDAAC4}" dt="2024-06-08T12:44:23.053" v="5480" actId="207"/>
        <pc:sldMkLst>
          <pc:docMk/>
          <pc:sldMk cId="2875279713" sldId="274"/>
        </pc:sldMkLst>
        <pc:spChg chg="mod">
          <ac:chgData name="MAKRIN Real" userId="9a9b7bc253003971" providerId="LiveId" clId="{7A809C10-28BE-4456-BBE6-1AB566FDAAC4}" dt="2024-06-08T12:44:23.053" v="5480" actId="207"/>
          <ac:spMkLst>
            <pc:docMk/>
            <pc:sldMk cId="2875279713" sldId="274"/>
            <ac:spMk id="8" creationId="{6A6F40C8-4826-DD69-8CA2-FE2AFC4EA946}"/>
          </ac:spMkLst>
        </pc:spChg>
      </pc:sldChg>
      <pc:sldChg chg="modSp mod">
        <pc:chgData name="MAKRIN Real" userId="9a9b7bc253003971" providerId="LiveId" clId="{7A809C10-28BE-4456-BBE6-1AB566FDAAC4}" dt="2024-06-08T12:44:04.165" v="5477" actId="207"/>
        <pc:sldMkLst>
          <pc:docMk/>
          <pc:sldMk cId="1073730788" sldId="276"/>
        </pc:sldMkLst>
        <pc:spChg chg="mod">
          <ac:chgData name="MAKRIN Real" userId="9a9b7bc253003971" providerId="LiveId" clId="{7A809C10-28BE-4456-BBE6-1AB566FDAAC4}" dt="2024-06-08T12:44:04.165" v="5477" actId="207"/>
          <ac:spMkLst>
            <pc:docMk/>
            <pc:sldMk cId="1073730788" sldId="276"/>
            <ac:spMk id="4" creationId="{3B62F1BE-C783-74C8-0F91-8C02D3C0F563}"/>
          </ac:spMkLst>
        </pc:spChg>
        <pc:spChg chg="mod">
          <ac:chgData name="MAKRIN Real" userId="9a9b7bc253003971" providerId="LiveId" clId="{7A809C10-28BE-4456-BBE6-1AB566FDAAC4}" dt="2024-06-08T12:43:40.908" v="5470" actId="207"/>
          <ac:spMkLst>
            <pc:docMk/>
            <pc:sldMk cId="1073730788" sldId="276"/>
            <ac:spMk id="7" creationId="{3F06D22A-8C25-C547-3C46-B5EA8532C8AA}"/>
          </ac:spMkLst>
        </pc:spChg>
      </pc:sldChg>
      <pc:sldChg chg="addSp delSp modSp mod setBg">
        <pc:chgData name="MAKRIN Real" userId="9a9b7bc253003971" providerId="LiveId" clId="{7A809C10-28BE-4456-BBE6-1AB566FDAAC4}" dt="2024-07-08T20:55:26.767" v="6136" actId="3626"/>
        <pc:sldMkLst>
          <pc:docMk/>
          <pc:sldMk cId="1941621486" sldId="278"/>
        </pc:sldMkLst>
        <pc:spChg chg="mod">
          <ac:chgData name="MAKRIN Real" userId="9a9b7bc253003971" providerId="LiveId" clId="{7A809C10-28BE-4456-BBE6-1AB566FDAAC4}" dt="2024-05-31T18:42:15.054" v="712" actId="207"/>
          <ac:spMkLst>
            <pc:docMk/>
            <pc:sldMk cId="1941621486" sldId="278"/>
            <ac:spMk id="2" creationId="{45A34FF2-BC12-4912-BBE1-4F990F31FA7A}"/>
          </ac:spMkLst>
        </pc:spChg>
        <pc:spChg chg="add del mod">
          <ac:chgData name="MAKRIN Real" userId="9a9b7bc253003971" providerId="LiveId" clId="{7A809C10-28BE-4456-BBE6-1AB566FDAAC4}" dt="2024-06-08T12:43:03.061" v="5461" actId="478"/>
          <ac:spMkLst>
            <pc:docMk/>
            <pc:sldMk cId="1941621486" sldId="278"/>
            <ac:spMk id="5" creationId="{F786D03D-9154-04FD-C59B-134AA619CE34}"/>
          </ac:spMkLst>
        </pc:spChg>
        <pc:spChg chg="mod">
          <ac:chgData name="MAKRIN Real" userId="9a9b7bc253003971" providerId="LiveId" clId="{7A809C10-28BE-4456-BBE6-1AB566FDAAC4}" dt="2024-07-08T20:55:26.767" v="6136" actId="3626"/>
          <ac:spMkLst>
            <pc:docMk/>
            <pc:sldMk cId="1941621486" sldId="278"/>
            <ac:spMk id="8" creationId="{04F786BE-8352-6CB2-6602-1362CFDF6657}"/>
          </ac:spMkLst>
        </pc:spChg>
        <pc:spChg chg="mod">
          <ac:chgData name="MAKRIN Real" userId="9a9b7bc253003971" providerId="LiveId" clId="{7A809C10-28BE-4456-BBE6-1AB566FDAAC4}" dt="2024-06-08T12:43:20.172" v="5465" actId="207"/>
          <ac:spMkLst>
            <pc:docMk/>
            <pc:sldMk cId="1941621486" sldId="278"/>
            <ac:spMk id="9" creationId="{0F0D3E3E-5756-2956-7A20-067CF6C6AFAD}"/>
          </ac:spMkLst>
        </pc:spChg>
      </pc:sldChg>
      <pc:sldChg chg="addSp delSp modSp mod setBg">
        <pc:chgData name="MAKRIN Real" userId="9a9b7bc253003971" providerId="LiveId" clId="{7A809C10-28BE-4456-BBE6-1AB566FDAAC4}" dt="2024-06-08T12:43:34.663" v="5469" actId="207"/>
        <pc:sldMkLst>
          <pc:docMk/>
          <pc:sldMk cId="1090935020" sldId="279"/>
        </pc:sldMkLst>
        <pc:spChg chg="mod">
          <ac:chgData name="MAKRIN Real" userId="9a9b7bc253003971" providerId="LiveId" clId="{7A809C10-28BE-4456-BBE6-1AB566FDAAC4}" dt="2024-05-31T18:42:07.432" v="710" actId="207"/>
          <ac:spMkLst>
            <pc:docMk/>
            <pc:sldMk cId="1090935020" sldId="279"/>
            <ac:spMk id="2" creationId="{45A34FF2-BC12-4912-BBE1-4F990F31FA7A}"/>
          </ac:spMkLst>
        </pc:spChg>
        <pc:spChg chg="del">
          <ac:chgData name="MAKRIN Real" userId="9a9b7bc253003971" providerId="LiveId" clId="{7A809C10-28BE-4456-BBE6-1AB566FDAAC4}" dt="2024-05-30T17:27:41.070" v="99" actId="478"/>
          <ac:spMkLst>
            <pc:docMk/>
            <pc:sldMk cId="1090935020" sldId="279"/>
            <ac:spMk id="5" creationId="{8EF35C2B-4C8F-8040-3282-A3401690F501}"/>
          </ac:spMkLst>
        </pc:spChg>
        <pc:spChg chg="add del mod">
          <ac:chgData name="MAKRIN Real" userId="9a9b7bc253003971" providerId="LiveId" clId="{7A809C10-28BE-4456-BBE6-1AB566FDAAC4}" dt="2024-06-08T12:32:38.775" v="5359" actId="478"/>
          <ac:spMkLst>
            <pc:docMk/>
            <pc:sldMk cId="1090935020" sldId="279"/>
            <ac:spMk id="5" creationId="{E78DE557-5105-6EF5-930F-D35165D0AFCD}"/>
          </ac:spMkLst>
        </pc:spChg>
        <pc:spChg chg="add del mod">
          <ac:chgData name="MAKRIN Real" userId="9a9b7bc253003971" providerId="LiveId" clId="{7A809C10-28BE-4456-BBE6-1AB566FDAAC4}" dt="2024-06-08T12:32:37.788" v="5358" actId="478"/>
          <ac:spMkLst>
            <pc:docMk/>
            <pc:sldMk cId="1090935020" sldId="279"/>
            <ac:spMk id="12" creationId="{F194B2CB-BE34-32D8-4DA3-08C02C3039D7}"/>
          </ac:spMkLst>
        </pc:spChg>
        <pc:spChg chg="mod">
          <ac:chgData name="MAKRIN Real" userId="9a9b7bc253003971" providerId="LiveId" clId="{7A809C10-28BE-4456-BBE6-1AB566FDAAC4}" dt="2024-06-08T12:43:34.663" v="5469" actId="207"/>
          <ac:spMkLst>
            <pc:docMk/>
            <pc:sldMk cId="1090935020" sldId="279"/>
            <ac:spMk id="14" creationId="{DC45470C-B69A-B077-036D-11ADE490079F}"/>
          </ac:spMkLst>
        </pc:spChg>
        <pc:spChg chg="add del mod">
          <ac:chgData name="MAKRIN Real" userId="9a9b7bc253003971" providerId="LiveId" clId="{7A809C10-28BE-4456-BBE6-1AB566FDAAC4}" dt="2024-06-08T12:32:40.704" v="5360" actId="478"/>
          <ac:spMkLst>
            <pc:docMk/>
            <pc:sldMk cId="1090935020" sldId="279"/>
            <ac:spMk id="15" creationId="{870B0E4E-C86B-441A-B079-1187161BF667}"/>
          </ac:spMkLst>
        </pc:spChg>
        <pc:spChg chg="add del mod">
          <ac:chgData name="MAKRIN Real" userId="9a9b7bc253003971" providerId="LiveId" clId="{7A809C10-28BE-4456-BBE6-1AB566FDAAC4}" dt="2024-06-08T12:33:30.194" v="5374" actId="478"/>
          <ac:spMkLst>
            <pc:docMk/>
            <pc:sldMk cId="1090935020" sldId="279"/>
            <ac:spMk id="16" creationId="{8F34DA86-FA2B-7B6A-2BC1-ACAA531C5C68}"/>
          </ac:spMkLst>
        </pc:spChg>
        <pc:spChg chg="add del mod">
          <ac:chgData name="MAKRIN Real" userId="9a9b7bc253003971" providerId="LiveId" clId="{7A809C10-28BE-4456-BBE6-1AB566FDAAC4}" dt="2024-06-08T12:34:04.006" v="5384"/>
          <ac:spMkLst>
            <pc:docMk/>
            <pc:sldMk cId="1090935020" sldId="279"/>
            <ac:spMk id="17" creationId="{BCB311E9-EA8B-A35A-8EA4-2520AA3EB401}"/>
          </ac:spMkLst>
        </pc:spChg>
        <pc:spChg chg="add del mod">
          <ac:chgData name="MAKRIN Real" userId="9a9b7bc253003971" providerId="LiveId" clId="{7A809C10-28BE-4456-BBE6-1AB566FDAAC4}" dt="2024-06-08T12:34:04.006" v="5384"/>
          <ac:spMkLst>
            <pc:docMk/>
            <pc:sldMk cId="1090935020" sldId="279"/>
            <ac:spMk id="18" creationId="{7DEDB14F-1355-6218-09C7-5D8842905F52}"/>
          </ac:spMkLst>
        </pc:spChg>
        <pc:spChg chg="del mod">
          <ac:chgData name="MAKRIN Real" userId="9a9b7bc253003971" providerId="LiveId" clId="{7A809C10-28BE-4456-BBE6-1AB566FDAAC4}" dt="2024-06-08T12:43:00.106" v="5460" actId="478"/>
          <ac:spMkLst>
            <pc:docMk/>
            <pc:sldMk cId="1090935020" sldId="279"/>
            <ac:spMk id="19" creationId="{5BC76F30-F984-CA3C-C642-A51768D47C35}"/>
          </ac:spMkLst>
        </pc:spChg>
      </pc:sldChg>
      <pc:sldChg chg="addSp delSp modSp mod ord setBg">
        <pc:chgData name="MAKRIN Real" userId="9a9b7bc253003971" providerId="LiveId" clId="{7A809C10-28BE-4456-BBE6-1AB566FDAAC4}" dt="2024-07-08T20:54:20.074" v="6135"/>
        <pc:sldMkLst>
          <pc:docMk/>
          <pc:sldMk cId="3167785986" sldId="280"/>
        </pc:sldMkLst>
        <pc:spChg chg="mod">
          <ac:chgData name="MAKRIN Real" userId="9a9b7bc253003971" providerId="LiveId" clId="{7A809C10-28BE-4456-BBE6-1AB566FDAAC4}" dt="2024-05-31T18:42:11.474" v="711" actId="207"/>
          <ac:spMkLst>
            <pc:docMk/>
            <pc:sldMk cId="3167785986" sldId="280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2:43:27.590" v="5466" actId="207"/>
          <ac:spMkLst>
            <pc:docMk/>
            <pc:sldMk cId="3167785986" sldId="280"/>
            <ac:spMk id="5" creationId="{6825BA7F-4E98-FD08-4D2C-7F5294541C98}"/>
          </ac:spMkLst>
        </pc:spChg>
        <pc:spChg chg="add del mod">
          <ac:chgData name="MAKRIN Real" userId="9a9b7bc253003971" providerId="LiveId" clId="{7A809C10-28BE-4456-BBE6-1AB566FDAAC4}" dt="2024-06-08T12:39:28.695" v="5405" actId="478"/>
          <ac:spMkLst>
            <pc:docMk/>
            <pc:sldMk cId="3167785986" sldId="280"/>
            <ac:spMk id="6" creationId="{03109038-F17B-C99D-754E-B3E976D9FF1E}"/>
          </ac:spMkLst>
        </pc:spChg>
        <pc:spChg chg="add del mod">
          <ac:chgData name="MAKRIN Real" userId="9a9b7bc253003971" providerId="LiveId" clId="{7A809C10-28BE-4456-BBE6-1AB566FDAAC4}" dt="2024-06-08T12:39:48.482" v="5413"/>
          <ac:spMkLst>
            <pc:docMk/>
            <pc:sldMk cId="3167785986" sldId="280"/>
            <ac:spMk id="9" creationId="{C886FFC8-A80C-DA50-9C06-E011269E7115}"/>
          </ac:spMkLst>
        </pc:spChg>
        <pc:spChg chg="add del mod">
          <ac:chgData name="MAKRIN Real" userId="9a9b7bc253003971" providerId="LiveId" clId="{7A809C10-28BE-4456-BBE6-1AB566FDAAC4}" dt="2024-06-08T12:39:48.482" v="5413"/>
          <ac:spMkLst>
            <pc:docMk/>
            <pc:sldMk cId="3167785986" sldId="280"/>
            <ac:spMk id="10" creationId="{288F6DC8-FDE0-54F8-04BB-F890B19B0D46}"/>
          </ac:spMkLst>
        </pc:spChg>
        <pc:spChg chg="del mod">
          <ac:chgData name="MAKRIN Real" userId="9a9b7bc253003971" providerId="LiveId" clId="{7A809C10-28BE-4456-BBE6-1AB566FDAAC4}" dt="2024-06-08T12:40:07.331" v="5418" actId="478"/>
          <ac:spMkLst>
            <pc:docMk/>
            <pc:sldMk cId="3167785986" sldId="280"/>
            <ac:spMk id="11" creationId="{088E9A3C-6CB3-2066-437E-77E8E74F63FB}"/>
          </ac:spMkLst>
        </pc:spChg>
        <pc:spChg chg="add del mod">
          <ac:chgData name="MAKRIN Real" userId="9a9b7bc253003971" providerId="LiveId" clId="{7A809C10-28BE-4456-BBE6-1AB566FDAAC4}" dt="2024-06-08T12:42:19.009" v="5452"/>
          <ac:spMkLst>
            <pc:docMk/>
            <pc:sldMk cId="3167785986" sldId="280"/>
            <ac:spMk id="12" creationId="{FCD262F6-691C-C9BB-0D6A-556B389F5F72}"/>
          </ac:spMkLst>
        </pc:spChg>
        <pc:spChg chg="add del mod">
          <ac:chgData name="MAKRIN Real" userId="9a9b7bc253003971" providerId="LiveId" clId="{7A809C10-28BE-4456-BBE6-1AB566FDAAC4}" dt="2024-06-08T12:42:19.009" v="5452"/>
          <ac:spMkLst>
            <pc:docMk/>
            <pc:sldMk cId="3167785986" sldId="280"/>
            <ac:spMk id="13" creationId="{A2DF12FE-C439-A430-F58E-42BCF0C625AC}"/>
          </ac:spMkLst>
        </pc:spChg>
        <pc:spChg chg="mod">
          <ac:chgData name="MAKRIN Real" userId="9a9b7bc253003971" providerId="LiveId" clId="{7A809C10-28BE-4456-BBE6-1AB566FDAAC4}" dt="2024-06-08T12:41:34.173" v="5436"/>
          <ac:spMkLst>
            <pc:docMk/>
            <pc:sldMk cId="3167785986" sldId="280"/>
            <ac:spMk id="14" creationId="{3EDE813A-918A-E212-D2C3-F1942AFCDBA1}"/>
          </ac:spMkLst>
        </pc:spChg>
        <pc:spChg chg="mod">
          <ac:chgData name="MAKRIN Real" userId="9a9b7bc253003971" providerId="LiveId" clId="{7A809C10-28BE-4456-BBE6-1AB566FDAAC4}" dt="2024-06-08T12:41:58.474" v="5448"/>
          <ac:spMkLst>
            <pc:docMk/>
            <pc:sldMk cId="3167785986" sldId="280"/>
            <ac:spMk id="15" creationId="{9F7B84F6-3D57-45BF-0090-7E71CFC4DDB0}"/>
          </ac:spMkLst>
        </pc:spChg>
        <pc:spChg chg="mod">
          <ac:chgData name="MAKRIN Real" userId="9a9b7bc253003971" providerId="LiveId" clId="{7A809C10-28BE-4456-BBE6-1AB566FDAAC4}" dt="2024-06-08T12:42:55.072" v="5459" actId="1076"/>
          <ac:spMkLst>
            <pc:docMk/>
            <pc:sldMk cId="3167785986" sldId="280"/>
            <ac:spMk id="16" creationId="{ED02EC24-B6FE-3B7A-F0DA-31EAB9CFF9C0}"/>
          </ac:spMkLst>
        </pc:spChg>
      </pc:sldChg>
      <pc:sldChg chg="addSp delSp modSp mod modTransition setBg">
        <pc:chgData name="MAKRIN Real" userId="9a9b7bc253003971" providerId="LiveId" clId="{7A809C10-28BE-4456-BBE6-1AB566FDAAC4}" dt="2024-06-08T12:32:27.059" v="5355"/>
        <pc:sldMkLst>
          <pc:docMk/>
          <pc:sldMk cId="2665808874" sldId="281"/>
        </pc:sldMkLst>
        <pc:spChg chg="add mod modCrop">
          <ac:chgData name="MAKRIN Real" userId="9a9b7bc253003971" providerId="LiveId" clId="{7A809C10-28BE-4456-BBE6-1AB566FDAAC4}" dt="2024-06-07T12:00:46.516" v="889" actId="18131"/>
          <ac:spMkLst>
            <pc:docMk/>
            <pc:sldMk cId="2665808874" sldId="281"/>
            <ac:spMk id="6" creationId="{1882849C-6540-B106-36DC-0BA56FA42188}"/>
          </ac:spMkLst>
        </pc:spChg>
        <pc:spChg chg="mod">
          <ac:chgData name="MAKRIN Real" userId="9a9b7bc253003971" providerId="LiveId" clId="{7A809C10-28BE-4456-BBE6-1AB566FDAAC4}" dt="2024-05-31T18:41:48.424" v="706" actId="207"/>
          <ac:spMkLst>
            <pc:docMk/>
            <pc:sldMk cId="2665808874" sldId="281"/>
            <ac:spMk id="17" creationId="{28AD9C67-6722-C0DF-7EB6-9C1CFD0EC305}"/>
          </ac:spMkLst>
        </pc:spChg>
        <pc:spChg chg="add mod ord">
          <ac:chgData name="MAKRIN Real" userId="9a9b7bc253003971" providerId="LiveId" clId="{7A809C10-28BE-4456-BBE6-1AB566FDAAC4}" dt="2024-05-31T18:12:17.834" v="107" actId="1076"/>
          <ac:spMkLst>
            <pc:docMk/>
            <pc:sldMk cId="2665808874" sldId="281"/>
            <ac:spMk id="21" creationId="{9CC3CA91-2F00-AB9F-B5E9-3E6CE21B10EF}"/>
          </ac:spMkLst>
        </pc:spChg>
        <pc:spChg chg="add mod">
          <ac:chgData name="MAKRIN Real" userId="9a9b7bc253003971" providerId="LiveId" clId="{7A809C10-28BE-4456-BBE6-1AB566FDAAC4}" dt="2024-06-07T12:01:08.720" v="901" actId="20577"/>
          <ac:spMkLst>
            <pc:docMk/>
            <pc:sldMk cId="2665808874" sldId="281"/>
            <ac:spMk id="22" creationId="{AB602514-CC51-C75C-ADB2-48952EE8831A}"/>
          </ac:spMkLst>
        </pc:spChg>
        <pc:spChg chg="add mod">
          <ac:chgData name="MAKRIN Real" userId="9a9b7bc253003971" providerId="LiveId" clId="{7A809C10-28BE-4456-BBE6-1AB566FDAAC4}" dt="2024-05-31T18:12:42.564" v="114" actId="1076"/>
          <ac:spMkLst>
            <pc:docMk/>
            <pc:sldMk cId="2665808874" sldId="281"/>
            <ac:spMk id="23" creationId="{35867A67-7D3D-C8F1-5F97-B9AFBEF83EC3}"/>
          </ac:spMkLst>
        </pc:spChg>
        <pc:spChg chg="add mod modCrop">
          <ac:chgData name="MAKRIN Real" userId="9a9b7bc253003971" providerId="LiveId" clId="{7A809C10-28BE-4456-BBE6-1AB566FDAAC4}" dt="2024-05-31T18:31:54.065" v="579"/>
          <ac:spMkLst>
            <pc:docMk/>
            <pc:sldMk cId="2665808874" sldId="281"/>
            <ac:spMk id="24" creationId="{15083AF4-4A8C-0C07-8F04-33679B959A1A}"/>
          </ac:spMkLst>
        </pc:spChg>
        <pc:spChg chg="add mod">
          <ac:chgData name="MAKRIN Real" userId="9a9b7bc253003971" providerId="LiveId" clId="{7A809C10-28BE-4456-BBE6-1AB566FDAAC4}" dt="2024-05-31T18:42:02.015" v="709" actId="207"/>
          <ac:spMkLst>
            <pc:docMk/>
            <pc:sldMk cId="2665808874" sldId="281"/>
            <ac:spMk id="25" creationId="{E6F0AE23-E2E1-44CE-A9EE-62EB8202EF7D}"/>
          </ac:spMkLst>
        </pc:spChg>
        <pc:spChg chg="add mod">
          <ac:chgData name="MAKRIN Real" userId="9a9b7bc253003971" providerId="LiveId" clId="{7A809C10-28BE-4456-BBE6-1AB566FDAAC4}" dt="2024-05-31T18:47:19.537" v="816" actId="1036"/>
          <ac:spMkLst>
            <pc:docMk/>
            <pc:sldMk cId="2665808874" sldId="281"/>
            <ac:spMk id="26" creationId="{34D92FDA-E206-B1A3-4378-8C9900C22CE1}"/>
          </ac:spMkLst>
        </pc:spChg>
        <pc:spChg chg="add del mod">
          <ac:chgData name="MAKRIN Real" userId="9a9b7bc253003971" providerId="LiveId" clId="{7A809C10-28BE-4456-BBE6-1AB566FDAAC4}" dt="2024-06-07T12:04:02.570" v="958" actId="478"/>
          <ac:spMkLst>
            <pc:docMk/>
            <pc:sldMk cId="2665808874" sldId="281"/>
            <ac:spMk id="27" creationId="{9D87255E-4508-A967-AF0B-71115579A0F2}"/>
          </ac:spMkLst>
        </pc:spChg>
        <pc:spChg chg="del">
          <ac:chgData name="MAKRIN Real" userId="9a9b7bc253003971" providerId="LiveId" clId="{7A809C10-28BE-4456-BBE6-1AB566FDAAC4}" dt="2024-05-30T17:27:11.345" v="93" actId="478"/>
          <ac:spMkLst>
            <pc:docMk/>
            <pc:sldMk cId="2665808874" sldId="281"/>
            <ac:spMk id="27" creationId="{C8EC8D22-48E9-44AD-404E-BD3016E3DE67}"/>
          </ac:spMkLst>
        </pc:spChg>
        <pc:spChg chg="add mod">
          <ac:chgData name="MAKRIN Real" userId="9a9b7bc253003971" providerId="LiveId" clId="{7A809C10-28BE-4456-BBE6-1AB566FDAAC4}" dt="2024-06-08T12:32:27.059" v="5355"/>
          <ac:spMkLst>
            <pc:docMk/>
            <pc:sldMk cId="2665808874" sldId="281"/>
            <ac:spMk id="27" creationId="{DADD58BA-8F93-FE44-0CD1-66A80FDC6925}"/>
          </ac:spMkLst>
        </pc:spChg>
        <pc:spChg chg="mod">
          <ac:chgData name="MAKRIN Real" userId="9a9b7bc253003971" providerId="LiveId" clId="{7A809C10-28BE-4456-BBE6-1AB566FDAAC4}" dt="2024-05-31T18:41:52.601" v="707" actId="207"/>
          <ac:spMkLst>
            <pc:docMk/>
            <pc:sldMk cId="2665808874" sldId="281"/>
            <ac:spMk id="28" creationId="{B07F7C24-3CED-61CB-AC1A-5EC802402620}"/>
          </ac:spMkLst>
        </pc:spChg>
        <pc:spChg chg="add mod">
          <ac:chgData name="MAKRIN Real" userId="9a9b7bc253003971" providerId="LiveId" clId="{7A809C10-28BE-4456-BBE6-1AB566FDAAC4}" dt="2024-06-08T12:32:27.059" v="5355"/>
          <ac:spMkLst>
            <pc:docMk/>
            <pc:sldMk cId="2665808874" sldId="281"/>
            <ac:spMk id="29" creationId="{8E276871-0111-9383-BE25-0052E527ABF7}"/>
          </ac:spMkLst>
        </pc:spChg>
        <pc:spChg chg="add del mod">
          <ac:chgData name="MAKRIN Real" userId="9a9b7bc253003971" providerId="LiveId" clId="{7A809C10-28BE-4456-BBE6-1AB566FDAAC4}" dt="2024-06-07T12:04:02.066" v="957" actId="478"/>
          <ac:spMkLst>
            <pc:docMk/>
            <pc:sldMk cId="2665808874" sldId="281"/>
            <ac:spMk id="29" creationId="{BAC6246C-0AAB-AB94-C716-54F7CC32FDFC}"/>
          </ac:spMkLst>
        </pc:spChg>
        <pc:spChg chg="add mod">
          <ac:chgData name="MAKRIN Real" userId="9a9b7bc253003971" providerId="LiveId" clId="{7A809C10-28BE-4456-BBE6-1AB566FDAAC4}" dt="2024-06-08T12:32:27.059" v="5355"/>
          <ac:spMkLst>
            <pc:docMk/>
            <pc:sldMk cId="2665808874" sldId="281"/>
            <ac:spMk id="30" creationId="{078FF21F-E20F-85DF-732A-EE1F347863C0}"/>
          </ac:spMkLst>
        </pc:spChg>
        <pc:spChg chg="add del mod">
          <ac:chgData name="MAKRIN Real" userId="9a9b7bc253003971" providerId="LiveId" clId="{7A809C10-28BE-4456-BBE6-1AB566FDAAC4}" dt="2024-06-07T12:04:01.493" v="956" actId="478"/>
          <ac:spMkLst>
            <pc:docMk/>
            <pc:sldMk cId="2665808874" sldId="281"/>
            <ac:spMk id="30" creationId="{B9688646-761B-7606-FFDC-FA690C915DD4}"/>
          </ac:spMkLst>
        </pc:spChg>
        <pc:spChg chg="add del mod">
          <ac:chgData name="MAKRIN Real" userId="9a9b7bc253003971" providerId="LiveId" clId="{7A809C10-28BE-4456-BBE6-1AB566FDAAC4}" dt="2024-06-07T12:04:00.929" v="955" actId="478"/>
          <ac:spMkLst>
            <pc:docMk/>
            <pc:sldMk cId="2665808874" sldId="281"/>
            <ac:spMk id="31" creationId="{0635D5F5-F214-0575-18A1-97F3096FF9AE}"/>
          </ac:spMkLst>
        </pc:spChg>
        <pc:spChg chg="add del mod">
          <ac:chgData name="MAKRIN Real" userId="9a9b7bc253003971" providerId="LiveId" clId="{7A809C10-28BE-4456-BBE6-1AB566FDAAC4}" dt="2024-06-07T12:04:00.317" v="954" actId="478"/>
          <ac:spMkLst>
            <pc:docMk/>
            <pc:sldMk cId="2665808874" sldId="281"/>
            <ac:spMk id="32" creationId="{076BBAA2-9FB1-FCEC-4CAA-4F04959FAE7A}"/>
          </ac:spMkLst>
        </pc:spChg>
        <pc:spChg chg="mod">
          <ac:chgData name="MAKRIN Real" userId="9a9b7bc253003971" providerId="LiveId" clId="{7A809C10-28BE-4456-BBE6-1AB566FDAAC4}" dt="2024-06-08T12:23:18.632" v="5196"/>
          <ac:spMkLst>
            <pc:docMk/>
            <pc:sldMk cId="2665808874" sldId="281"/>
            <ac:spMk id="33" creationId="{703FC4E7-186C-32F0-2493-796605E85818}"/>
          </ac:spMkLst>
        </pc:spChg>
        <pc:spChg chg="add del mod">
          <ac:chgData name="MAKRIN Real" userId="9a9b7bc253003971" providerId="LiveId" clId="{7A809C10-28BE-4456-BBE6-1AB566FDAAC4}" dt="2024-06-07T12:03:59.589" v="953" actId="478"/>
          <ac:spMkLst>
            <pc:docMk/>
            <pc:sldMk cId="2665808874" sldId="281"/>
            <ac:spMk id="34" creationId="{FBF27529-8CCB-2C33-38D3-9DD1252ED14F}"/>
          </ac:spMkLst>
        </pc:spChg>
        <pc:spChg chg="add del mod">
          <ac:chgData name="MAKRIN Real" userId="9a9b7bc253003971" providerId="LiveId" clId="{7A809C10-28BE-4456-BBE6-1AB566FDAAC4}" dt="2024-06-07T12:03:57.941" v="952" actId="478"/>
          <ac:spMkLst>
            <pc:docMk/>
            <pc:sldMk cId="2665808874" sldId="281"/>
            <ac:spMk id="35" creationId="{248342DE-B354-F920-84D4-08C113D02AF1}"/>
          </ac:spMkLst>
        </pc:spChg>
        <pc:spChg chg="add del mod">
          <ac:chgData name="MAKRIN Real" userId="9a9b7bc253003971" providerId="LiveId" clId="{7A809C10-28BE-4456-BBE6-1AB566FDAAC4}" dt="2024-06-07T12:03:57.453" v="951" actId="478"/>
          <ac:spMkLst>
            <pc:docMk/>
            <pc:sldMk cId="2665808874" sldId="281"/>
            <ac:spMk id="36" creationId="{A426CECE-A444-1786-D3BD-9150B05552DD}"/>
          </ac:spMkLst>
        </pc:spChg>
        <pc:spChg chg="add del mod">
          <ac:chgData name="MAKRIN Real" userId="9a9b7bc253003971" providerId="LiveId" clId="{7A809C10-28BE-4456-BBE6-1AB566FDAAC4}" dt="2024-06-07T12:03:56.933" v="950" actId="478"/>
          <ac:spMkLst>
            <pc:docMk/>
            <pc:sldMk cId="2665808874" sldId="281"/>
            <ac:spMk id="37" creationId="{001C967D-A93D-664A-BD06-0238693505D7}"/>
          </ac:spMkLst>
        </pc:spChg>
        <pc:spChg chg="add del mod">
          <ac:chgData name="MAKRIN Real" userId="9a9b7bc253003971" providerId="LiveId" clId="{7A809C10-28BE-4456-BBE6-1AB566FDAAC4}" dt="2024-06-07T12:03:56.491" v="949" actId="478"/>
          <ac:spMkLst>
            <pc:docMk/>
            <pc:sldMk cId="2665808874" sldId="281"/>
            <ac:spMk id="38" creationId="{41A4272E-540D-D1F6-D31B-84065B2A4D61}"/>
          </ac:spMkLst>
        </pc:spChg>
        <pc:spChg chg="add del mod">
          <ac:chgData name="MAKRIN Real" userId="9a9b7bc253003971" providerId="LiveId" clId="{7A809C10-28BE-4456-BBE6-1AB566FDAAC4}" dt="2024-06-07T12:03:55.519" v="948" actId="478"/>
          <ac:spMkLst>
            <pc:docMk/>
            <pc:sldMk cId="2665808874" sldId="281"/>
            <ac:spMk id="39" creationId="{B308F9B5-296F-2BB9-1AF0-93D3334663BC}"/>
          </ac:spMkLst>
        </pc:spChg>
      </pc:sldChg>
      <pc:sldChg chg="addSp delSp modSp mod setBg">
        <pc:chgData name="MAKRIN Real" userId="9a9b7bc253003971" providerId="LiveId" clId="{7A809C10-28BE-4456-BBE6-1AB566FDAAC4}" dt="2024-06-08T12:26:37.336" v="5248"/>
        <pc:sldMkLst>
          <pc:docMk/>
          <pc:sldMk cId="4008358096" sldId="282"/>
        </pc:sldMkLst>
        <pc:spChg chg="mod">
          <ac:chgData name="MAKRIN Real" userId="9a9b7bc253003971" providerId="LiveId" clId="{7A809C10-28BE-4456-BBE6-1AB566FDAAC4}" dt="2024-05-31T18:40:14.173" v="687" actId="207"/>
          <ac:spMkLst>
            <pc:docMk/>
            <pc:sldMk cId="4008358096" sldId="282"/>
            <ac:spMk id="17" creationId="{28AD9C67-6722-C0DF-7EB6-9C1CFD0EC305}"/>
          </ac:spMkLst>
        </pc:spChg>
        <pc:spChg chg="add mod">
          <ac:chgData name="MAKRIN Real" userId="9a9b7bc253003971" providerId="LiveId" clId="{7A809C10-28BE-4456-BBE6-1AB566FDAAC4}" dt="2024-05-31T18:11:45.204" v="105"/>
          <ac:spMkLst>
            <pc:docMk/>
            <pc:sldMk cId="4008358096" sldId="282"/>
            <ac:spMk id="21" creationId="{A2F479E0-DD9D-63F0-3343-22544AD97594}"/>
          </ac:spMkLst>
        </pc:spChg>
        <pc:spChg chg="add mod">
          <ac:chgData name="MAKRIN Real" userId="9a9b7bc253003971" providerId="LiveId" clId="{7A809C10-28BE-4456-BBE6-1AB566FDAAC4}" dt="2024-06-07T12:02:18.136" v="915"/>
          <ac:spMkLst>
            <pc:docMk/>
            <pc:sldMk cId="4008358096" sldId="282"/>
            <ac:spMk id="21" creationId="{C8B8B760-C2A4-BABA-02F4-52A1C2F46928}"/>
          </ac:spMkLst>
        </pc:spChg>
        <pc:spChg chg="add mod">
          <ac:chgData name="MAKRIN Real" userId="9a9b7bc253003971" providerId="LiveId" clId="{7A809C10-28BE-4456-BBE6-1AB566FDAAC4}" dt="2024-05-31T18:11:45.204" v="105"/>
          <ac:spMkLst>
            <pc:docMk/>
            <pc:sldMk cId="4008358096" sldId="282"/>
            <ac:spMk id="22" creationId="{1A75914C-0039-11D7-EAD8-FC9EFE21B6C0}"/>
          </ac:spMkLst>
        </pc:spChg>
        <pc:spChg chg="add mod">
          <ac:chgData name="MAKRIN Real" userId="9a9b7bc253003971" providerId="LiveId" clId="{7A809C10-28BE-4456-BBE6-1AB566FDAAC4}" dt="2024-06-07T12:03:27.823" v="932"/>
          <ac:spMkLst>
            <pc:docMk/>
            <pc:sldMk cId="4008358096" sldId="282"/>
            <ac:spMk id="22" creationId="{8C6C7999-7BE8-311F-9AA7-80A20F7E323F}"/>
          </ac:spMkLst>
        </pc:spChg>
        <pc:spChg chg="add mod">
          <ac:chgData name="MAKRIN Real" userId="9a9b7bc253003971" providerId="LiveId" clId="{7A809C10-28BE-4456-BBE6-1AB566FDAAC4}" dt="2024-05-31T18:12:23.796" v="111"/>
          <ac:spMkLst>
            <pc:docMk/>
            <pc:sldMk cId="4008358096" sldId="282"/>
            <ac:spMk id="23" creationId="{BB292728-48A4-BCD7-7089-A298209777B5}"/>
          </ac:spMkLst>
        </pc:spChg>
        <pc:spChg chg="add mod">
          <ac:chgData name="MAKRIN Real" userId="9a9b7bc253003971" providerId="LiveId" clId="{7A809C10-28BE-4456-BBE6-1AB566FDAAC4}" dt="2024-06-08T12:26:37.336" v="5248"/>
          <ac:spMkLst>
            <pc:docMk/>
            <pc:sldMk cId="4008358096" sldId="282"/>
            <ac:spMk id="24" creationId="{79076135-F1D0-CC4A-0118-A9286DED128D}"/>
          </ac:spMkLst>
        </pc:spChg>
        <pc:spChg chg="add del mod">
          <ac:chgData name="MAKRIN Real" userId="9a9b7bc253003971" providerId="LiveId" clId="{7A809C10-28BE-4456-BBE6-1AB566FDAAC4}" dt="2024-06-07T12:03:21.921" v="929" actId="478"/>
          <ac:spMkLst>
            <pc:docMk/>
            <pc:sldMk cId="4008358096" sldId="282"/>
            <ac:spMk id="24" creationId="{ED2D7AF4-F987-0849-A891-578170284F6C}"/>
          </ac:spMkLst>
        </pc:spChg>
        <pc:spChg chg="add del mod">
          <ac:chgData name="MAKRIN Real" userId="9a9b7bc253003971" providerId="LiveId" clId="{7A809C10-28BE-4456-BBE6-1AB566FDAAC4}" dt="2024-06-07T12:02:17.459" v="914" actId="478"/>
          <ac:spMkLst>
            <pc:docMk/>
            <pc:sldMk cId="4008358096" sldId="282"/>
            <ac:spMk id="25" creationId="{383B0062-7DEE-B0AB-9058-E81A959F9F48}"/>
          </ac:spMkLst>
        </pc:spChg>
        <pc:spChg chg="add mod">
          <ac:chgData name="MAKRIN Real" userId="9a9b7bc253003971" providerId="LiveId" clId="{7A809C10-28BE-4456-BBE6-1AB566FDAAC4}" dt="2024-05-31T18:31:08.218" v="576" actId="1076"/>
          <ac:spMkLst>
            <pc:docMk/>
            <pc:sldMk cId="4008358096" sldId="282"/>
            <ac:spMk id="26" creationId="{F61EF291-11D4-CD9D-28DC-F7E3DE6487B3}"/>
          </ac:spMkLst>
        </pc:spChg>
        <pc:spChg chg="del">
          <ac:chgData name="MAKRIN Real" userId="9a9b7bc253003971" providerId="LiveId" clId="{7A809C10-28BE-4456-BBE6-1AB566FDAAC4}" dt="2024-05-30T17:27:26.389" v="97" actId="478"/>
          <ac:spMkLst>
            <pc:docMk/>
            <pc:sldMk cId="4008358096" sldId="282"/>
            <ac:spMk id="27" creationId="{C8EC8D22-48E9-44AD-404E-BD3016E3DE67}"/>
          </ac:spMkLst>
        </pc:spChg>
        <pc:spChg chg="add mod">
          <ac:chgData name="MAKRIN Real" userId="9a9b7bc253003971" providerId="LiveId" clId="{7A809C10-28BE-4456-BBE6-1AB566FDAAC4}" dt="2024-05-31T18:50:09.174" v="845"/>
          <ac:spMkLst>
            <pc:docMk/>
            <pc:sldMk cId="4008358096" sldId="282"/>
            <ac:spMk id="27" creationId="{E6006FD1-E0B4-1C52-8B73-1291FB9C072B}"/>
          </ac:spMkLst>
        </pc:spChg>
        <pc:spChg chg="mod">
          <ac:chgData name="MAKRIN Real" userId="9a9b7bc253003971" providerId="LiveId" clId="{7A809C10-28BE-4456-BBE6-1AB566FDAAC4}" dt="2024-05-31T18:40:19.281" v="688" actId="207"/>
          <ac:spMkLst>
            <pc:docMk/>
            <pc:sldMk cId="4008358096" sldId="282"/>
            <ac:spMk id="28" creationId="{B07F7C24-3CED-61CB-AC1A-5EC802402620}"/>
          </ac:spMkLst>
        </pc:spChg>
        <pc:spChg chg="add mod">
          <ac:chgData name="MAKRIN Real" userId="9a9b7bc253003971" providerId="LiveId" clId="{7A809C10-28BE-4456-BBE6-1AB566FDAAC4}" dt="2024-05-31T18:50:09.174" v="845"/>
          <ac:spMkLst>
            <pc:docMk/>
            <pc:sldMk cId="4008358096" sldId="282"/>
            <ac:spMk id="29" creationId="{2687D078-0E09-4F62-668F-5F36CCA7F86C}"/>
          </ac:spMkLst>
        </pc:spChg>
        <pc:spChg chg="add mod">
          <ac:chgData name="MAKRIN Real" userId="9a9b7bc253003971" providerId="LiveId" clId="{7A809C10-28BE-4456-BBE6-1AB566FDAAC4}" dt="2024-05-31T18:50:09.174" v="845"/>
          <ac:spMkLst>
            <pc:docMk/>
            <pc:sldMk cId="4008358096" sldId="282"/>
            <ac:spMk id="30" creationId="{73AAF69F-D255-8D71-D3D1-5540FB97DCA3}"/>
          </ac:spMkLst>
        </pc:spChg>
        <pc:spChg chg="add mod">
          <ac:chgData name="MAKRIN Real" userId="9a9b7bc253003971" providerId="LiveId" clId="{7A809C10-28BE-4456-BBE6-1AB566FDAAC4}" dt="2024-05-31T18:51:21.128" v="883"/>
          <ac:spMkLst>
            <pc:docMk/>
            <pc:sldMk cId="4008358096" sldId="282"/>
            <ac:spMk id="31" creationId="{431D87A9-EF7B-FC14-5BF5-527F178DC5D8}"/>
          </ac:spMkLst>
        </pc:spChg>
        <pc:spChg chg="del">
          <ac:chgData name="MAKRIN Real" userId="9a9b7bc253003971" providerId="LiveId" clId="{7A809C10-28BE-4456-BBE6-1AB566FDAAC4}" dt="2024-06-08T12:26:36.492" v="5247" actId="478"/>
          <ac:spMkLst>
            <pc:docMk/>
            <pc:sldMk cId="4008358096" sldId="282"/>
            <ac:spMk id="33" creationId="{703FC4E7-186C-32F0-2493-796605E85818}"/>
          </ac:spMkLst>
        </pc:spChg>
      </pc:sldChg>
      <pc:sldChg chg="addSp delSp modSp mod modTransition setBg delAnim modAnim">
        <pc:chgData name="MAKRIN Real" userId="9a9b7bc253003971" providerId="LiveId" clId="{7A809C10-28BE-4456-BBE6-1AB566FDAAC4}" dt="2024-06-08T12:24:46.253" v="5225" actId="1076"/>
        <pc:sldMkLst>
          <pc:docMk/>
          <pc:sldMk cId="3200736379" sldId="283"/>
        </pc:sldMkLst>
        <pc:spChg chg="mod">
          <ac:chgData name="MAKRIN Real" userId="9a9b7bc253003971" providerId="LiveId" clId="{7A809C10-28BE-4456-BBE6-1AB566FDAAC4}" dt="2024-06-08T12:01:16.209" v="4876" actId="20577"/>
          <ac:spMkLst>
            <pc:docMk/>
            <pc:sldMk cId="3200736379" sldId="283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2:24:46.253" v="5225" actId="1076"/>
          <ac:spMkLst>
            <pc:docMk/>
            <pc:sldMk cId="3200736379" sldId="283"/>
            <ac:spMk id="3" creationId="{47C0DEA9-AC7A-0DEC-0057-69563C3B44F4}"/>
          </ac:spMkLst>
        </pc:spChg>
        <pc:spChg chg="del">
          <ac:chgData name="MAKRIN Real" userId="9a9b7bc253003971" providerId="LiveId" clId="{7A809C10-28BE-4456-BBE6-1AB566FDAAC4}" dt="2024-06-08T12:00:55.667" v="4863" actId="478"/>
          <ac:spMkLst>
            <pc:docMk/>
            <pc:sldMk cId="3200736379" sldId="283"/>
            <ac:spMk id="5" creationId="{6E5745AF-00D5-F5BB-11A6-4E28B8690D98}"/>
          </ac:spMkLst>
        </pc:spChg>
        <pc:spChg chg="del">
          <ac:chgData name="MAKRIN Real" userId="9a9b7bc253003971" providerId="LiveId" clId="{7A809C10-28BE-4456-BBE6-1AB566FDAAC4}" dt="2024-06-08T12:01:04.093" v="4865" actId="478"/>
          <ac:spMkLst>
            <pc:docMk/>
            <pc:sldMk cId="3200736379" sldId="283"/>
            <ac:spMk id="6" creationId="{01D96ED5-42B5-9BE6-F5A7-8150BC391566}"/>
          </ac:spMkLst>
        </pc:spChg>
        <pc:spChg chg="mod">
          <ac:chgData name="MAKRIN Real" userId="9a9b7bc253003971" providerId="LiveId" clId="{7A809C10-28BE-4456-BBE6-1AB566FDAAC4}" dt="2024-06-08T12:24:46.253" v="5225" actId="1076"/>
          <ac:spMkLst>
            <pc:docMk/>
            <pc:sldMk cId="3200736379" sldId="283"/>
            <ac:spMk id="7" creationId="{5C328680-5A9D-6B7E-4763-0F6AF468E29F}"/>
          </ac:spMkLst>
        </pc:spChg>
        <pc:spChg chg="mod">
          <ac:chgData name="MAKRIN Real" userId="9a9b7bc253003971" providerId="LiveId" clId="{7A809C10-28BE-4456-BBE6-1AB566FDAAC4}" dt="2024-06-08T12:24:46.253" v="5225" actId="1076"/>
          <ac:spMkLst>
            <pc:docMk/>
            <pc:sldMk cId="3200736379" sldId="283"/>
            <ac:spMk id="8" creationId="{44E9CBAF-FFBC-167F-A74A-3AAC62E06930}"/>
          </ac:spMkLst>
        </pc:spChg>
        <pc:spChg chg="mod">
          <ac:chgData name="MAKRIN Real" userId="9a9b7bc253003971" providerId="LiveId" clId="{7A809C10-28BE-4456-BBE6-1AB566FDAAC4}" dt="2024-06-08T12:24:46.253" v="5225" actId="1076"/>
          <ac:spMkLst>
            <pc:docMk/>
            <pc:sldMk cId="3200736379" sldId="283"/>
            <ac:spMk id="9" creationId="{11F75151-71FC-E4E3-2BF8-96C5D2B29130}"/>
          </ac:spMkLst>
        </pc:spChg>
        <pc:spChg chg="mod">
          <ac:chgData name="MAKRIN Real" userId="9a9b7bc253003971" providerId="LiveId" clId="{7A809C10-28BE-4456-BBE6-1AB566FDAAC4}" dt="2024-06-08T12:24:46.253" v="5225" actId="1076"/>
          <ac:spMkLst>
            <pc:docMk/>
            <pc:sldMk cId="3200736379" sldId="283"/>
            <ac:spMk id="10" creationId="{238407B8-0CE1-BE85-2AB0-0A6FCFCEBE73}"/>
          </ac:spMkLst>
        </pc:spChg>
        <pc:spChg chg="mod">
          <ac:chgData name="MAKRIN Real" userId="9a9b7bc253003971" providerId="LiveId" clId="{7A809C10-28BE-4456-BBE6-1AB566FDAAC4}" dt="2024-06-08T12:24:46.253" v="5225" actId="1076"/>
          <ac:spMkLst>
            <pc:docMk/>
            <pc:sldMk cId="3200736379" sldId="283"/>
            <ac:spMk id="11" creationId="{BEBC7667-C21C-B34A-FB18-386544A4051A}"/>
          </ac:spMkLst>
        </pc:spChg>
        <pc:spChg chg="del">
          <ac:chgData name="MAKRIN Real" userId="9a9b7bc253003971" providerId="LiveId" clId="{7A809C10-28BE-4456-BBE6-1AB566FDAAC4}" dt="2024-06-08T12:00:56.802" v="4864" actId="478"/>
          <ac:spMkLst>
            <pc:docMk/>
            <pc:sldMk cId="3200736379" sldId="283"/>
            <ac:spMk id="13" creationId="{C134EDA1-B007-712C-4A00-E526CF83E16E}"/>
          </ac:spMkLst>
        </pc:spChg>
        <pc:spChg chg="mod">
          <ac:chgData name="MAKRIN Real" userId="9a9b7bc253003971" providerId="LiveId" clId="{7A809C10-28BE-4456-BBE6-1AB566FDAAC4}" dt="2024-06-08T12:24:30.241" v="5220" actId="1076"/>
          <ac:spMkLst>
            <pc:docMk/>
            <pc:sldMk cId="3200736379" sldId="283"/>
            <ac:spMk id="14" creationId="{50D00E67-966C-66BC-2F39-EB13B7148E83}"/>
          </ac:spMkLst>
        </pc:spChg>
        <pc:spChg chg="mod">
          <ac:chgData name="MAKRIN Real" userId="9a9b7bc253003971" providerId="LiveId" clId="{7A809C10-28BE-4456-BBE6-1AB566FDAAC4}" dt="2024-06-08T12:24:22.012" v="5218" actId="3626"/>
          <ac:spMkLst>
            <pc:docMk/>
            <pc:sldMk cId="3200736379" sldId="283"/>
            <ac:spMk id="15" creationId="{26DA4DB9-802F-639A-8C53-0DECFCC4D023}"/>
          </ac:spMkLst>
        </pc:spChg>
        <pc:spChg chg="add del mod">
          <ac:chgData name="MAKRIN Real" userId="9a9b7bc253003971" providerId="LiveId" clId="{7A809C10-28BE-4456-BBE6-1AB566FDAAC4}" dt="2024-06-08T12:24:15.641" v="5217" actId="3626"/>
          <ac:spMkLst>
            <pc:docMk/>
            <pc:sldMk cId="3200736379" sldId="283"/>
            <ac:spMk id="16" creationId="{5D278507-6631-00BA-7862-1F6049BF7017}"/>
          </ac:spMkLst>
        </pc:spChg>
        <pc:spChg chg="del">
          <ac:chgData name="MAKRIN Real" userId="9a9b7bc253003971" providerId="LiveId" clId="{7A809C10-28BE-4456-BBE6-1AB566FDAAC4}" dt="2024-06-08T12:01:04.093" v="4865" actId="478"/>
          <ac:spMkLst>
            <pc:docMk/>
            <pc:sldMk cId="3200736379" sldId="283"/>
            <ac:spMk id="21" creationId="{9EA8AB91-956F-82C6-4067-346B53B416BA}"/>
          </ac:spMkLst>
        </pc:spChg>
        <pc:spChg chg="del">
          <ac:chgData name="MAKRIN Real" userId="9a9b7bc253003971" providerId="LiveId" clId="{7A809C10-28BE-4456-BBE6-1AB566FDAAC4}" dt="2024-06-08T12:01:04.093" v="4865" actId="478"/>
          <ac:spMkLst>
            <pc:docMk/>
            <pc:sldMk cId="3200736379" sldId="283"/>
            <ac:spMk id="22" creationId="{B31C4551-6E7B-514F-385A-FD2D612A9B0E}"/>
          </ac:spMkLst>
        </pc:spChg>
        <pc:spChg chg="del">
          <ac:chgData name="MAKRIN Real" userId="9a9b7bc253003971" providerId="LiveId" clId="{7A809C10-28BE-4456-BBE6-1AB566FDAAC4}" dt="2024-06-08T12:01:04.093" v="4865" actId="478"/>
          <ac:spMkLst>
            <pc:docMk/>
            <pc:sldMk cId="3200736379" sldId="283"/>
            <ac:spMk id="23" creationId="{FA290004-BB19-F64C-86FF-50AF18800BD4}"/>
          </ac:spMkLst>
        </pc:spChg>
        <pc:spChg chg="del">
          <ac:chgData name="MAKRIN Real" userId="9a9b7bc253003971" providerId="LiveId" clId="{7A809C10-28BE-4456-BBE6-1AB566FDAAC4}" dt="2024-06-08T12:01:04.093" v="4865" actId="478"/>
          <ac:spMkLst>
            <pc:docMk/>
            <pc:sldMk cId="3200736379" sldId="283"/>
            <ac:spMk id="24" creationId="{C621AAF6-B9B5-399C-8AD6-358CF26068FE}"/>
          </ac:spMkLst>
        </pc:spChg>
        <pc:spChg chg="del">
          <ac:chgData name="MAKRIN Real" userId="9a9b7bc253003971" providerId="LiveId" clId="{7A809C10-28BE-4456-BBE6-1AB566FDAAC4}" dt="2024-06-08T12:01:04.093" v="4865" actId="478"/>
          <ac:spMkLst>
            <pc:docMk/>
            <pc:sldMk cId="3200736379" sldId="283"/>
            <ac:spMk id="25" creationId="{669FED42-4317-A1B3-AED6-B729D9DF1BA8}"/>
          </ac:spMkLst>
        </pc:spChg>
        <pc:spChg chg="del">
          <ac:chgData name="MAKRIN Real" userId="9a9b7bc253003971" providerId="LiveId" clId="{7A809C10-28BE-4456-BBE6-1AB566FDAAC4}" dt="2024-06-08T12:01:04.093" v="4865" actId="478"/>
          <ac:spMkLst>
            <pc:docMk/>
            <pc:sldMk cId="3200736379" sldId="283"/>
            <ac:spMk id="26" creationId="{57F65721-93D1-C3BE-D73C-933B96E9E476}"/>
          </ac:spMkLst>
        </pc:spChg>
        <pc:spChg chg="add mod">
          <ac:chgData name="MAKRIN Real" userId="9a9b7bc253003971" providerId="LiveId" clId="{7A809C10-28BE-4456-BBE6-1AB566FDAAC4}" dt="2024-06-07T12:02:01.806" v="912"/>
          <ac:spMkLst>
            <pc:docMk/>
            <pc:sldMk cId="3200736379" sldId="283"/>
            <ac:spMk id="27" creationId="{7286F684-3CC0-0D96-4C14-095FEE812C62}"/>
          </ac:spMkLst>
        </pc:spChg>
        <pc:spChg chg="del">
          <ac:chgData name="MAKRIN Real" userId="9a9b7bc253003971" providerId="LiveId" clId="{7A809C10-28BE-4456-BBE6-1AB566FDAAC4}" dt="2024-05-30T17:27:21.914" v="96" actId="478"/>
          <ac:spMkLst>
            <pc:docMk/>
            <pc:sldMk cId="3200736379" sldId="283"/>
            <ac:spMk id="27" creationId="{C8EC8D22-48E9-44AD-404E-BD3016E3DE67}"/>
          </ac:spMkLst>
        </pc:spChg>
        <pc:spChg chg="add mod">
          <ac:chgData name="MAKRIN Real" userId="9a9b7bc253003971" providerId="LiveId" clId="{7A809C10-28BE-4456-BBE6-1AB566FDAAC4}" dt="2024-05-31T18:11:44.340" v="104"/>
          <ac:spMkLst>
            <pc:docMk/>
            <pc:sldMk cId="3200736379" sldId="283"/>
            <ac:spMk id="27" creationId="{FC5367AE-6F91-07AF-FF05-E6C98A683ACE}"/>
          </ac:spMkLst>
        </pc:spChg>
        <pc:spChg chg="add mod">
          <ac:chgData name="MAKRIN Real" userId="9a9b7bc253003971" providerId="LiveId" clId="{7A809C10-28BE-4456-BBE6-1AB566FDAAC4}" dt="2024-05-31T18:11:44.340" v="104"/>
          <ac:spMkLst>
            <pc:docMk/>
            <pc:sldMk cId="3200736379" sldId="283"/>
            <ac:spMk id="28" creationId="{E0B71103-4993-CE1C-E667-D55BF456BF9D}"/>
          </ac:spMkLst>
        </pc:spChg>
        <pc:spChg chg="add del mod">
          <ac:chgData name="MAKRIN Real" userId="9a9b7bc253003971" providerId="LiveId" clId="{7A809C10-28BE-4456-BBE6-1AB566FDAAC4}" dt="2024-06-08T12:24:10.339" v="5215" actId="3626"/>
          <ac:spMkLst>
            <pc:docMk/>
            <pc:sldMk cId="3200736379" sldId="283"/>
            <ac:spMk id="28" creationId="{ECFD1AF9-0599-CD0D-13AA-E37D8D5771A2}"/>
          </ac:spMkLst>
        </pc:spChg>
        <pc:spChg chg="add mod">
          <ac:chgData name="MAKRIN Real" userId="9a9b7bc253003971" providerId="LiveId" clId="{7A809C10-28BE-4456-BBE6-1AB566FDAAC4}" dt="2024-05-31T18:12:23.239" v="110"/>
          <ac:spMkLst>
            <pc:docMk/>
            <pc:sldMk cId="3200736379" sldId="283"/>
            <ac:spMk id="29" creationId="{5080A49B-E701-E4FB-ADB9-27E262DD0423}"/>
          </ac:spMkLst>
        </pc:spChg>
        <pc:spChg chg="add mod">
          <ac:chgData name="MAKRIN Real" userId="9a9b7bc253003971" providerId="LiveId" clId="{7A809C10-28BE-4456-BBE6-1AB566FDAAC4}" dt="2024-06-08T12:06:33.132" v="4958" actId="1037"/>
          <ac:spMkLst>
            <pc:docMk/>
            <pc:sldMk cId="3200736379" sldId="283"/>
            <ac:spMk id="30" creationId="{1FBB9D3D-68F9-CDD6-05F9-CB3F0B5C5AEF}"/>
          </ac:spMkLst>
        </pc:spChg>
        <pc:spChg chg="add del mod">
          <ac:chgData name="MAKRIN Real" userId="9a9b7bc253003971" providerId="LiveId" clId="{7A809C10-28BE-4456-BBE6-1AB566FDAAC4}" dt="2024-06-07T12:03:18.149" v="928" actId="478"/>
          <ac:spMkLst>
            <pc:docMk/>
            <pc:sldMk cId="3200736379" sldId="283"/>
            <ac:spMk id="30" creationId="{29DB99FC-546A-8C47-ECFA-E8B89B75E141}"/>
          </ac:spMkLst>
        </pc:spChg>
        <pc:spChg chg="add del mod">
          <ac:chgData name="MAKRIN Real" userId="9a9b7bc253003971" providerId="LiveId" clId="{7A809C10-28BE-4456-BBE6-1AB566FDAAC4}" dt="2024-06-07T12:02:01.012" v="911" actId="478"/>
          <ac:spMkLst>
            <pc:docMk/>
            <pc:sldMk cId="3200736379" sldId="283"/>
            <ac:spMk id="31" creationId="{3B66F085-65F8-E6A1-7625-3ED0F8F7D138}"/>
          </ac:spMkLst>
        </pc:spChg>
        <pc:spChg chg="add del mod">
          <ac:chgData name="MAKRIN Real" userId="9a9b7bc253003971" providerId="LiveId" clId="{7A809C10-28BE-4456-BBE6-1AB566FDAAC4}" dt="2024-06-08T12:05:30.834" v="4901" actId="478"/>
          <ac:spMkLst>
            <pc:docMk/>
            <pc:sldMk cId="3200736379" sldId="283"/>
            <ac:spMk id="31" creationId="{5D868FA1-CC4A-8CC1-A69C-3C47805DE8FF}"/>
          </ac:spMkLst>
        </pc:spChg>
        <pc:spChg chg="add mod">
          <ac:chgData name="MAKRIN Real" userId="9a9b7bc253003971" providerId="LiveId" clId="{7A809C10-28BE-4456-BBE6-1AB566FDAAC4}" dt="2024-05-31T18:50:06.716" v="844"/>
          <ac:spMkLst>
            <pc:docMk/>
            <pc:sldMk cId="3200736379" sldId="283"/>
            <ac:spMk id="32" creationId="{63C3D076-DF07-D82B-58B2-0D880DFC9610}"/>
          </ac:spMkLst>
        </pc:spChg>
        <pc:spChg chg="add del mod">
          <ac:chgData name="MAKRIN Real" userId="9a9b7bc253003971" providerId="LiveId" clId="{7A809C10-28BE-4456-BBE6-1AB566FDAAC4}" dt="2024-06-08T12:24:13.240" v="5216" actId="3626"/>
          <ac:spMkLst>
            <pc:docMk/>
            <pc:sldMk cId="3200736379" sldId="283"/>
            <ac:spMk id="34" creationId="{BFFA2E26-AB68-7BFA-A006-9AAA142F1B05}"/>
          </ac:spMkLst>
        </pc:spChg>
        <pc:spChg chg="add mod">
          <ac:chgData name="MAKRIN Real" userId="9a9b7bc253003971" providerId="LiveId" clId="{7A809C10-28BE-4456-BBE6-1AB566FDAAC4}" dt="2024-05-31T18:50:06.716" v="844"/>
          <ac:spMkLst>
            <pc:docMk/>
            <pc:sldMk cId="3200736379" sldId="283"/>
            <ac:spMk id="35" creationId="{23FE24EC-E819-3DEE-19A6-46FFDC13C9E5}"/>
          </ac:spMkLst>
        </pc:spChg>
        <pc:spChg chg="add mod">
          <ac:chgData name="MAKRIN Real" userId="9a9b7bc253003971" providerId="LiveId" clId="{7A809C10-28BE-4456-BBE6-1AB566FDAAC4}" dt="2024-06-08T12:24:27.819" v="5219" actId="1076"/>
          <ac:spMkLst>
            <pc:docMk/>
            <pc:sldMk cId="3200736379" sldId="283"/>
            <ac:spMk id="36" creationId="{7EFEB005-D2BC-1A7F-66AD-FCCF7EFE44F7}"/>
          </ac:spMkLst>
        </pc:spChg>
        <pc:spChg chg="add del mod">
          <ac:chgData name="MAKRIN Real" userId="9a9b7bc253003971" providerId="LiveId" clId="{7A809C10-28BE-4456-BBE6-1AB566FDAAC4}" dt="2024-06-08T12:05:30.834" v="4901" actId="478"/>
          <ac:spMkLst>
            <pc:docMk/>
            <pc:sldMk cId="3200736379" sldId="283"/>
            <ac:spMk id="37" creationId="{FCD2F0A1-F135-7997-9B07-F897649B3885}"/>
          </ac:spMkLst>
        </pc:spChg>
        <pc:spChg chg="add del mod">
          <ac:chgData name="MAKRIN Real" userId="9a9b7bc253003971" providerId="LiveId" clId="{7A809C10-28BE-4456-BBE6-1AB566FDAAC4}" dt="2024-06-08T12:06:27.425" v="4915" actId="478"/>
          <ac:spMkLst>
            <pc:docMk/>
            <pc:sldMk cId="3200736379" sldId="283"/>
            <ac:spMk id="38" creationId="{E9E7657D-0EE1-3CAD-118E-9D0CE66302EC}"/>
          </ac:spMkLst>
        </pc:spChg>
        <pc:spChg chg="add del mod">
          <ac:chgData name="MAKRIN Real" userId="9a9b7bc253003971" providerId="LiveId" clId="{7A809C10-28BE-4456-BBE6-1AB566FDAAC4}" dt="2024-06-08T12:06:28.321" v="4916" actId="478"/>
          <ac:spMkLst>
            <pc:docMk/>
            <pc:sldMk cId="3200736379" sldId="283"/>
            <ac:spMk id="39" creationId="{18A88390-80C1-830A-CE17-89BB21FAE9C4}"/>
          </ac:spMkLst>
        </pc:spChg>
        <pc:spChg chg="add del mod">
          <ac:chgData name="MAKRIN Real" userId="9a9b7bc253003971" providerId="LiveId" clId="{7A809C10-28BE-4456-BBE6-1AB566FDAAC4}" dt="2024-06-08T12:06:25.488" v="4913" actId="478"/>
          <ac:spMkLst>
            <pc:docMk/>
            <pc:sldMk cId="3200736379" sldId="283"/>
            <ac:spMk id="40" creationId="{8EEFCA51-26B1-6BA4-12C8-92FEB2FBA1BC}"/>
          </ac:spMkLst>
        </pc:spChg>
        <pc:spChg chg="add del mod">
          <ac:chgData name="MAKRIN Real" userId="9a9b7bc253003971" providerId="LiveId" clId="{7A809C10-28BE-4456-BBE6-1AB566FDAAC4}" dt="2024-06-08T12:06:26.695" v="4914" actId="478"/>
          <ac:spMkLst>
            <pc:docMk/>
            <pc:sldMk cId="3200736379" sldId="283"/>
            <ac:spMk id="41" creationId="{3EACE20F-39B0-E94A-E5A9-0DBBFF95809A}"/>
          </ac:spMkLst>
        </pc:spChg>
        <pc:spChg chg="add mod">
          <ac:chgData name="MAKRIN Real" userId="9a9b7bc253003971" providerId="LiveId" clId="{7A809C10-28BE-4456-BBE6-1AB566FDAAC4}" dt="2024-06-08T12:24:37.015" v="5224" actId="1076"/>
          <ac:spMkLst>
            <pc:docMk/>
            <pc:sldMk cId="3200736379" sldId="283"/>
            <ac:spMk id="42" creationId="{A41B8CB2-29EF-E20E-988F-83BE8B500B3B}"/>
          </ac:spMkLst>
        </pc:spChg>
      </pc:sldChg>
      <pc:sldChg chg="addSp delSp modSp mod setBg">
        <pc:chgData name="MAKRIN Real" userId="9a9b7bc253003971" providerId="LiveId" clId="{7A809C10-28BE-4456-BBE6-1AB566FDAAC4}" dt="2024-06-08T12:31:51.840" v="5349"/>
        <pc:sldMkLst>
          <pc:docMk/>
          <pc:sldMk cId="1759126087" sldId="284"/>
        </pc:sldMkLst>
        <pc:spChg chg="add mod">
          <ac:chgData name="MAKRIN Real" userId="9a9b7bc253003971" providerId="LiveId" clId="{7A809C10-28BE-4456-BBE6-1AB566FDAAC4}" dt="2024-06-07T12:01:36.451" v="908"/>
          <ac:spMkLst>
            <pc:docMk/>
            <pc:sldMk cId="1759126087" sldId="284"/>
            <ac:spMk id="13" creationId="{1A6369E3-FE4C-9C54-213D-535A00DDA08A}"/>
          </ac:spMkLst>
        </pc:spChg>
        <pc:spChg chg="add mod">
          <ac:chgData name="MAKRIN Real" userId="9a9b7bc253003971" providerId="LiveId" clId="{7A809C10-28BE-4456-BBE6-1AB566FDAAC4}" dt="2024-05-31T18:11:43.324" v="103"/>
          <ac:spMkLst>
            <pc:docMk/>
            <pc:sldMk cId="1759126087" sldId="284"/>
            <ac:spMk id="13" creationId="{323D2411-CF5C-18DF-02EB-BA5E1B66CF95}"/>
          </ac:spMkLst>
        </pc:spChg>
        <pc:spChg chg="add mod">
          <ac:chgData name="MAKRIN Real" userId="9a9b7bc253003971" providerId="LiveId" clId="{7A809C10-28BE-4456-BBE6-1AB566FDAAC4}" dt="2024-06-08T12:31:02.763" v="5329" actId="1035"/>
          <ac:spMkLst>
            <pc:docMk/>
            <pc:sldMk cId="1759126087" sldId="284"/>
            <ac:spMk id="13" creationId="{EA45FE13-A9BF-6E46-CEFA-ECF222F40B6C}"/>
          </ac:spMkLst>
        </pc:spChg>
        <pc:spChg chg="add mod">
          <ac:chgData name="MAKRIN Real" userId="9a9b7bc253003971" providerId="LiveId" clId="{7A809C10-28BE-4456-BBE6-1AB566FDAAC4}" dt="2024-06-07T12:01:49.103" v="910"/>
          <ac:spMkLst>
            <pc:docMk/>
            <pc:sldMk cId="1759126087" sldId="284"/>
            <ac:spMk id="14" creationId="{3A05A36E-28B7-2E45-5353-0C3F1B8EDD83}"/>
          </ac:spMkLst>
        </pc:spChg>
        <pc:spChg chg="add mod">
          <ac:chgData name="MAKRIN Real" userId="9a9b7bc253003971" providerId="LiveId" clId="{7A809C10-28BE-4456-BBE6-1AB566FDAAC4}" dt="2024-05-31T18:11:43.324" v="103"/>
          <ac:spMkLst>
            <pc:docMk/>
            <pc:sldMk cId="1759126087" sldId="284"/>
            <ac:spMk id="14" creationId="{E494E4F7-1961-4079-6D80-1226084EB766}"/>
          </ac:spMkLst>
        </pc:spChg>
        <pc:spChg chg="add mod">
          <ac:chgData name="MAKRIN Real" userId="9a9b7bc253003971" providerId="LiveId" clId="{7A809C10-28BE-4456-BBE6-1AB566FDAAC4}" dt="2024-05-31T18:12:20.830" v="109"/>
          <ac:spMkLst>
            <pc:docMk/>
            <pc:sldMk cId="1759126087" sldId="284"/>
            <ac:spMk id="22" creationId="{04E15588-8242-6072-6233-E73CCB09C0B6}"/>
          </ac:spMkLst>
        </pc:spChg>
        <pc:spChg chg="add del mod">
          <ac:chgData name="MAKRIN Real" userId="9a9b7bc253003971" providerId="LiveId" clId="{7A809C10-28BE-4456-BBE6-1AB566FDAAC4}" dt="2024-06-07T12:03:15.825" v="927" actId="478"/>
          <ac:spMkLst>
            <pc:docMk/>
            <pc:sldMk cId="1759126087" sldId="284"/>
            <ac:spMk id="24" creationId="{0B81D092-F84B-94D5-7A94-7640E716727A}"/>
          </ac:spMkLst>
        </pc:spChg>
        <pc:spChg chg="add mod ord">
          <ac:chgData name="MAKRIN Real" userId="9a9b7bc253003971" providerId="LiveId" clId="{7A809C10-28BE-4456-BBE6-1AB566FDAAC4}" dt="2024-06-08T12:31:51.840" v="5349"/>
          <ac:spMkLst>
            <pc:docMk/>
            <pc:sldMk cId="1759126087" sldId="284"/>
            <ac:spMk id="24" creationId="{3B0CF2D4-4CD2-3344-5F25-6BB904F1F2A7}"/>
          </ac:spMkLst>
        </pc:spChg>
        <pc:spChg chg="add del mod">
          <ac:chgData name="MAKRIN Real" userId="9a9b7bc253003971" providerId="LiveId" clId="{7A809C10-28BE-4456-BBE6-1AB566FDAAC4}" dt="2024-06-07T12:01:48.272" v="909" actId="478"/>
          <ac:spMkLst>
            <pc:docMk/>
            <pc:sldMk cId="1759126087" sldId="284"/>
            <ac:spMk id="25" creationId="{63063864-8440-173C-0050-C3512F382804}"/>
          </ac:spMkLst>
        </pc:spChg>
        <pc:spChg chg="add mod">
          <ac:chgData name="MAKRIN Real" userId="9a9b7bc253003971" providerId="LiveId" clId="{7A809C10-28BE-4456-BBE6-1AB566FDAAC4}" dt="2024-06-08T12:30:46.246" v="5320" actId="1076"/>
          <ac:spMkLst>
            <pc:docMk/>
            <pc:sldMk cId="1759126087" sldId="284"/>
            <ac:spMk id="25" creationId="{954606B4-BCAA-03FA-4233-F4B9FA927279}"/>
          </ac:spMkLst>
        </pc:spChg>
        <pc:spChg chg="add mod">
          <ac:chgData name="MAKRIN Real" userId="9a9b7bc253003971" providerId="LiveId" clId="{7A809C10-28BE-4456-BBE6-1AB566FDAAC4}" dt="2024-05-31T18:50:04.921" v="843"/>
          <ac:spMkLst>
            <pc:docMk/>
            <pc:sldMk cId="1759126087" sldId="284"/>
            <ac:spMk id="26" creationId="{1C480F3B-A3E1-1BFF-984E-C419ED03F8DD}"/>
          </ac:spMkLst>
        </pc:spChg>
        <pc:spChg chg="add mod">
          <ac:chgData name="MAKRIN Real" userId="9a9b7bc253003971" providerId="LiveId" clId="{7A809C10-28BE-4456-BBE6-1AB566FDAAC4}" dt="2024-05-31T18:50:04.921" v="843"/>
          <ac:spMkLst>
            <pc:docMk/>
            <pc:sldMk cId="1759126087" sldId="284"/>
            <ac:spMk id="27" creationId="{B5C7FF00-6D87-88F0-B2F6-F4CC4D77405B}"/>
          </ac:spMkLst>
        </pc:spChg>
        <pc:spChg chg="del">
          <ac:chgData name="MAKRIN Real" userId="9a9b7bc253003971" providerId="LiveId" clId="{7A809C10-28BE-4456-BBE6-1AB566FDAAC4}" dt="2024-05-30T17:27:20.214" v="95" actId="478"/>
          <ac:spMkLst>
            <pc:docMk/>
            <pc:sldMk cId="1759126087" sldId="284"/>
            <ac:spMk id="27" creationId="{C8EC8D22-48E9-44AD-404E-BD3016E3DE67}"/>
          </ac:spMkLst>
        </pc:spChg>
        <pc:spChg chg="mod">
          <ac:chgData name="MAKRIN Real" userId="9a9b7bc253003971" providerId="LiveId" clId="{7A809C10-28BE-4456-BBE6-1AB566FDAAC4}" dt="2024-05-31T18:40:41.905" v="691" actId="207"/>
          <ac:spMkLst>
            <pc:docMk/>
            <pc:sldMk cId="1759126087" sldId="284"/>
            <ac:spMk id="28" creationId="{B07F7C24-3CED-61CB-AC1A-5EC802402620}"/>
          </ac:spMkLst>
        </pc:spChg>
        <pc:spChg chg="add mod">
          <ac:chgData name="MAKRIN Real" userId="9a9b7bc253003971" providerId="LiveId" clId="{7A809C10-28BE-4456-BBE6-1AB566FDAAC4}" dt="2024-05-31T18:50:04.921" v="843"/>
          <ac:spMkLst>
            <pc:docMk/>
            <pc:sldMk cId="1759126087" sldId="284"/>
            <ac:spMk id="29" creationId="{198681C7-6F1A-3435-48BF-221833C57EF3}"/>
          </ac:spMkLst>
        </pc:spChg>
        <pc:spChg chg="add mod">
          <ac:chgData name="MAKRIN Real" userId="9a9b7bc253003971" providerId="LiveId" clId="{7A809C10-28BE-4456-BBE6-1AB566FDAAC4}" dt="2024-05-31T18:51:13.978" v="881"/>
          <ac:spMkLst>
            <pc:docMk/>
            <pc:sldMk cId="1759126087" sldId="284"/>
            <ac:spMk id="31" creationId="{293DCC3B-2D02-BB06-11A6-79F771D82FA1}"/>
          </ac:spMkLst>
        </pc:spChg>
        <pc:spChg chg="add mod">
          <ac:chgData name="MAKRIN Real" userId="9a9b7bc253003971" providerId="LiveId" clId="{7A809C10-28BE-4456-BBE6-1AB566FDAAC4}" dt="2024-06-07T12:03:31.888" v="934"/>
          <ac:spMkLst>
            <pc:docMk/>
            <pc:sldMk cId="1759126087" sldId="284"/>
            <ac:spMk id="32" creationId="{038F335C-C04E-798E-BC81-7DDEBCC5CB1D}"/>
          </ac:spMkLst>
        </pc:spChg>
        <pc:spChg chg="del">
          <ac:chgData name="MAKRIN Real" userId="9a9b7bc253003971" providerId="LiveId" clId="{7A809C10-28BE-4456-BBE6-1AB566FDAAC4}" dt="2024-06-08T12:23:42.949" v="5207" actId="478"/>
          <ac:spMkLst>
            <pc:docMk/>
            <pc:sldMk cId="1759126087" sldId="284"/>
            <ac:spMk id="33" creationId="{703FC4E7-186C-32F0-2493-796605E85818}"/>
          </ac:spMkLst>
        </pc:spChg>
        <pc:spChg chg="add mod">
          <ac:chgData name="MAKRIN Real" userId="9a9b7bc253003971" providerId="LiveId" clId="{7A809C10-28BE-4456-BBE6-1AB566FDAAC4}" dt="2024-06-08T12:31:35.998" v="5348" actId="20577"/>
          <ac:spMkLst>
            <pc:docMk/>
            <pc:sldMk cId="1759126087" sldId="284"/>
            <ac:spMk id="34" creationId="{F168C470-8906-5FF8-624D-D6B781EDBC58}"/>
          </ac:spMkLst>
        </pc:spChg>
      </pc:sldChg>
      <pc:sldChg chg="addSp delSp modSp mod modTransition setBg">
        <pc:chgData name="MAKRIN Real" userId="9a9b7bc253003971" providerId="LiveId" clId="{7A809C10-28BE-4456-BBE6-1AB566FDAAC4}" dt="2024-06-08T12:26:47.741" v="5254" actId="478"/>
        <pc:sldMkLst>
          <pc:docMk/>
          <pc:sldMk cId="3823669388" sldId="285"/>
        </pc:sldMkLst>
        <pc:spChg chg="del">
          <ac:chgData name="MAKRIN Real" userId="9a9b7bc253003971" providerId="LiveId" clId="{7A809C10-28BE-4456-BBE6-1AB566FDAAC4}" dt="2024-06-08T12:26:46.409" v="5252" actId="478"/>
          <ac:spMkLst>
            <pc:docMk/>
            <pc:sldMk cId="3823669388" sldId="285"/>
            <ac:spMk id="16" creationId="{5D278507-6631-00BA-7862-1F6049BF7017}"/>
          </ac:spMkLst>
        </pc:spChg>
        <pc:spChg chg="mod">
          <ac:chgData name="MAKRIN Real" userId="9a9b7bc253003971" providerId="LiveId" clId="{7A809C10-28BE-4456-BBE6-1AB566FDAAC4}" dt="2024-05-31T18:40:09.565" v="686" actId="207"/>
          <ac:spMkLst>
            <pc:docMk/>
            <pc:sldMk cId="3823669388" sldId="285"/>
            <ac:spMk id="17" creationId="{28AD9C67-6722-C0DF-7EB6-9C1CFD0EC305}"/>
          </ac:spMkLst>
        </pc:spChg>
        <pc:spChg chg="add mod ord">
          <ac:chgData name="MAKRIN Real" userId="9a9b7bc253003971" providerId="LiveId" clId="{7A809C10-28BE-4456-BBE6-1AB566FDAAC4}" dt="2024-06-07T12:02:33.356" v="918" actId="167"/>
          <ac:spMkLst>
            <pc:docMk/>
            <pc:sldMk cId="3823669388" sldId="285"/>
            <ac:spMk id="27" creationId="{0F4BE7FB-3934-6B3B-AF64-C6BE71F7DC02}"/>
          </ac:spMkLst>
        </pc:spChg>
        <pc:spChg chg="add mod">
          <ac:chgData name="MAKRIN Real" userId="9a9b7bc253003971" providerId="LiveId" clId="{7A809C10-28BE-4456-BBE6-1AB566FDAAC4}" dt="2024-05-31T18:11:46.493" v="106"/>
          <ac:spMkLst>
            <pc:docMk/>
            <pc:sldMk cId="3823669388" sldId="285"/>
            <ac:spMk id="27" creationId="{2A677C76-3842-E412-A4A0-71B9A83C6476}"/>
          </ac:spMkLst>
        </pc:spChg>
        <pc:spChg chg="del">
          <ac:chgData name="MAKRIN Real" userId="9a9b7bc253003971" providerId="LiveId" clId="{7A809C10-28BE-4456-BBE6-1AB566FDAAC4}" dt="2024-05-30T17:27:28.838" v="98" actId="478"/>
          <ac:spMkLst>
            <pc:docMk/>
            <pc:sldMk cId="3823669388" sldId="285"/>
            <ac:spMk id="27" creationId="{C8EC8D22-48E9-44AD-404E-BD3016E3DE67}"/>
          </ac:spMkLst>
        </pc:spChg>
        <pc:spChg chg="mod">
          <ac:chgData name="MAKRIN Real" userId="9a9b7bc253003971" providerId="LiveId" clId="{7A809C10-28BE-4456-BBE6-1AB566FDAAC4}" dt="2024-05-31T18:40:04.745" v="685" actId="207"/>
          <ac:spMkLst>
            <pc:docMk/>
            <pc:sldMk cId="3823669388" sldId="285"/>
            <ac:spMk id="28" creationId="{B07F7C24-3CED-61CB-AC1A-5EC802402620}"/>
          </ac:spMkLst>
        </pc:spChg>
        <pc:spChg chg="add del mod">
          <ac:chgData name="MAKRIN Real" userId="9a9b7bc253003971" providerId="LiveId" clId="{7A809C10-28BE-4456-BBE6-1AB566FDAAC4}" dt="2024-06-08T12:26:47.243" v="5253" actId="478"/>
          <ac:spMkLst>
            <pc:docMk/>
            <pc:sldMk cId="3823669388" sldId="285"/>
            <ac:spMk id="31" creationId="{24C63FCD-4D20-E895-4A08-4E06EAA7671F}"/>
          </ac:spMkLst>
        </pc:spChg>
        <pc:spChg chg="add mod">
          <ac:chgData name="MAKRIN Real" userId="9a9b7bc253003971" providerId="LiveId" clId="{7A809C10-28BE-4456-BBE6-1AB566FDAAC4}" dt="2024-05-31T18:11:46.493" v="106"/>
          <ac:spMkLst>
            <pc:docMk/>
            <pc:sldMk cId="3823669388" sldId="285"/>
            <ac:spMk id="31" creationId="{C5E78070-E860-5053-791B-ED6E5DADCB74}"/>
          </ac:spMkLst>
        </pc:spChg>
        <pc:spChg chg="add mod">
          <ac:chgData name="MAKRIN Real" userId="9a9b7bc253003971" providerId="LiveId" clId="{7A809C10-28BE-4456-BBE6-1AB566FDAAC4}" dt="2024-05-31T18:12:25.155" v="112"/>
          <ac:spMkLst>
            <pc:docMk/>
            <pc:sldMk cId="3823669388" sldId="285"/>
            <ac:spMk id="32" creationId="{3C212A3C-46C5-2B4F-CA05-CF7B95EA835F}"/>
          </ac:spMkLst>
        </pc:spChg>
        <pc:spChg chg="del">
          <ac:chgData name="MAKRIN Real" userId="9a9b7bc253003971" providerId="LiveId" clId="{7A809C10-28BE-4456-BBE6-1AB566FDAAC4}" dt="2024-06-08T12:26:41.028" v="5249" actId="478"/>
          <ac:spMkLst>
            <pc:docMk/>
            <pc:sldMk cId="3823669388" sldId="285"/>
            <ac:spMk id="33" creationId="{703FC4E7-186C-32F0-2493-796605E85818}"/>
          </ac:spMkLst>
        </pc:spChg>
        <pc:spChg chg="add del mod">
          <ac:chgData name="MAKRIN Real" userId="9a9b7bc253003971" providerId="LiveId" clId="{7A809C10-28BE-4456-BBE6-1AB566FDAAC4}" dt="2024-06-07T12:03:24.149" v="930" actId="478"/>
          <ac:spMkLst>
            <pc:docMk/>
            <pc:sldMk cId="3823669388" sldId="285"/>
            <ac:spMk id="34" creationId="{858ACC3B-2233-4CF1-1AE2-979A92F13CDD}"/>
          </ac:spMkLst>
        </pc:spChg>
        <pc:spChg chg="add del mod">
          <ac:chgData name="MAKRIN Real" userId="9a9b7bc253003971" providerId="LiveId" clId="{7A809C10-28BE-4456-BBE6-1AB566FDAAC4}" dt="2024-06-08T12:26:45.703" v="5251" actId="478"/>
          <ac:spMkLst>
            <pc:docMk/>
            <pc:sldMk cId="3823669388" sldId="285"/>
            <ac:spMk id="34" creationId="{A80A1B78-6E9B-B7A8-617D-43C713DA83DE}"/>
          </ac:spMkLst>
        </pc:spChg>
        <pc:spChg chg="add del mod">
          <ac:chgData name="MAKRIN Real" userId="9a9b7bc253003971" providerId="LiveId" clId="{7A809C10-28BE-4456-BBE6-1AB566FDAAC4}" dt="2024-06-07T12:02:24.178" v="916" actId="478"/>
          <ac:spMkLst>
            <pc:docMk/>
            <pc:sldMk cId="3823669388" sldId="285"/>
            <ac:spMk id="35" creationId="{6E445EDF-1051-B348-3298-D09A9C6543E8}"/>
          </ac:spMkLst>
        </pc:spChg>
        <pc:spChg chg="add mod">
          <ac:chgData name="MAKRIN Real" userId="9a9b7bc253003971" providerId="LiveId" clId="{7A809C10-28BE-4456-BBE6-1AB566FDAAC4}" dt="2024-05-31T18:50:10.874" v="846"/>
          <ac:spMkLst>
            <pc:docMk/>
            <pc:sldMk cId="3823669388" sldId="285"/>
            <ac:spMk id="36" creationId="{65EEF8B8-114E-105C-5690-0FC5F21BB2CA}"/>
          </ac:spMkLst>
        </pc:spChg>
        <pc:spChg chg="add del mod">
          <ac:chgData name="MAKRIN Real" userId="9a9b7bc253003971" providerId="LiveId" clId="{7A809C10-28BE-4456-BBE6-1AB566FDAAC4}" dt="2024-06-08T12:26:47.741" v="5254" actId="478"/>
          <ac:spMkLst>
            <pc:docMk/>
            <pc:sldMk cId="3823669388" sldId="285"/>
            <ac:spMk id="37" creationId="{AB81EC2F-4653-56EC-BD3D-BF9B950472BC}"/>
          </ac:spMkLst>
        </pc:spChg>
        <pc:spChg chg="add mod">
          <ac:chgData name="MAKRIN Real" userId="9a9b7bc253003971" providerId="LiveId" clId="{7A809C10-28BE-4456-BBE6-1AB566FDAAC4}" dt="2024-05-31T18:50:10.874" v="846"/>
          <ac:spMkLst>
            <pc:docMk/>
            <pc:sldMk cId="3823669388" sldId="285"/>
            <ac:spMk id="38" creationId="{9E1E8D46-8B8A-5C82-4936-9464FCDA4FB5}"/>
          </ac:spMkLst>
        </pc:spChg>
        <pc:spChg chg="add mod">
          <ac:chgData name="MAKRIN Real" userId="9a9b7bc253003971" providerId="LiveId" clId="{7A809C10-28BE-4456-BBE6-1AB566FDAAC4}" dt="2024-05-31T18:51:24.301" v="884"/>
          <ac:spMkLst>
            <pc:docMk/>
            <pc:sldMk cId="3823669388" sldId="285"/>
            <ac:spMk id="39" creationId="{63294E86-4915-3FC3-C899-6FAAF44E3C6C}"/>
          </ac:spMkLst>
        </pc:spChg>
      </pc:sldChg>
      <pc:sldChg chg="addSp delSp modSp mod setBg">
        <pc:chgData name="MAKRIN Real" userId="9a9b7bc253003971" providerId="LiveId" clId="{7A809C10-28BE-4456-BBE6-1AB566FDAAC4}" dt="2024-06-08T12:32:05.226" v="5350"/>
        <pc:sldMkLst>
          <pc:docMk/>
          <pc:sldMk cId="2714216458" sldId="286"/>
        </pc:sldMkLst>
        <pc:spChg chg="del">
          <ac:chgData name="MAKRIN Real" userId="9a9b7bc253003971" providerId="LiveId" clId="{7A809C10-28BE-4456-BBE6-1AB566FDAAC4}" dt="2024-05-31T18:30:51.276" v="574" actId="478"/>
          <ac:spMkLst>
            <pc:docMk/>
            <pc:sldMk cId="2714216458" sldId="286"/>
            <ac:spMk id="13" creationId="{4EF8F559-4ADF-2068-6EAD-62FFCA94C752}"/>
          </ac:spMkLst>
        </pc:spChg>
        <pc:spChg chg="add mod">
          <ac:chgData name="MAKRIN Real" userId="9a9b7bc253003971" providerId="LiveId" clId="{7A809C10-28BE-4456-BBE6-1AB566FDAAC4}" dt="2024-06-07T12:01:31.789" v="907"/>
          <ac:spMkLst>
            <pc:docMk/>
            <pc:sldMk cId="2714216458" sldId="286"/>
            <ac:spMk id="13" creationId="{8D53756E-9418-CDCF-CF7F-341D24A85431}"/>
          </ac:spMkLst>
        </pc:spChg>
        <pc:spChg chg="add mod">
          <ac:chgData name="MAKRIN Real" userId="9a9b7bc253003971" providerId="LiveId" clId="{7A809C10-28BE-4456-BBE6-1AB566FDAAC4}" dt="2024-06-08T12:23:39.010" v="5206"/>
          <ac:spMkLst>
            <pc:docMk/>
            <pc:sldMk cId="2714216458" sldId="286"/>
            <ac:spMk id="13" creationId="{8F7BA503-6686-CA89-A27D-249286E9AFB4}"/>
          </ac:spMkLst>
        </pc:spChg>
        <pc:spChg chg="mod">
          <ac:chgData name="MAKRIN Real" userId="9a9b7bc253003971" providerId="LiveId" clId="{7A809C10-28BE-4456-BBE6-1AB566FDAAC4}" dt="2024-05-31T18:40:59.595" v="695" actId="207"/>
          <ac:spMkLst>
            <pc:docMk/>
            <pc:sldMk cId="2714216458" sldId="286"/>
            <ac:spMk id="17" creationId="{28AD9C67-6722-C0DF-7EB6-9C1CFD0EC305}"/>
          </ac:spMkLst>
        </pc:spChg>
        <pc:spChg chg="add mod">
          <ac:chgData name="MAKRIN Real" userId="9a9b7bc253003971" providerId="LiveId" clId="{7A809C10-28BE-4456-BBE6-1AB566FDAAC4}" dt="2024-05-31T18:11:41.684" v="102"/>
          <ac:spMkLst>
            <pc:docMk/>
            <pc:sldMk cId="2714216458" sldId="286"/>
            <ac:spMk id="25" creationId="{247EB31F-A32F-6772-B163-AF644A39C4FD}"/>
          </ac:spMkLst>
        </pc:spChg>
        <pc:spChg chg="add mod">
          <ac:chgData name="MAKRIN Real" userId="9a9b7bc253003971" providerId="LiveId" clId="{7A809C10-28BE-4456-BBE6-1AB566FDAAC4}" dt="2024-06-07T12:02:12.190" v="913"/>
          <ac:spMkLst>
            <pc:docMk/>
            <pc:sldMk cId="2714216458" sldId="286"/>
            <ac:spMk id="25" creationId="{7B0D12C7-97A6-77B1-82E2-BC16C33CF5F4}"/>
          </ac:spMkLst>
        </pc:spChg>
        <pc:spChg chg="add mod">
          <ac:chgData name="MAKRIN Real" userId="9a9b7bc253003971" providerId="LiveId" clId="{7A809C10-28BE-4456-BBE6-1AB566FDAAC4}" dt="2024-05-31T18:11:41.684" v="102"/>
          <ac:spMkLst>
            <pc:docMk/>
            <pc:sldMk cId="2714216458" sldId="286"/>
            <ac:spMk id="26" creationId="{2BE6779A-366C-653E-4ED8-A8C5FC3FFA75}"/>
          </ac:spMkLst>
        </pc:spChg>
        <pc:spChg chg="add mod">
          <ac:chgData name="MAKRIN Real" userId="9a9b7bc253003971" providerId="LiveId" clId="{7A809C10-28BE-4456-BBE6-1AB566FDAAC4}" dt="2024-06-07T12:03:35.496" v="935"/>
          <ac:spMkLst>
            <pc:docMk/>
            <pc:sldMk cId="2714216458" sldId="286"/>
            <ac:spMk id="26" creationId="{854F5099-9C04-196E-04BE-9C1A684B2D59}"/>
          </ac:spMkLst>
        </pc:spChg>
        <pc:spChg chg="del">
          <ac:chgData name="MAKRIN Real" userId="9a9b7bc253003971" providerId="LiveId" clId="{7A809C10-28BE-4456-BBE6-1AB566FDAAC4}" dt="2024-05-30T17:27:15.250" v="94" actId="478"/>
          <ac:spMkLst>
            <pc:docMk/>
            <pc:sldMk cId="2714216458" sldId="286"/>
            <ac:spMk id="27" creationId="{C8EC8D22-48E9-44AD-404E-BD3016E3DE67}"/>
          </ac:spMkLst>
        </pc:spChg>
        <pc:spChg chg="add mod">
          <ac:chgData name="MAKRIN Real" userId="9a9b7bc253003971" providerId="LiveId" clId="{7A809C10-28BE-4456-BBE6-1AB566FDAAC4}" dt="2024-05-31T18:12:19.978" v="108"/>
          <ac:spMkLst>
            <pc:docMk/>
            <pc:sldMk cId="2714216458" sldId="286"/>
            <ac:spMk id="27" creationId="{F7FFF837-A2F8-B693-2509-96A5D4A60C14}"/>
          </ac:spMkLst>
        </pc:spChg>
        <pc:spChg chg="mod">
          <ac:chgData name="MAKRIN Real" userId="9a9b7bc253003971" providerId="LiveId" clId="{7A809C10-28BE-4456-BBE6-1AB566FDAAC4}" dt="2024-05-31T18:40:56.255" v="694" actId="207"/>
          <ac:spMkLst>
            <pc:docMk/>
            <pc:sldMk cId="2714216458" sldId="286"/>
            <ac:spMk id="28" creationId="{B07F7C24-3CED-61CB-AC1A-5EC802402620}"/>
          </ac:spMkLst>
        </pc:spChg>
        <pc:spChg chg="add mod">
          <ac:chgData name="MAKRIN Real" userId="9a9b7bc253003971" providerId="LiveId" clId="{7A809C10-28BE-4456-BBE6-1AB566FDAAC4}" dt="2024-06-08T12:32:05.226" v="5350"/>
          <ac:spMkLst>
            <pc:docMk/>
            <pc:sldMk cId="2714216458" sldId="286"/>
            <ac:spMk id="29" creationId="{12BBC249-82A8-6825-6DDA-244891186C66}"/>
          </ac:spMkLst>
        </pc:spChg>
        <pc:spChg chg="add del mod">
          <ac:chgData name="MAKRIN Real" userId="9a9b7bc253003971" providerId="LiveId" clId="{7A809C10-28BE-4456-BBE6-1AB566FDAAC4}" dt="2024-06-07T12:03:13.565" v="926" actId="478"/>
          <ac:spMkLst>
            <pc:docMk/>
            <pc:sldMk cId="2714216458" sldId="286"/>
            <ac:spMk id="29" creationId="{CA4C7D66-D339-E4AC-B271-80F8410DD932}"/>
          </ac:spMkLst>
        </pc:spChg>
        <pc:spChg chg="add del mod">
          <ac:chgData name="MAKRIN Real" userId="9a9b7bc253003971" providerId="LiveId" clId="{7A809C10-28BE-4456-BBE6-1AB566FDAAC4}" dt="2024-06-07T12:01:31.430" v="906" actId="478"/>
          <ac:spMkLst>
            <pc:docMk/>
            <pc:sldMk cId="2714216458" sldId="286"/>
            <ac:spMk id="30" creationId="{9C3F1686-AA2A-0ACE-789F-608281EF76C4}"/>
          </ac:spMkLst>
        </pc:spChg>
        <pc:spChg chg="add mod">
          <ac:chgData name="MAKRIN Real" userId="9a9b7bc253003971" providerId="LiveId" clId="{7A809C10-28BE-4456-BBE6-1AB566FDAAC4}" dt="2024-06-08T12:32:05.226" v="5350"/>
          <ac:spMkLst>
            <pc:docMk/>
            <pc:sldMk cId="2714216458" sldId="286"/>
            <ac:spMk id="30" creationId="{B1123F56-79BD-F3FC-2CDC-57BBD10F002F}"/>
          </ac:spMkLst>
        </pc:spChg>
        <pc:spChg chg="del">
          <ac:chgData name="MAKRIN Real" userId="9a9b7bc253003971" providerId="LiveId" clId="{7A809C10-28BE-4456-BBE6-1AB566FDAAC4}" dt="2024-06-08T12:23:38.695" v="5205" actId="478"/>
          <ac:spMkLst>
            <pc:docMk/>
            <pc:sldMk cId="2714216458" sldId="286"/>
            <ac:spMk id="33" creationId="{703FC4E7-186C-32F0-2493-796605E85818}"/>
          </ac:spMkLst>
        </pc:spChg>
        <pc:spChg chg="add mod">
          <ac:chgData name="MAKRIN Real" userId="9a9b7bc253003971" providerId="LiveId" clId="{7A809C10-28BE-4456-BBE6-1AB566FDAAC4}" dt="2024-05-31T18:47:13.607" v="788" actId="1036"/>
          <ac:spMkLst>
            <pc:docMk/>
            <pc:sldMk cId="2714216458" sldId="286"/>
            <ac:spMk id="36" creationId="{D4E8B06D-5FA1-5E84-1472-2E09E363E763}"/>
          </ac:spMkLst>
        </pc:spChg>
        <pc:spChg chg="add mod">
          <ac:chgData name="MAKRIN Real" userId="9a9b7bc253003971" providerId="LiveId" clId="{7A809C10-28BE-4456-BBE6-1AB566FDAAC4}" dt="2024-05-31T18:50:02.183" v="842"/>
          <ac:spMkLst>
            <pc:docMk/>
            <pc:sldMk cId="2714216458" sldId="286"/>
            <ac:spMk id="37" creationId="{61F1DB4E-5DEF-2960-182D-7156FAA867D4}"/>
          </ac:spMkLst>
        </pc:spChg>
        <pc:spChg chg="add mod">
          <ac:chgData name="MAKRIN Real" userId="9a9b7bc253003971" providerId="LiveId" clId="{7A809C10-28BE-4456-BBE6-1AB566FDAAC4}" dt="2024-05-31T18:50:02.183" v="842"/>
          <ac:spMkLst>
            <pc:docMk/>
            <pc:sldMk cId="2714216458" sldId="286"/>
            <ac:spMk id="38" creationId="{7415B996-68B4-20C9-DB74-0CA7FDB15728}"/>
          </ac:spMkLst>
        </pc:spChg>
        <pc:spChg chg="add mod">
          <ac:chgData name="MAKRIN Real" userId="9a9b7bc253003971" providerId="LiveId" clId="{7A809C10-28BE-4456-BBE6-1AB566FDAAC4}" dt="2024-05-31T18:50:02.183" v="842"/>
          <ac:spMkLst>
            <pc:docMk/>
            <pc:sldMk cId="2714216458" sldId="286"/>
            <ac:spMk id="39" creationId="{D9A26842-FDC3-C65D-1F57-3B8665CF43B9}"/>
          </ac:spMkLst>
        </pc:spChg>
        <pc:spChg chg="add mod">
          <ac:chgData name="MAKRIN Real" userId="9a9b7bc253003971" providerId="LiveId" clId="{7A809C10-28BE-4456-BBE6-1AB566FDAAC4}" dt="2024-06-08T12:32:05.226" v="5350"/>
          <ac:spMkLst>
            <pc:docMk/>
            <pc:sldMk cId="2714216458" sldId="286"/>
            <ac:spMk id="40" creationId="{BE04F790-DA0A-A847-AA9B-E8FB497D4196}"/>
          </ac:spMkLst>
        </pc:spChg>
      </pc:sldChg>
      <pc:sldChg chg="addSp delSp modSp add mod setBg">
        <pc:chgData name="MAKRIN Real" userId="9a9b7bc253003971" providerId="LiveId" clId="{7A809C10-28BE-4456-BBE6-1AB566FDAAC4}" dt="2024-06-08T12:32:16.702" v="5354"/>
        <pc:sldMkLst>
          <pc:docMk/>
          <pc:sldMk cId="3537272501" sldId="287"/>
        </pc:sldMkLst>
        <pc:spChg chg="mod">
          <ac:chgData name="MAKRIN Real" userId="9a9b7bc253003971" providerId="LiveId" clId="{7A809C10-28BE-4456-BBE6-1AB566FDAAC4}" dt="2024-05-31T18:30:36.643" v="571" actId="20577"/>
          <ac:spMkLst>
            <pc:docMk/>
            <pc:sldMk cId="3537272501" sldId="287"/>
            <ac:spMk id="2" creationId="{45A34FF2-BC12-4912-BBE1-4F990F31FA7A}"/>
          </ac:spMkLst>
        </pc:spChg>
        <pc:spChg chg="add mod">
          <ac:chgData name="MAKRIN Real" userId="9a9b7bc253003971" providerId="LiveId" clId="{7A809C10-28BE-4456-BBE6-1AB566FDAAC4}" dt="2024-06-08T12:23:24.133" v="5198"/>
          <ac:spMkLst>
            <pc:docMk/>
            <pc:sldMk cId="3537272501" sldId="287"/>
            <ac:spMk id="6" creationId="{13A69863-7B5A-D0F7-2BEE-F8AD33FFC7EF}"/>
          </ac:spMkLst>
        </pc:spChg>
        <pc:spChg chg="del mod">
          <ac:chgData name="MAKRIN Real" userId="9a9b7bc253003971" providerId="LiveId" clId="{7A809C10-28BE-4456-BBE6-1AB566FDAAC4}" dt="2024-06-07T12:03:04.211" v="923" actId="478"/>
          <ac:spMkLst>
            <pc:docMk/>
            <pc:sldMk cId="3537272501" sldId="287"/>
            <ac:spMk id="6" creationId="{1882849C-6540-B106-36DC-0BA56FA42188}"/>
          </ac:spMkLst>
        </pc:spChg>
        <pc:spChg chg="del">
          <ac:chgData name="MAKRIN Real" userId="9a9b7bc253003971" providerId="LiveId" clId="{7A809C10-28BE-4456-BBE6-1AB566FDAAC4}" dt="2024-05-31T18:30:43.610" v="572" actId="478"/>
          <ac:spMkLst>
            <pc:docMk/>
            <pc:sldMk cId="3537272501" sldId="287"/>
            <ac:spMk id="13" creationId="{4EF8F559-4ADF-2068-6EAD-62FFCA94C752}"/>
          </ac:spMkLst>
        </pc:spChg>
        <pc:spChg chg="add mod">
          <ac:chgData name="MAKRIN Real" userId="9a9b7bc253003971" providerId="LiveId" clId="{7A809C10-28BE-4456-BBE6-1AB566FDAAC4}" dt="2024-06-07T12:01:22.274" v="903"/>
          <ac:spMkLst>
            <pc:docMk/>
            <pc:sldMk cId="3537272501" sldId="287"/>
            <ac:spMk id="13" creationId="{BB79F43E-5215-0E11-A7CF-A6B7F6DE3807}"/>
          </ac:spMkLst>
        </pc:spChg>
        <pc:spChg chg="mod">
          <ac:chgData name="MAKRIN Real" userId="9a9b7bc253003971" providerId="LiveId" clId="{7A809C10-28BE-4456-BBE6-1AB566FDAAC4}" dt="2024-05-31T18:41:44.733" v="705" actId="207"/>
          <ac:spMkLst>
            <pc:docMk/>
            <pc:sldMk cId="3537272501" sldId="287"/>
            <ac:spMk id="17" creationId="{28AD9C67-6722-C0DF-7EB6-9C1CFD0EC305}"/>
          </ac:spMkLst>
        </pc:spChg>
        <pc:spChg chg="add mod">
          <ac:chgData name="MAKRIN Real" userId="9a9b7bc253003971" providerId="LiveId" clId="{7A809C10-28BE-4456-BBE6-1AB566FDAAC4}" dt="2024-06-08T12:32:16.702" v="5354"/>
          <ac:spMkLst>
            <pc:docMk/>
            <pc:sldMk cId="3537272501" sldId="287"/>
            <ac:spMk id="22" creationId="{593418C1-3295-EC02-3390-B0D17C6DBBC0}"/>
          </ac:spMkLst>
        </pc:spChg>
        <pc:spChg chg="del mod">
          <ac:chgData name="MAKRIN Real" userId="9a9b7bc253003971" providerId="LiveId" clId="{7A809C10-28BE-4456-BBE6-1AB566FDAAC4}" dt="2024-06-07T12:01:21.366" v="902" actId="478"/>
          <ac:spMkLst>
            <pc:docMk/>
            <pc:sldMk cId="3537272501" sldId="287"/>
            <ac:spMk id="22" creationId="{AB602514-CC51-C75C-ADB2-48952EE8831A}"/>
          </ac:spMkLst>
        </pc:spChg>
        <pc:spChg chg="mod">
          <ac:chgData name="MAKRIN Real" userId="9a9b7bc253003971" providerId="LiveId" clId="{7A809C10-28BE-4456-BBE6-1AB566FDAAC4}" dt="2024-05-31T18:41:29.822" v="702" actId="207"/>
          <ac:spMkLst>
            <pc:docMk/>
            <pc:sldMk cId="3537272501" sldId="287"/>
            <ac:spMk id="25" creationId="{E6F0AE23-E2E1-44CE-A9EE-62EB8202EF7D}"/>
          </ac:spMkLst>
        </pc:spChg>
        <pc:spChg chg="add mod">
          <ac:chgData name="MAKRIN Real" userId="9a9b7bc253003971" providerId="LiveId" clId="{7A809C10-28BE-4456-BBE6-1AB566FDAAC4}" dt="2024-06-07T13:00:20.515" v="2738" actId="1076"/>
          <ac:spMkLst>
            <pc:docMk/>
            <pc:sldMk cId="3537272501" sldId="287"/>
            <ac:spMk id="26" creationId="{AF798FAB-9032-B779-EB4E-E99032633C8B}"/>
          </ac:spMkLst>
        </pc:spChg>
        <pc:spChg chg="add mod">
          <ac:chgData name="MAKRIN Real" userId="9a9b7bc253003971" providerId="LiveId" clId="{7A809C10-28BE-4456-BBE6-1AB566FDAAC4}" dt="2024-06-07T12:51:40.734" v="2680" actId="1076"/>
          <ac:spMkLst>
            <pc:docMk/>
            <pc:sldMk cId="3537272501" sldId="287"/>
            <ac:spMk id="27" creationId="{56CDC1B2-339D-F7AA-B5AA-D26E793ADCF9}"/>
          </ac:spMkLst>
        </pc:spChg>
        <pc:spChg chg="mod">
          <ac:chgData name="MAKRIN Real" userId="9a9b7bc253003971" providerId="LiveId" clId="{7A809C10-28BE-4456-BBE6-1AB566FDAAC4}" dt="2024-05-31T18:41:41.315" v="704" actId="207"/>
          <ac:spMkLst>
            <pc:docMk/>
            <pc:sldMk cId="3537272501" sldId="287"/>
            <ac:spMk id="28" creationId="{B07F7C24-3CED-61CB-AC1A-5EC802402620}"/>
          </ac:spMkLst>
        </pc:spChg>
        <pc:spChg chg="add mod">
          <ac:chgData name="MAKRIN Real" userId="9a9b7bc253003971" providerId="LiveId" clId="{7A809C10-28BE-4456-BBE6-1AB566FDAAC4}" dt="2024-06-07T12:51:31.747" v="2677" actId="1076"/>
          <ac:spMkLst>
            <pc:docMk/>
            <pc:sldMk cId="3537272501" sldId="287"/>
            <ac:spMk id="29" creationId="{46594055-D65B-FC23-BE4C-AF429A9D6CA0}"/>
          </ac:spMkLst>
        </pc:spChg>
        <pc:spChg chg="add del mod">
          <ac:chgData name="MAKRIN Real" userId="9a9b7bc253003971" providerId="LiveId" clId="{7A809C10-28BE-4456-BBE6-1AB566FDAAC4}" dt="2024-05-31T18:18:40.104" v="275" actId="478"/>
          <ac:spMkLst>
            <pc:docMk/>
            <pc:sldMk cId="3537272501" sldId="287"/>
            <ac:spMk id="30" creationId="{81513552-FF81-9C5D-85D1-377962DFBBBA}"/>
          </ac:spMkLst>
        </pc:spChg>
        <pc:spChg chg="add mod">
          <ac:chgData name="MAKRIN Real" userId="9a9b7bc253003971" providerId="LiveId" clId="{7A809C10-28BE-4456-BBE6-1AB566FDAAC4}" dt="2024-06-07T12:03:05.644" v="924"/>
          <ac:spMkLst>
            <pc:docMk/>
            <pc:sldMk cId="3537272501" sldId="287"/>
            <ac:spMk id="30" creationId="{A986EF00-CE43-54F6-6B1B-E200C8156458}"/>
          </ac:spMkLst>
        </pc:spChg>
        <pc:spChg chg="add mod modCrop">
          <ac:chgData name="MAKRIN Real" userId="9a9b7bc253003971" providerId="LiveId" clId="{7A809C10-28BE-4456-BBE6-1AB566FDAAC4}" dt="2024-05-31T18:21:48.588" v="323" actId="20577"/>
          <ac:spMkLst>
            <pc:docMk/>
            <pc:sldMk cId="3537272501" sldId="287"/>
            <ac:spMk id="31" creationId="{CBFBFA6F-CE5A-2A04-9539-8775408EDA77}"/>
          </ac:spMkLst>
        </pc:spChg>
        <pc:spChg chg="add del mod modCrop">
          <ac:chgData name="MAKRIN Real" userId="9a9b7bc253003971" providerId="LiveId" clId="{7A809C10-28BE-4456-BBE6-1AB566FDAAC4}" dt="2024-05-31T18:43:45.101" v="737" actId="20577"/>
          <ac:spMkLst>
            <pc:docMk/>
            <pc:sldMk cId="3537272501" sldId="287"/>
            <ac:spMk id="32" creationId="{2E094E91-5A64-B566-85E8-E94791767152}"/>
          </ac:spMkLst>
        </pc:spChg>
        <pc:spChg chg="del">
          <ac:chgData name="MAKRIN Real" userId="9a9b7bc253003971" providerId="LiveId" clId="{7A809C10-28BE-4456-BBE6-1AB566FDAAC4}" dt="2024-06-08T12:23:23.004" v="5197" actId="478"/>
          <ac:spMkLst>
            <pc:docMk/>
            <pc:sldMk cId="3537272501" sldId="287"/>
            <ac:spMk id="33" creationId="{703FC4E7-186C-32F0-2493-796605E85818}"/>
          </ac:spMkLst>
        </pc:spChg>
        <pc:spChg chg="add mod modCrop">
          <ac:chgData name="MAKRIN Real" userId="9a9b7bc253003971" providerId="LiveId" clId="{7A809C10-28BE-4456-BBE6-1AB566FDAAC4}" dt="2024-06-08T11:39:01.458" v="4470"/>
          <ac:spMkLst>
            <pc:docMk/>
            <pc:sldMk cId="3537272501" sldId="287"/>
            <ac:spMk id="34" creationId="{10422E70-8299-1065-ECC3-BEB6AFD0DF17}"/>
          </ac:spMkLst>
        </pc:spChg>
        <pc:spChg chg="add del mod ord">
          <ac:chgData name="MAKRIN Real" userId="9a9b7bc253003971" providerId="LiveId" clId="{7A809C10-28BE-4456-BBE6-1AB566FDAAC4}" dt="2024-05-31T18:25:27.310" v="472" actId="478"/>
          <ac:spMkLst>
            <pc:docMk/>
            <pc:sldMk cId="3537272501" sldId="287"/>
            <ac:spMk id="34" creationId="{69A15FD2-17C5-CAC3-2F26-ECDC1513CDBE}"/>
          </ac:spMkLst>
        </pc:spChg>
        <pc:spChg chg="add mod ord">
          <ac:chgData name="MAKRIN Real" userId="9a9b7bc253003971" providerId="LiveId" clId="{7A809C10-28BE-4456-BBE6-1AB566FDAAC4}" dt="2024-05-31T18:25:49.779" v="479" actId="14100"/>
          <ac:spMkLst>
            <pc:docMk/>
            <pc:sldMk cId="3537272501" sldId="287"/>
            <ac:spMk id="35" creationId="{003BB761-FEFE-177C-1658-A4F11E09CFF6}"/>
          </ac:spMkLst>
        </pc:spChg>
        <pc:spChg chg="add mod">
          <ac:chgData name="MAKRIN Real" userId="9a9b7bc253003971" providerId="LiveId" clId="{7A809C10-28BE-4456-BBE6-1AB566FDAAC4}" dt="2024-05-31T18:31:33.482" v="577"/>
          <ac:spMkLst>
            <pc:docMk/>
            <pc:sldMk cId="3537272501" sldId="287"/>
            <ac:spMk id="36" creationId="{9BC80262-8623-5695-4509-6E1852874C45}"/>
          </ac:spMkLst>
        </pc:spChg>
        <pc:spChg chg="add mod modCrop">
          <ac:chgData name="MAKRIN Real" userId="9a9b7bc253003971" providerId="LiveId" clId="{7A809C10-28BE-4456-BBE6-1AB566FDAAC4}" dt="2024-05-31T18:35:42.675" v="636" actId="1037"/>
          <ac:spMkLst>
            <pc:docMk/>
            <pc:sldMk cId="3537272501" sldId="287"/>
            <ac:spMk id="37" creationId="{F45A4D4B-52FE-C0CF-00B9-55F2BFC30871}"/>
          </ac:spMkLst>
        </pc:spChg>
        <pc:spChg chg="add mod">
          <ac:chgData name="MAKRIN Real" userId="9a9b7bc253003971" providerId="LiveId" clId="{7A809C10-28BE-4456-BBE6-1AB566FDAAC4}" dt="2024-05-31T18:27:45.657" v="500" actId="1076"/>
          <ac:spMkLst>
            <pc:docMk/>
            <pc:sldMk cId="3537272501" sldId="287"/>
            <ac:spMk id="38" creationId="{46E68E91-1C15-7A44-98D8-2D17DA245E53}"/>
          </ac:spMkLst>
        </pc:spChg>
        <pc:spChg chg="add mod">
          <ac:chgData name="MAKRIN Real" userId="9a9b7bc253003971" providerId="LiveId" clId="{7A809C10-28BE-4456-BBE6-1AB566FDAAC4}" dt="2024-05-31T18:43:41.983" v="736" actId="20577"/>
          <ac:spMkLst>
            <pc:docMk/>
            <pc:sldMk cId="3537272501" sldId="287"/>
            <ac:spMk id="39" creationId="{766417F4-1D35-FC9D-4EEF-46C98AF454D3}"/>
          </ac:spMkLst>
        </pc:spChg>
        <pc:spChg chg="add mod">
          <ac:chgData name="MAKRIN Real" userId="9a9b7bc253003971" providerId="LiveId" clId="{7A809C10-28BE-4456-BBE6-1AB566FDAAC4}" dt="2024-05-31T18:31:41.148" v="578"/>
          <ac:spMkLst>
            <pc:docMk/>
            <pc:sldMk cId="3537272501" sldId="287"/>
            <ac:spMk id="40" creationId="{EB207636-AFF0-E723-BA41-469C078C5C5A}"/>
          </ac:spMkLst>
        </pc:spChg>
        <pc:spChg chg="add mod">
          <ac:chgData name="MAKRIN Real" userId="9a9b7bc253003971" providerId="LiveId" clId="{7A809C10-28BE-4456-BBE6-1AB566FDAAC4}" dt="2024-05-31T18:46:58.568" v="743" actId="1076"/>
          <ac:spMkLst>
            <pc:docMk/>
            <pc:sldMk cId="3537272501" sldId="287"/>
            <ac:spMk id="41" creationId="{39336631-F3E9-E449-8D23-D32B6872ECF0}"/>
          </ac:spMkLst>
        </pc:spChg>
        <pc:spChg chg="add mod">
          <ac:chgData name="MAKRIN Real" userId="9a9b7bc253003971" providerId="LiveId" clId="{7A809C10-28BE-4456-BBE6-1AB566FDAAC4}" dt="2024-05-31T18:50:39.049" v="880" actId="1035"/>
          <ac:spMkLst>
            <pc:docMk/>
            <pc:sldMk cId="3537272501" sldId="287"/>
            <ac:spMk id="42" creationId="{DAA4537F-CB8B-1F38-0920-AD0E3C7B9DD1}"/>
          </ac:spMkLst>
        </pc:spChg>
        <pc:spChg chg="add mod">
          <ac:chgData name="MAKRIN Real" userId="9a9b7bc253003971" providerId="LiveId" clId="{7A809C10-28BE-4456-BBE6-1AB566FDAAC4}" dt="2024-06-08T11:38:04.654" v="4461"/>
          <ac:spMkLst>
            <pc:docMk/>
            <pc:sldMk cId="3537272501" sldId="287"/>
            <ac:spMk id="43" creationId="{DAA33E63-69D2-F50E-E182-DF18D7A95278}"/>
          </ac:spMkLst>
        </pc:spChg>
        <pc:spChg chg="add mod modCrop">
          <ac:chgData name="MAKRIN Real" userId="9a9b7bc253003971" providerId="LiveId" clId="{7A809C10-28BE-4456-BBE6-1AB566FDAAC4}" dt="2024-06-07T13:00:04.339" v="2734" actId="1076"/>
          <ac:spMkLst>
            <pc:docMk/>
            <pc:sldMk cId="3537272501" sldId="287"/>
            <ac:spMk id="44" creationId="{CC685B72-6038-B3FB-ABAC-0DC0AEF5F6ED}"/>
          </ac:spMkLst>
        </pc:spChg>
        <pc:spChg chg="add mod modCrop">
          <ac:chgData name="MAKRIN Real" userId="9a9b7bc253003971" providerId="LiveId" clId="{7A809C10-28BE-4456-BBE6-1AB566FDAAC4}" dt="2024-06-08T11:30:47.083" v="4433" actId="207"/>
          <ac:spMkLst>
            <pc:docMk/>
            <pc:sldMk cId="3537272501" sldId="287"/>
            <ac:spMk id="45" creationId="{514E63DE-7E46-3484-BB95-CCCC46CD1439}"/>
          </ac:spMkLst>
        </pc:spChg>
        <pc:spChg chg="add mod">
          <ac:chgData name="MAKRIN Real" userId="9a9b7bc253003971" providerId="LiveId" clId="{7A809C10-28BE-4456-BBE6-1AB566FDAAC4}" dt="2024-06-08T12:32:16.702" v="5354"/>
          <ac:spMkLst>
            <pc:docMk/>
            <pc:sldMk cId="3537272501" sldId="287"/>
            <ac:spMk id="46" creationId="{1C9F8717-2781-E92D-B372-5A266957D3D8}"/>
          </ac:spMkLst>
        </pc:spChg>
        <pc:spChg chg="add mod">
          <ac:chgData name="MAKRIN Real" userId="9a9b7bc253003971" providerId="LiveId" clId="{7A809C10-28BE-4456-BBE6-1AB566FDAAC4}" dt="2024-06-08T12:32:16.702" v="5354"/>
          <ac:spMkLst>
            <pc:docMk/>
            <pc:sldMk cId="3537272501" sldId="287"/>
            <ac:spMk id="47" creationId="{15A1B997-F2CB-1F8C-B17A-77EBBB1C8110}"/>
          </ac:spMkLst>
        </pc:spChg>
      </pc:sldChg>
      <pc:sldChg chg="addSp delSp modSp add mod setBg">
        <pc:chgData name="MAKRIN Real" userId="9a9b7bc253003971" providerId="LiveId" clId="{7A809C10-28BE-4456-BBE6-1AB566FDAAC4}" dt="2024-06-08T12:32:13.626" v="5353"/>
        <pc:sldMkLst>
          <pc:docMk/>
          <pc:sldMk cId="3193693428" sldId="288"/>
        </pc:sldMkLst>
        <pc:spChg chg="mod">
          <ac:chgData name="MAKRIN Real" userId="9a9b7bc253003971" providerId="LiveId" clId="{7A809C10-28BE-4456-BBE6-1AB566FDAAC4}" dt="2024-05-31T18:30:28.825" v="562" actId="20577"/>
          <ac:spMkLst>
            <pc:docMk/>
            <pc:sldMk cId="3193693428" sldId="288"/>
            <ac:spMk id="2" creationId="{45A34FF2-BC12-4912-BBE1-4F990F31FA7A}"/>
          </ac:spMkLst>
        </pc:spChg>
        <pc:spChg chg="del">
          <ac:chgData name="MAKRIN Real" userId="9a9b7bc253003971" providerId="LiveId" clId="{7A809C10-28BE-4456-BBE6-1AB566FDAAC4}" dt="2024-06-07T12:03:10.083" v="925" actId="478"/>
          <ac:spMkLst>
            <pc:docMk/>
            <pc:sldMk cId="3193693428" sldId="288"/>
            <ac:spMk id="6" creationId="{1882849C-6540-B106-36DC-0BA56FA42188}"/>
          </ac:spMkLst>
        </pc:spChg>
        <pc:spChg chg="add mod">
          <ac:chgData name="MAKRIN Real" userId="9a9b7bc253003971" providerId="LiveId" clId="{7A809C10-28BE-4456-BBE6-1AB566FDAAC4}" dt="2024-06-08T11:39:27.020" v="4472"/>
          <ac:spMkLst>
            <pc:docMk/>
            <pc:sldMk cId="3193693428" sldId="288"/>
            <ac:spMk id="6" creationId="{B83F1CD7-8F99-EA85-0082-15617DF94DA3}"/>
          </ac:spMkLst>
        </pc:spChg>
        <pc:spChg chg="del">
          <ac:chgData name="MAKRIN Real" userId="9a9b7bc253003971" providerId="LiveId" clId="{7A809C10-28BE-4456-BBE6-1AB566FDAAC4}" dt="2024-05-31T18:30:46.870" v="573" actId="478"/>
          <ac:spMkLst>
            <pc:docMk/>
            <pc:sldMk cId="3193693428" sldId="288"/>
            <ac:spMk id="13" creationId="{4EF8F559-4ADF-2068-6EAD-62FFCA94C752}"/>
          </ac:spMkLst>
        </pc:spChg>
        <pc:spChg chg="add mod">
          <ac:chgData name="MAKRIN Real" userId="9a9b7bc253003971" providerId="LiveId" clId="{7A809C10-28BE-4456-BBE6-1AB566FDAAC4}" dt="2024-06-07T12:01:27.664" v="905"/>
          <ac:spMkLst>
            <pc:docMk/>
            <pc:sldMk cId="3193693428" sldId="288"/>
            <ac:spMk id="13" creationId="{5662D5FC-27EE-7A0E-A6EE-E9628AD49FBA}"/>
          </ac:spMkLst>
        </pc:spChg>
        <pc:spChg chg="mod">
          <ac:chgData name="MAKRIN Real" userId="9a9b7bc253003971" providerId="LiveId" clId="{7A809C10-28BE-4456-BBE6-1AB566FDAAC4}" dt="2024-05-31T18:41:04.487" v="696" actId="207"/>
          <ac:spMkLst>
            <pc:docMk/>
            <pc:sldMk cId="3193693428" sldId="288"/>
            <ac:spMk id="17" creationId="{28AD9C67-6722-C0DF-7EB6-9C1CFD0EC305}"/>
          </ac:spMkLst>
        </pc:spChg>
        <pc:spChg chg="add mod">
          <ac:chgData name="MAKRIN Real" userId="9a9b7bc253003971" providerId="LiveId" clId="{7A809C10-28BE-4456-BBE6-1AB566FDAAC4}" dt="2024-06-08T11:39:19.116" v="4471"/>
          <ac:spMkLst>
            <pc:docMk/>
            <pc:sldMk cId="3193693428" sldId="288"/>
            <ac:spMk id="22" creationId="{4091D741-79C3-6817-ACAD-3940B2FAEDD0}"/>
          </ac:spMkLst>
        </pc:spChg>
        <pc:spChg chg="del mod">
          <ac:chgData name="MAKRIN Real" userId="9a9b7bc253003971" providerId="LiveId" clId="{7A809C10-28BE-4456-BBE6-1AB566FDAAC4}" dt="2024-06-07T12:01:27.020" v="904" actId="478"/>
          <ac:spMkLst>
            <pc:docMk/>
            <pc:sldMk cId="3193693428" sldId="288"/>
            <ac:spMk id="22" creationId="{AB602514-CC51-C75C-ADB2-48952EE8831A}"/>
          </ac:spMkLst>
        </pc:spChg>
        <pc:spChg chg="mod">
          <ac:chgData name="MAKRIN Real" userId="9a9b7bc253003971" providerId="LiveId" clId="{7A809C10-28BE-4456-BBE6-1AB566FDAAC4}" dt="2024-05-31T18:41:21.729" v="701" actId="207"/>
          <ac:spMkLst>
            <pc:docMk/>
            <pc:sldMk cId="3193693428" sldId="288"/>
            <ac:spMk id="25" creationId="{E6F0AE23-E2E1-44CE-A9EE-62EB8202EF7D}"/>
          </ac:spMkLst>
        </pc:spChg>
        <pc:spChg chg="mod">
          <ac:chgData name="MAKRIN Real" userId="9a9b7bc253003971" providerId="LiveId" clId="{7A809C10-28BE-4456-BBE6-1AB566FDAAC4}" dt="2024-05-31T18:41:09.473" v="697" actId="207"/>
          <ac:spMkLst>
            <pc:docMk/>
            <pc:sldMk cId="3193693428" sldId="288"/>
            <ac:spMk id="28" creationId="{B07F7C24-3CED-61CB-AC1A-5EC802402620}"/>
          </ac:spMkLst>
        </pc:spChg>
        <pc:spChg chg="add mod">
          <ac:chgData name="MAKRIN Real" userId="9a9b7bc253003971" providerId="LiveId" clId="{7A809C10-28BE-4456-BBE6-1AB566FDAAC4}" dt="2024-05-31T18:30:01.380" v="554" actId="14100"/>
          <ac:spMkLst>
            <pc:docMk/>
            <pc:sldMk cId="3193693428" sldId="288"/>
            <ac:spMk id="30" creationId="{E7199564-987E-FEED-DED0-6F5AA4E378B9}"/>
          </ac:spMkLst>
        </pc:spChg>
        <pc:spChg chg="mod">
          <ac:chgData name="MAKRIN Real" userId="9a9b7bc253003971" providerId="LiveId" clId="{7A809C10-28BE-4456-BBE6-1AB566FDAAC4}" dt="2024-05-31T18:43:49.201" v="738" actId="20577"/>
          <ac:spMkLst>
            <pc:docMk/>
            <pc:sldMk cId="3193693428" sldId="288"/>
            <ac:spMk id="32" creationId="{2E094E91-5A64-B566-85E8-E94791767152}"/>
          </ac:spMkLst>
        </pc:spChg>
        <pc:spChg chg="del">
          <ac:chgData name="MAKRIN Real" userId="9a9b7bc253003971" providerId="LiveId" clId="{7A809C10-28BE-4456-BBE6-1AB566FDAAC4}" dt="2024-06-08T12:23:27.433" v="5199" actId="478"/>
          <ac:spMkLst>
            <pc:docMk/>
            <pc:sldMk cId="3193693428" sldId="288"/>
            <ac:spMk id="33" creationId="{703FC4E7-186C-32F0-2493-796605E85818}"/>
          </ac:spMkLst>
        </pc:spChg>
        <pc:spChg chg="add mod">
          <ac:chgData name="MAKRIN Real" userId="9a9b7bc253003971" providerId="LiveId" clId="{7A809C10-28BE-4456-BBE6-1AB566FDAAC4}" dt="2024-05-31T18:29:13.867" v="514" actId="20577"/>
          <ac:spMkLst>
            <pc:docMk/>
            <pc:sldMk cId="3193693428" sldId="288"/>
            <ac:spMk id="34" creationId="{7F494E91-1A0B-F6DB-47CC-DE32865E3AC6}"/>
          </ac:spMkLst>
        </pc:spChg>
        <pc:spChg chg="del">
          <ac:chgData name="MAKRIN Real" userId="9a9b7bc253003971" providerId="LiveId" clId="{7A809C10-28BE-4456-BBE6-1AB566FDAAC4}" dt="2024-05-31T18:43:03.977" v="713" actId="478"/>
          <ac:spMkLst>
            <pc:docMk/>
            <pc:sldMk cId="3193693428" sldId="288"/>
            <ac:spMk id="37" creationId="{F45A4D4B-52FE-C0CF-00B9-55F2BFC30871}"/>
          </ac:spMkLst>
        </pc:spChg>
        <pc:spChg chg="add mod">
          <ac:chgData name="MAKRIN Real" userId="9a9b7bc253003971" providerId="LiveId" clId="{7A809C10-28BE-4456-BBE6-1AB566FDAAC4}" dt="2024-06-07T12:03:38.953" v="936"/>
          <ac:spMkLst>
            <pc:docMk/>
            <pc:sldMk cId="3193693428" sldId="288"/>
            <ac:spMk id="37" creationId="{FABCF8E6-78A7-7E1D-F816-C552B9CEA79D}"/>
          </ac:spMkLst>
        </pc:spChg>
        <pc:spChg chg="mod">
          <ac:chgData name="MAKRIN Real" userId="9a9b7bc253003971" providerId="LiveId" clId="{7A809C10-28BE-4456-BBE6-1AB566FDAAC4}" dt="2024-05-31T18:43:36.466" v="734" actId="20577"/>
          <ac:spMkLst>
            <pc:docMk/>
            <pc:sldMk cId="3193693428" sldId="288"/>
            <ac:spMk id="39" creationId="{766417F4-1D35-FC9D-4EEF-46C98AF454D3}"/>
          </ac:spMkLst>
        </pc:spChg>
        <pc:spChg chg="add mod">
          <ac:chgData name="MAKRIN Real" userId="9a9b7bc253003971" providerId="LiveId" clId="{7A809C10-28BE-4456-BBE6-1AB566FDAAC4}" dt="2024-05-31T18:32:40.216" v="580"/>
          <ac:spMkLst>
            <pc:docMk/>
            <pc:sldMk cId="3193693428" sldId="288"/>
            <ac:spMk id="41" creationId="{559AC7B4-64B0-7455-8841-AD404D17E0AF}"/>
          </ac:spMkLst>
        </pc:spChg>
        <pc:spChg chg="add mod">
          <ac:chgData name="MAKRIN Real" userId="9a9b7bc253003971" providerId="LiveId" clId="{7A809C10-28BE-4456-BBE6-1AB566FDAAC4}" dt="2024-05-31T18:29:44.802" v="551" actId="1076"/>
          <ac:spMkLst>
            <pc:docMk/>
            <pc:sldMk cId="3193693428" sldId="288"/>
            <ac:spMk id="42" creationId="{66C24D4F-9682-91D4-F6B9-6141C19D1596}"/>
          </ac:spMkLst>
        </pc:spChg>
        <pc:spChg chg="add mod">
          <ac:chgData name="MAKRIN Real" userId="9a9b7bc253003971" providerId="LiveId" clId="{7A809C10-28BE-4456-BBE6-1AB566FDAAC4}" dt="2024-05-31T18:32:49.488" v="581"/>
          <ac:spMkLst>
            <pc:docMk/>
            <pc:sldMk cId="3193693428" sldId="288"/>
            <ac:spMk id="43" creationId="{50FC68A3-D7CA-B560-AA24-E33554FB574C}"/>
          </ac:spMkLst>
        </pc:spChg>
        <pc:spChg chg="add mod ord">
          <ac:chgData name="MAKRIN Real" userId="9a9b7bc253003971" providerId="LiveId" clId="{7A809C10-28BE-4456-BBE6-1AB566FDAAC4}" dt="2024-05-31T18:43:25.830" v="719" actId="171"/>
          <ac:spMkLst>
            <pc:docMk/>
            <pc:sldMk cId="3193693428" sldId="288"/>
            <ac:spMk id="44" creationId="{DF55C66A-C8E9-3312-9007-CD474FA0C63F}"/>
          </ac:spMkLst>
        </pc:spChg>
        <pc:spChg chg="add mod">
          <ac:chgData name="MAKRIN Real" userId="9a9b7bc253003971" providerId="LiveId" clId="{7A809C10-28BE-4456-BBE6-1AB566FDAAC4}" dt="2024-05-31T18:48:26.018" v="831" actId="1038"/>
          <ac:spMkLst>
            <pc:docMk/>
            <pc:sldMk cId="3193693428" sldId="288"/>
            <ac:spMk id="45" creationId="{689BED80-B6BC-E7EF-628E-974977273861}"/>
          </ac:spMkLst>
        </pc:spChg>
        <pc:spChg chg="add mod">
          <ac:chgData name="MAKRIN Real" userId="9a9b7bc253003971" providerId="LiveId" clId="{7A809C10-28BE-4456-BBE6-1AB566FDAAC4}" dt="2024-05-31T18:48:29.669" v="841" actId="1037"/>
          <ac:spMkLst>
            <pc:docMk/>
            <pc:sldMk cId="3193693428" sldId="288"/>
            <ac:spMk id="46" creationId="{604D4A31-8391-E882-D1E4-B5CF01B696E3}"/>
          </ac:spMkLst>
        </pc:spChg>
        <pc:spChg chg="add mod">
          <ac:chgData name="MAKRIN Real" userId="9a9b7bc253003971" providerId="LiveId" clId="{7A809C10-28BE-4456-BBE6-1AB566FDAAC4}" dt="2024-06-08T11:30:56.227" v="4434"/>
          <ac:spMkLst>
            <pc:docMk/>
            <pc:sldMk cId="3193693428" sldId="288"/>
            <ac:spMk id="47" creationId="{3DDB9D4C-3170-85E8-A38D-41282E368C76}"/>
          </ac:spMkLst>
        </pc:spChg>
        <pc:spChg chg="add mod">
          <ac:chgData name="MAKRIN Real" userId="9a9b7bc253003971" providerId="LiveId" clId="{7A809C10-28BE-4456-BBE6-1AB566FDAAC4}" dt="2024-06-08T11:30:56.227" v="4434"/>
          <ac:spMkLst>
            <pc:docMk/>
            <pc:sldMk cId="3193693428" sldId="288"/>
            <ac:spMk id="48" creationId="{DD851225-816E-9ED5-1143-02A60B7E7F93}"/>
          </ac:spMkLst>
        </pc:spChg>
        <pc:spChg chg="add mod">
          <ac:chgData name="MAKRIN Real" userId="9a9b7bc253003971" providerId="LiveId" clId="{7A809C10-28BE-4456-BBE6-1AB566FDAAC4}" dt="2024-06-08T12:23:27.664" v="5200"/>
          <ac:spMkLst>
            <pc:docMk/>
            <pc:sldMk cId="3193693428" sldId="288"/>
            <ac:spMk id="49" creationId="{BAD9C33F-143F-F324-7C14-D00C9029D430}"/>
          </ac:spMkLst>
        </pc:spChg>
        <pc:spChg chg="add mod">
          <ac:chgData name="MAKRIN Real" userId="9a9b7bc253003971" providerId="LiveId" clId="{7A809C10-28BE-4456-BBE6-1AB566FDAAC4}" dt="2024-06-08T12:32:13.626" v="5353"/>
          <ac:spMkLst>
            <pc:docMk/>
            <pc:sldMk cId="3193693428" sldId="288"/>
            <ac:spMk id="50" creationId="{A6E19488-68B5-3BC4-5186-636A077DC3CE}"/>
          </ac:spMkLst>
        </pc:spChg>
        <pc:spChg chg="add mod">
          <ac:chgData name="MAKRIN Real" userId="9a9b7bc253003971" providerId="LiveId" clId="{7A809C10-28BE-4456-BBE6-1AB566FDAAC4}" dt="2024-06-08T12:32:13.626" v="5353"/>
          <ac:spMkLst>
            <pc:docMk/>
            <pc:sldMk cId="3193693428" sldId="288"/>
            <ac:spMk id="51" creationId="{1BA4BFC6-FD9F-14A9-9FFC-19A4BB0D744C}"/>
          </ac:spMkLst>
        </pc:spChg>
        <pc:spChg chg="add mod">
          <ac:chgData name="MAKRIN Real" userId="9a9b7bc253003971" providerId="LiveId" clId="{7A809C10-28BE-4456-BBE6-1AB566FDAAC4}" dt="2024-06-08T12:32:13.626" v="5353"/>
          <ac:spMkLst>
            <pc:docMk/>
            <pc:sldMk cId="3193693428" sldId="288"/>
            <ac:spMk id="52" creationId="{5AA806B0-60C5-1EE4-9980-CAFF7E670ACD}"/>
          </ac:spMkLst>
        </pc:spChg>
      </pc:sldChg>
      <pc:sldChg chg="addSp delSp modSp add mod setBg">
        <pc:chgData name="MAKRIN Real" userId="9a9b7bc253003971" providerId="LiveId" clId="{7A809C10-28BE-4456-BBE6-1AB566FDAAC4}" dt="2024-07-08T20:48:49.346" v="6109" actId="1038"/>
        <pc:sldMkLst>
          <pc:docMk/>
          <pc:sldMk cId="2403201246" sldId="289"/>
        </pc:sldMkLst>
        <pc:spChg chg="mod">
          <ac:chgData name="MAKRIN Real" userId="9a9b7bc253003971" providerId="LiveId" clId="{7A809C10-28BE-4456-BBE6-1AB566FDAAC4}" dt="2024-06-08T11:05:51.328" v="3807" actId="20577"/>
          <ac:spMkLst>
            <pc:docMk/>
            <pc:sldMk cId="2403201246" sldId="289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06:16.916" v="3810" actId="207"/>
          <ac:spMkLst>
            <pc:docMk/>
            <pc:sldMk cId="2403201246" sldId="289"/>
            <ac:spMk id="6" creationId="{65BE2F38-71C6-32A8-8012-53EDAAE68FDB}"/>
          </ac:spMkLst>
        </pc:spChg>
        <pc:spChg chg="add del mod modCrop">
          <ac:chgData name="MAKRIN Real" userId="9a9b7bc253003971" providerId="LiveId" clId="{7A809C10-28BE-4456-BBE6-1AB566FDAAC4}" dt="2024-06-07T13:08:13.566" v="2795" actId="478"/>
          <ac:spMkLst>
            <pc:docMk/>
            <pc:sldMk cId="2403201246" sldId="289"/>
            <ac:spMk id="13" creationId="{12D79B04-D5DB-C243-42BC-D6646FFDFEA1}"/>
          </ac:spMkLst>
        </pc:spChg>
        <pc:spChg chg="add del mod">
          <ac:chgData name="MAKRIN Real" userId="9a9b7bc253003971" providerId="LiveId" clId="{7A809C10-28BE-4456-BBE6-1AB566FDAAC4}" dt="2024-06-08T11:06:18.680" v="3811" actId="478"/>
          <ac:spMkLst>
            <pc:docMk/>
            <pc:sldMk cId="2403201246" sldId="289"/>
            <ac:spMk id="13" creationId="{79DB6FC6-62C4-79B6-E583-B449312CF875}"/>
          </ac:spMkLst>
        </pc:spChg>
        <pc:spChg chg="mod ord">
          <ac:chgData name="MAKRIN Real" userId="9a9b7bc253003971" providerId="LiveId" clId="{7A809C10-28BE-4456-BBE6-1AB566FDAAC4}" dt="2024-06-07T13:01:32.060" v="2745" actId="1076"/>
          <ac:spMkLst>
            <pc:docMk/>
            <pc:sldMk cId="2403201246" sldId="289"/>
            <ac:spMk id="17" creationId="{28AD9C67-6722-C0DF-7EB6-9C1CFD0EC305}"/>
          </ac:spMkLst>
        </pc:spChg>
        <pc:spChg chg="mod ord">
          <ac:chgData name="MAKRIN Real" userId="9a9b7bc253003971" providerId="LiveId" clId="{7A809C10-28BE-4456-BBE6-1AB566FDAAC4}" dt="2024-06-07T13:01:39.154" v="2746" actId="14100"/>
          <ac:spMkLst>
            <pc:docMk/>
            <pc:sldMk cId="2403201246" sldId="289"/>
            <ac:spMk id="21" creationId="{2252A409-3188-D8C2-567F-1506BCE8AE37}"/>
          </ac:spMkLst>
        </pc:spChg>
        <pc:spChg chg="mod ord">
          <ac:chgData name="MAKRIN Real" userId="9a9b7bc253003971" providerId="LiveId" clId="{7A809C10-28BE-4456-BBE6-1AB566FDAAC4}" dt="2024-06-07T13:01:32.060" v="2745" actId="1076"/>
          <ac:spMkLst>
            <pc:docMk/>
            <pc:sldMk cId="2403201246" sldId="289"/>
            <ac:spMk id="23" creationId="{AADFA56B-540C-B84F-00EC-8A3FB3B7FA28}"/>
          </ac:spMkLst>
        </pc:spChg>
        <pc:spChg chg="add mod">
          <ac:chgData name="MAKRIN Real" userId="9a9b7bc253003971" providerId="LiveId" clId="{7A809C10-28BE-4456-BBE6-1AB566FDAAC4}" dt="2024-07-08T20:48:49.346" v="6109" actId="1038"/>
          <ac:spMkLst>
            <pc:docMk/>
            <pc:sldMk cId="2403201246" sldId="289"/>
            <ac:spMk id="24" creationId="{6433515A-F53C-0836-2512-83624996480A}"/>
          </ac:spMkLst>
        </pc:spChg>
        <pc:spChg chg="add del mod">
          <ac:chgData name="MAKRIN Real" userId="9a9b7bc253003971" providerId="LiveId" clId="{7A809C10-28BE-4456-BBE6-1AB566FDAAC4}" dt="2024-06-07T12:12:58.712" v="1049" actId="478"/>
          <ac:spMkLst>
            <pc:docMk/>
            <pc:sldMk cId="2403201246" sldId="289"/>
            <ac:spMk id="24" creationId="{E6342662-CCAD-9006-FE36-E66B9C3EFA9B}"/>
          </ac:spMkLst>
        </pc:spChg>
        <pc:spChg chg="add del mod">
          <ac:chgData name="MAKRIN Real" userId="9a9b7bc253003971" providerId="LiveId" clId="{7A809C10-28BE-4456-BBE6-1AB566FDAAC4}" dt="2024-06-08T10:53:37.792" v="3100" actId="478"/>
          <ac:spMkLst>
            <pc:docMk/>
            <pc:sldMk cId="2403201246" sldId="289"/>
            <ac:spMk id="25" creationId="{5813CD75-2660-6A0F-F229-0AC887EC5F8A}"/>
          </ac:spMkLst>
        </pc:spChg>
        <pc:spChg chg="add del mod">
          <ac:chgData name="MAKRIN Real" userId="9a9b7bc253003971" providerId="LiveId" clId="{7A809C10-28BE-4456-BBE6-1AB566FDAAC4}" dt="2024-06-07T12:18:04.013" v="1216" actId="478"/>
          <ac:spMkLst>
            <pc:docMk/>
            <pc:sldMk cId="2403201246" sldId="289"/>
            <ac:spMk id="25" creationId="{D71099BE-3366-7749-7135-B2B4B2DF55EF}"/>
          </ac:spMkLst>
        </pc:spChg>
        <pc:spChg chg="add del mod">
          <ac:chgData name="MAKRIN Real" userId="9a9b7bc253003971" providerId="LiveId" clId="{7A809C10-28BE-4456-BBE6-1AB566FDAAC4}" dt="2024-06-08T10:53:37.010" v="3099" actId="478"/>
          <ac:spMkLst>
            <pc:docMk/>
            <pc:sldMk cId="2403201246" sldId="289"/>
            <ac:spMk id="30" creationId="{5B9B6F0C-6E3D-3B36-3E44-0798E2F2DEDC}"/>
          </ac:spMkLst>
        </pc:spChg>
        <pc:spChg chg="del">
          <ac:chgData name="MAKRIN Real" userId="9a9b7bc253003971" providerId="LiveId" clId="{7A809C10-28BE-4456-BBE6-1AB566FDAAC4}" dt="2024-06-07T12:07:05.667" v="968" actId="478"/>
          <ac:spMkLst>
            <pc:docMk/>
            <pc:sldMk cId="2403201246" sldId="289"/>
            <ac:spMk id="30" creationId="{BBC34095-59F9-F0AB-F28B-3D2BCD69D931}"/>
          </ac:spMkLst>
        </pc:spChg>
        <pc:spChg chg="add mod">
          <ac:chgData name="MAKRIN Real" userId="9a9b7bc253003971" providerId="LiveId" clId="{7A809C10-28BE-4456-BBE6-1AB566FDAAC4}" dt="2024-06-08T11:41:31.009" v="4486" actId="14100"/>
          <ac:spMkLst>
            <pc:docMk/>
            <pc:sldMk cId="2403201246" sldId="289"/>
            <ac:spMk id="34" creationId="{4B66AF25-EF4A-A43B-29F6-0B5CE5362A17}"/>
          </ac:spMkLst>
        </pc:spChg>
        <pc:spChg chg="add del mod">
          <ac:chgData name="MAKRIN Real" userId="9a9b7bc253003971" providerId="LiveId" clId="{7A809C10-28BE-4456-BBE6-1AB566FDAAC4}" dt="2024-06-07T13:08:13.566" v="2795" actId="478"/>
          <ac:spMkLst>
            <pc:docMk/>
            <pc:sldMk cId="2403201246" sldId="289"/>
            <ac:spMk id="34" creationId="{C9FD8BD3-749D-9053-DB57-932210B87128}"/>
          </ac:spMkLst>
        </pc:spChg>
        <pc:spChg chg="add mod">
          <ac:chgData name="MAKRIN Real" userId="9a9b7bc253003971" providerId="LiveId" clId="{7A809C10-28BE-4456-BBE6-1AB566FDAAC4}" dt="2024-06-08T11:41:31.009" v="4486" actId="14100"/>
          <ac:spMkLst>
            <pc:docMk/>
            <pc:sldMk cId="2403201246" sldId="289"/>
            <ac:spMk id="35" creationId="{BEAD98A5-1BEA-87D4-5ED7-CB3599344D10}"/>
          </ac:spMkLst>
        </pc:spChg>
        <pc:spChg chg="add del mod">
          <ac:chgData name="MAKRIN Real" userId="9a9b7bc253003971" providerId="LiveId" clId="{7A809C10-28BE-4456-BBE6-1AB566FDAAC4}" dt="2024-06-07T13:01:50.156" v="2748" actId="478"/>
          <ac:spMkLst>
            <pc:docMk/>
            <pc:sldMk cId="2403201246" sldId="289"/>
            <ac:spMk id="35" creationId="{E0DA7CBB-11FD-F927-A339-0E4802D49409}"/>
          </ac:spMkLst>
        </pc:spChg>
        <pc:spChg chg="add mod">
          <ac:chgData name="MAKRIN Real" userId="9a9b7bc253003971" providerId="LiveId" clId="{7A809C10-28BE-4456-BBE6-1AB566FDAAC4}" dt="2024-06-08T11:41:31.009" v="4486" actId="14100"/>
          <ac:spMkLst>
            <pc:docMk/>
            <pc:sldMk cId="2403201246" sldId="289"/>
            <ac:spMk id="36" creationId="{0909E007-8D27-EC5B-4EA9-14BEF80F63DF}"/>
          </ac:spMkLst>
        </pc:spChg>
        <pc:spChg chg="add del mod">
          <ac:chgData name="MAKRIN Real" userId="9a9b7bc253003971" providerId="LiveId" clId="{7A809C10-28BE-4456-BBE6-1AB566FDAAC4}" dt="2024-06-07T13:12:25.253" v="2938" actId="478"/>
          <ac:spMkLst>
            <pc:docMk/>
            <pc:sldMk cId="2403201246" sldId="289"/>
            <ac:spMk id="36" creationId="{DB3E6468-2A91-7A7E-F628-0440CCF726BA}"/>
          </ac:spMkLst>
        </pc:spChg>
        <pc:spChg chg="add mod">
          <ac:chgData name="MAKRIN Real" userId="9a9b7bc253003971" providerId="LiveId" clId="{7A809C10-28BE-4456-BBE6-1AB566FDAAC4}" dt="2024-06-08T10:51:03.386" v="3042" actId="1076"/>
          <ac:spMkLst>
            <pc:docMk/>
            <pc:sldMk cId="2403201246" sldId="289"/>
            <ac:spMk id="37" creationId="{5A6CC322-8DDA-D2DA-0D71-374E32701A21}"/>
          </ac:spMkLst>
        </pc:spChg>
        <pc:spChg chg="add mod ord">
          <ac:chgData name="MAKRIN Real" userId="9a9b7bc253003971" providerId="LiveId" clId="{7A809C10-28BE-4456-BBE6-1AB566FDAAC4}" dt="2024-06-07T13:09:07.193" v="2807" actId="14100"/>
          <ac:spMkLst>
            <pc:docMk/>
            <pc:sldMk cId="2403201246" sldId="289"/>
            <ac:spMk id="38" creationId="{1A716274-EFF8-970E-E3AE-8FC4F4D211A0}"/>
          </ac:spMkLst>
        </pc:spChg>
        <pc:spChg chg="add del mod ord">
          <ac:chgData name="MAKRIN Real" userId="9a9b7bc253003971" providerId="LiveId" clId="{7A809C10-28BE-4456-BBE6-1AB566FDAAC4}" dt="2024-06-07T13:12:21.329" v="2937" actId="478"/>
          <ac:spMkLst>
            <pc:docMk/>
            <pc:sldMk cId="2403201246" sldId="289"/>
            <ac:spMk id="39" creationId="{8A5AA82B-65D8-437D-AFCD-61FC723F2F99}"/>
          </ac:spMkLst>
        </pc:spChg>
        <pc:spChg chg="add mod">
          <ac:chgData name="MAKRIN Real" userId="9a9b7bc253003971" providerId="LiveId" clId="{7A809C10-28BE-4456-BBE6-1AB566FDAAC4}" dt="2024-06-08T11:41:37.006" v="4487" actId="1076"/>
          <ac:spMkLst>
            <pc:docMk/>
            <pc:sldMk cId="2403201246" sldId="289"/>
            <ac:spMk id="39" creationId="{BE58FF35-117A-AF7C-7E9C-47A578439C37}"/>
          </ac:spMkLst>
        </pc:spChg>
        <pc:spChg chg="add mod">
          <ac:chgData name="MAKRIN Real" userId="9a9b7bc253003971" providerId="LiveId" clId="{7A809C10-28BE-4456-BBE6-1AB566FDAAC4}" dt="2024-06-08T11:41:31.009" v="4486" actId="14100"/>
          <ac:spMkLst>
            <pc:docMk/>
            <pc:sldMk cId="2403201246" sldId="289"/>
            <ac:spMk id="40" creationId="{7EA53EB0-9188-D1C1-CE91-5CCA03C980FA}"/>
          </ac:spMkLst>
        </pc:spChg>
        <pc:spChg chg="add del mod ord">
          <ac:chgData name="MAKRIN Real" userId="9a9b7bc253003971" providerId="LiveId" clId="{7A809C10-28BE-4456-BBE6-1AB566FDAAC4}" dt="2024-06-07T13:12:21.329" v="2937" actId="478"/>
          <ac:spMkLst>
            <pc:docMk/>
            <pc:sldMk cId="2403201246" sldId="289"/>
            <ac:spMk id="40" creationId="{9F3EE670-E86F-5148-0566-CE6CB01ACD13}"/>
          </ac:spMkLst>
        </pc:spChg>
        <pc:spChg chg="add del mod ord">
          <ac:chgData name="MAKRIN Real" userId="9a9b7bc253003971" providerId="LiveId" clId="{7A809C10-28BE-4456-BBE6-1AB566FDAAC4}" dt="2024-06-07T13:12:21.329" v="2937" actId="478"/>
          <ac:spMkLst>
            <pc:docMk/>
            <pc:sldMk cId="2403201246" sldId="289"/>
            <ac:spMk id="41" creationId="{6C7BA6E8-1C97-D6B3-3C8F-A65822C26E67}"/>
          </ac:spMkLst>
        </pc:spChg>
        <pc:spChg chg="add mod">
          <ac:chgData name="MAKRIN Real" userId="9a9b7bc253003971" providerId="LiveId" clId="{7A809C10-28BE-4456-BBE6-1AB566FDAAC4}" dt="2024-06-07T13:12:56.844" v="2951" actId="20577"/>
          <ac:spMkLst>
            <pc:docMk/>
            <pc:sldMk cId="2403201246" sldId="289"/>
            <ac:spMk id="42" creationId="{5A6B359A-ED2C-0880-7086-89EC81D87010}"/>
          </ac:spMkLst>
        </pc:spChg>
        <pc:spChg chg="add mod">
          <ac:chgData name="MAKRIN Real" userId="9a9b7bc253003971" providerId="LiveId" clId="{7A809C10-28BE-4456-BBE6-1AB566FDAAC4}" dt="2024-06-07T13:14:08.544" v="3038" actId="20577"/>
          <ac:spMkLst>
            <pc:docMk/>
            <pc:sldMk cId="2403201246" sldId="289"/>
            <ac:spMk id="43" creationId="{9BD87E0E-94BF-E10F-86D5-0F945D9DBAAC}"/>
          </ac:spMkLst>
        </pc:spChg>
        <pc:spChg chg="add mod">
          <ac:chgData name="MAKRIN Real" userId="9a9b7bc253003971" providerId="LiveId" clId="{7A809C10-28BE-4456-BBE6-1AB566FDAAC4}" dt="2024-06-07T13:14:04.548" v="3037" actId="20577"/>
          <ac:spMkLst>
            <pc:docMk/>
            <pc:sldMk cId="2403201246" sldId="289"/>
            <ac:spMk id="44" creationId="{4E216BB9-BE97-6AA2-67AA-AAB6A58F54F8}"/>
          </ac:spMkLst>
        </pc:spChg>
        <pc:spChg chg="add mod">
          <ac:chgData name="MAKRIN Real" userId="9a9b7bc253003971" providerId="LiveId" clId="{7A809C10-28BE-4456-BBE6-1AB566FDAAC4}" dt="2024-06-08T11:40:27.264" v="4475"/>
          <ac:spMkLst>
            <pc:docMk/>
            <pc:sldMk cId="2403201246" sldId="289"/>
            <ac:spMk id="45" creationId="{713171E4-6CBC-87EC-4666-959A4396FEEC}"/>
          </ac:spMkLst>
        </pc:spChg>
      </pc:sldChg>
      <pc:sldChg chg="addSp delSp modSp add mod modTransition">
        <pc:chgData name="MAKRIN Real" userId="9a9b7bc253003971" providerId="LiveId" clId="{7A809C10-28BE-4456-BBE6-1AB566FDAAC4}" dt="2024-06-08T11:41:21.631" v="4483"/>
        <pc:sldMkLst>
          <pc:docMk/>
          <pc:sldMk cId="1361712586" sldId="290"/>
        </pc:sldMkLst>
        <pc:spChg chg="mod">
          <ac:chgData name="MAKRIN Real" userId="9a9b7bc253003971" providerId="LiveId" clId="{7A809C10-28BE-4456-BBE6-1AB566FDAAC4}" dt="2024-06-08T11:40:33.200" v="4476" actId="20577"/>
          <ac:spMkLst>
            <pc:docMk/>
            <pc:sldMk cId="1361712586" sldId="290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06:24.736" v="3812" actId="207"/>
          <ac:spMkLst>
            <pc:docMk/>
            <pc:sldMk cId="1361712586" sldId="290"/>
            <ac:spMk id="6" creationId="{65BE2F38-71C6-32A8-8012-53EDAAE68FDB}"/>
          </ac:spMkLst>
        </pc:spChg>
        <pc:spChg chg="mod">
          <ac:chgData name="MAKRIN Real" userId="9a9b7bc253003971" providerId="LiveId" clId="{7A809C10-28BE-4456-BBE6-1AB566FDAAC4}" dt="2024-06-08T10:56:57.252" v="3565" actId="207"/>
          <ac:spMkLst>
            <pc:docMk/>
            <pc:sldMk cId="1361712586" sldId="290"/>
            <ac:spMk id="13" creationId="{12D79B04-D5DB-C243-42BC-D6646FFDFEA1}"/>
          </ac:spMkLst>
        </pc:spChg>
        <pc:spChg chg="add mod ord">
          <ac:chgData name="MAKRIN Real" userId="9a9b7bc253003971" providerId="LiveId" clId="{7A809C10-28BE-4456-BBE6-1AB566FDAAC4}" dt="2024-06-07T13:11:07.228" v="2877" actId="1036"/>
          <ac:spMkLst>
            <pc:docMk/>
            <pc:sldMk cId="1361712586" sldId="290"/>
            <ac:spMk id="24" creationId="{503D03B5-76FB-1024-CFDF-527A0885C1DB}"/>
          </ac:spMkLst>
        </pc:spChg>
        <pc:spChg chg="add del mod">
          <ac:chgData name="MAKRIN Real" userId="9a9b7bc253003971" providerId="LiveId" clId="{7A809C10-28BE-4456-BBE6-1AB566FDAAC4}" dt="2024-06-07T13:04:03.272" v="2769" actId="478"/>
          <ac:spMkLst>
            <pc:docMk/>
            <pc:sldMk cId="1361712586" sldId="290"/>
            <ac:spMk id="25" creationId="{06B18E47-E64F-5438-1FCA-E1D7124A1BB4}"/>
          </ac:spMkLst>
        </pc:spChg>
        <pc:spChg chg="add mod">
          <ac:chgData name="MAKRIN Real" userId="9a9b7bc253003971" providerId="LiveId" clId="{7A809C10-28BE-4456-BBE6-1AB566FDAAC4}" dt="2024-06-08T10:54:32.701" v="3106"/>
          <ac:spMkLst>
            <pc:docMk/>
            <pc:sldMk cId="1361712586" sldId="290"/>
            <ac:spMk id="25" creationId="{4D39AB76-3929-8812-82A2-051D70485663}"/>
          </ac:spMkLst>
        </pc:spChg>
        <pc:spChg chg="add mod ord">
          <ac:chgData name="MAKRIN Real" userId="9a9b7bc253003971" providerId="LiveId" clId="{7A809C10-28BE-4456-BBE6-1AB566FDAAC4}" dt="2024-06-08T11:40:46.841" v="4477"/>
          <ac:spMkLst>
            <pc:docMk/>
            <pc:sldMk cId="1361712586" sldId="290"/>
            <ac:spMk id="30" creationId="{1AF09F1F-3523-C25F-2846-529B6E33F246}"/>
          </ac:spMkLst>
        </pc:spChg>
        <pc:spChg chg="mod">
          <ac:chgData name="MAKRIN Real" userId="9a9b7bc253003971" providerId="LiveId" clId="{7A809C10-28BE-4456-BBE6-1AB566FDAAC4}" dt="2024-06-07T13:07:05.271" v="2794" actId="692"/>
          <ac:spMkLst>
            <pc:docMk/>
            <pc:sldMk cId="1361712586" sldId="290"/>
            <ac:spMk id="34" creationId="{C9FD8BD3-749D-9053-DB57-932210B87128}"/>
          </ac:spMkLst>
        </pc:spChg>
        <pc:spChg chg="add del mod">
          <ac:chgData name="MAKRIN Real" userId="9a9b7bc253003971" providerId="LiveId" clId="{7A809C10-28BE-4456-BBE6-1AB566FDAAC4}" dt="2024-06-07T13:04:37.226" v="2781" actId="478"/>
          <ac:spMkLst>
            <pc:docMk/>
            <pc:sldMk cId="1361712586" sldId="290"/>
            <ac:spMk id="35" creationId="{290049B6-2224-BBD5-2246-50C89A99A7D0}"/>
          </ac:spMkLst>
        </pc:spChg>
        <pc:spChg chg="add mod">
          <ac:chgData name="MAKRIN Real" userId="9a9b7bc253003971" providerId="LiveId" clId="{7A809C10-28BE-4456-BBE6-1AB566FDAAC4}" dt="2024-06-08T11:41:21.631" v="4483"/>
          <ac:spMkLst>
            <pc:docMk/>
            <pc:sldMk cId="1361712586" sldId="290"/>
            <ac:spMk id="35" creationId="{993F5E08-8ED8-CC8B-E618-6DB2C4C91377}"/>
          </ac:spMkLst>
        </pc:spChg>
        <pc:spChg chg="add mod ord">
          <ac:chgData name="MAKRIN Real" userId="9a9b7bc253003971" providerId="LiveId" clId="{7A809C10-28BE-4456-BBE6-1AB566FDAAC4}" dt="2024-06-08T11:01:00.234" v="3646" actId="207"/>
          <ac:spMkLst>
            <pc:docMk/>
            <pc:sldMk cId="1361712586" sldId="290"/>
            <ac:spMk id="36" creationId="{26F58074-9866-34D8-4EB6-1BC57CED59A1}"/>
          </ac:spMkLst>
        </pc:spChg>
        <pc:spChg chg="add mod ord">
          <ac:chgData name="MAKRIN Real" userId="9a9b7bc253003971" providerId="LiveId" clId="{7A809C10-28BE-4456-BBE6-1AB566FDAAC4}" dt="2024-06-08T11:01:04.248" v="3647" actId="207"/>
          <ac:spMkLst>
            <pc:docMk/>
            <pc:sldMk cId="1361712586" sldId="290"/>
            <ac:spMk id="37" creationId="{F691404F-BC7B-B131-8EEC-9A1B15CFEA73}"/>
          </ac:spMkLst>
        </pc:spChg>
        <pc:spChg chg="add del mod">
          <ac:chgData name="MAKRIN Real" userId="9a9b7bc253003971" providerId="LiveId" clId="{7A809C10-28BE-4456-BBE6-1AB566FDAAC4}" dt="2024-06-07T13:12:43.732" v="2940" actId="478"/>
          <ac:spMkLst>
            <pc:docMk/>
            <pc:sldMk cId="1361712586" sldId="290"/>
            <ac:spMk id="38" creationId="{4DCD528B-9755-98DB-8560-01FB4E8BB56B}"/>
          </ac:spMkLst>
        </pc:spChg>
        <pc:spChg chg="add mod">
          <ac:chgData name="MAKRIN Real" userId="9a9b7bc253003971" providerId="LiveId" clId="{7A809C10-28BE-4456-BBE6-1AB566FDAAC4}" dt="2024-06-08T11:41:21.631" v="4483"/>
          <ac:spMkLst>
            <pc:docMk/>
            <pc:sldMk cId="1361712586" sldId="290"/>
            <ac:spMk id="38" creationId="{77C385E8-557A-5F04-8B36-CA5CA5E638F0}"/>
          </ac:spMkLst>
        </pc:spChg>
        <pc:spChg chg="add del mod">
          <ac:chgData name="MAKRIN Real" userId="9a9b7bc253003971" providerId="LiveId" clId="{7A809C10-28BE-4456-BBE6-1AB566FDAAC4}" dt="2024-06-07T13:12:43.732" v="2940" actId="478"/>
          <ac:spMkLst>
            <pc:docMk/>
            <pc:sldMk cId="1361712586" sldId="290"/>
            <ac:spMk id="39" creationId="{0BE53F10-E906-EB47-EB40-D4B213879DC3}"/>
          </ac:spMkLst>
        </pc:spChg>
        <pc:spChg chg="add mod">
          <ac:chgData name="MAKRIN Real" userId="9a9b7bc253003971" providerId="LiveId" clId="{7A809C10-28BE-4456-BBE6-1AB566FDAAC4}" dt="2024-06-08T11:41:21.631" v="4483"/>
          <ac:spMkLst>
            <pc:docMk/>
            <pc:sldMk cId="1361712586" sldId="290"/>
            <ac:spMk id="39" creationId="{6581F614-FBB1-EB32-AD9F-B79F6B8B6E48}"/>
          </ac:spMkLst>
        </pc:spChg>
        <pc:spChg chg="add del mod">
          <ac:chgData name="MAKRIN Real" userId="9a9b7bc253003971" providerId="LiveId" clId="{7A809C10-28BE-4456-BBE6-1AB566FDAAC4}" dt="2024-06-07T13:12:43.732" v="2940" actId="478"/>
          <ac:spMkLst>
            <pc:docMk/>
            <pc:sldMk cId="1361712586" sldId="290"/>
            <ac:spMk id="40" creationId="{0EA50BFE-EC35-FB81-2BA7-B252935BEE8A}"/>
          </ac:spMkLst>
        </pc:spChg>
        <pc:spChg chg="add mod">
          <ac:chgData name="MAKRIN Real" userId="9a9b7bc253003971" providerId="LiveId" clId="{7A809C10-28BE-4456-BBE6-1AB566FDAAC4}" dt="2024-06-08T11:41:21.631" v="4483"/>
          <ac:spMkLst>
            <pc:docMk/>
            <pc:sldMk cId="1361712586" sldId="290"/>
            <ac:spMk id="40" creationId="{1A89E44B-0CA1-FF15-3355-F53EF8975BAE}"/>
          </ac:spMkLst>
        </pc:spChg>
        <pc:spChg chg="add mod">
          <ac:chgData name="MAKRIN Real" userId="9a9b7bc253003971" providerId="LiveId" clId="{7A809C10-28BE-4456-BBE6-1AB566FDAAC4}" dt="2024-06-08T11:41:21.631" v="4483"/>
          <ac:spMkLst>
            <pc:docMk/>
            <pc:sldMk cId="1361712586" sldId="290"/>
            <ac:spMk id="41" creationId="{04A349F2-77B3-2B33-A95B-50F148D82E38}"/>
          </ac:spMkLst>
        </pc:spChg>
      </pc:sldChg>
      <pc:sldChg chg="addSp delSp modSp add mod">
        <pc:chgData name="MAKRIN Real" userId="9a9b7bc253003971" providerId="LiveId" clId="{7A809C10-28BE-4456-BBE6-1AB566FDAAC4}" dt="2024-06-08T11:41:06.095" v="4481" actId="20577"/>
        <pc:sldMkLst>
          <pc:docMk/>
          <pc:sldMk cId="1273988424" sldId="291"/>
        </pc:sldMkLst>
        <pc:spChg chg="mod">
          <ac:chgData name="MAKRIN Real" userId="9a9b7bc253003971" providerId="LiveId" clId="{7A809C10-28BE-4456-BBE6-1AB566FDAAC4}" dt="2024-06-08T11:41:06.095" v="4481" actId="20577"/>
          <ac:spMkLst>
            <pc:docMk/>
            <pc:sldMk cId="1273988424" sldId="291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06:29.788" v="3813" actId="207"/>
          <ac:spMkLst>
            <pc:docMk/>
            <pc:sldMk cId="1273988424" sldId="291"/>
            <ac:spMk id="6" creationId="{65BE2F38-71C6-32A8-8012-53EDAAE68FDB}"/>
          </ac:spMkLst>
        </pc:spChg>
        <pc:spChg chg="mod">
          <ac:chgData name="MAKRIN Real" userId="9a9b7bc253003971" providerId="LiveId" clId="{7A809C10-28BE-4456-BBE6-1AB566FDAAC4}" dt="2024-06-08T10:55:43.216" v="3171" actId="207"/>
          <ac:spMkLst>
            <pc:docMk/>
            <pc:sldMk cId="1273988424" sldId="291"/>
            <ac:spMk id="13" creationId="{12D79B04-D5DB-C243-42BC-D6646FFDFEA1}"/>
          </ac:spMkLst>
        </pc:spChg>
        <pc:spChg chg="del mod">
          <ac:chgData name="MAKRIN Real" userId="9a9b7bc253003971" providerId="LiveId" clId="{7A809C10-28BE-4456-BBE6-1AB566FDAAC4}" dt="2024-06-08T10:55:33.757" v="3169" actId="478"/>
          <ac:spMkLst>
            <pc:docMk/>
            <pc:sldMk cId="1273988424" sldId="291"/>
            <ac:spMk id="30" creationId="{1AF09F1F-3523-C25F-2846-529B6E33F246}"/>
          </ac:spMkLst>
        </pc:spChg>
        <pc:spChg chg="add mod">
          <ac:chgData name="MAKRIN Real" userId="9a9b7bc253003971" providerId="LiveId" clId="{7A809C10-28BE-4456-BBE6-1AB566FDAAC4}" dt="2024-06-08T11:01:34.988" v="3653" actId="207"/>
          <ac:spMkLst>
            <pc:docMk/>
            <pc:sldMk cId="1273988424" sldId="291"/>
            <ac:spMk id="35" creationId="{BC242D68-5FDA-CFF9-815E-AB8DB5E29B0B}"/>
          </ac:spMkLst>
        </pc:spChg>
        <pc:spChg chg="mod">
          <ac:chgData name="MAKRIN Real" userId="9a9b7bc253003971" providerId="LiveId" clId="{7A809C10-28BE-4456-BBE6-1AB566FDAAC4}" dt="2024-06-08T11:01:13.832" v="3648" actId="207"/>
          <ac:spMkLst>
            <pc:docMk/>
            <pc:sldMk cId="1273988424" sldId="291"/>
            <ac:spMk id="36" creationId="{26F58074-9866-34D8-4EB6-1BC57CED59A1}"/>
          </ac:spMkLst>
        </pc:spChg>
        <pc:spChg chg="mod">
          <ac:chgData name="MAKRIN Real" userId="9a9b7bc253003971" providerId="LiveId" clId="{7A809C10-28BE-4456-BBE6-1AB566FDAAC4}" dt="2024-06-08T11:01:20.309" v="3650" actId="207"/>
          <ac:spMkLst>
            <pc:docMk/>
            <pc:sldMk cId="1273988424" sldId="291"/>
            <ac:spMk id="37" creationId="{F691404F-BC7B-B131-8EEC-9A1B15CFEA73}"/>
          </ac:spMkLst>
        </pc:spChg>
        <pc:spChg chg="add mod">
          <ac:chgData name="MAKRIN Real" userId="9a9b7bc253003971" providerId="LiveId" clId="{7A809C10-28BE-4456-BBE6-1AB566FDAAC4}" dt="2024-06-08T11:19:18.123" v="4222" actId="1035"/>
          <ac:spMkLst>
            <pc:docMk/>
            <pc:sldMk cId="1273988424" sldId="291"/>
            <ac:spMk id="38" creationId="{0062E97A-971D-B368-6828-633B27EFC01D}"/>
          </ac:spMkLst>
        </pc:spChg>
        <pc:spChg chg="add mod">
          <ac:chgData name="MAKRIN Real" userId="9a9b7bc253003971" providerId="LiveId" clId="{7A809C10-28BE-4456-BBE6-1AB566FDAAC4}" dt="2024-06-08T11:19:25.818" v="4225" actId="14100"/>
          <ac:spMkLst>
            <pc:docMk/>
            <pc:sldMk cId="1273988424" sldId="291"/>
            <ac:spMk id="39" creationId="{B7A33FFC-C743-874A-A9EE-1989A70F69BC}"/>
          </ac:spMkLst>
        </pc:spChg>
        <pc:spChg chg="add mod">
          <ac:chgData name="MAKRIN Real" userId="9a9b7bc253003971" providerId="LiveId" clId="{7A809C10-28BE-4456-BBE6-1AB566FDAAC4}" dt="2024-06-08T11:19:38.455" v="4230" actId="1076"/>
          <ac:spMkLst>
            <pc:docMk/>
            <pc:sldMk cId="1273988424" sldId="291"/>
            <ac:spMk id="40" creationId="{9BA71734-0661-A9C0-C75F-B9C5E861914D}"/>
          </ac:spMkLst>
        </pc:spChg>
        <pc:spChg chg="add mod">
          <ac:chgData name="MAKRIN Real" userId="9a9b7bc253003971" providerId="LiveId" clId="{7A809C10-28BE-4456-BBE6-1AB566FDAAC4}" dt="2024-06-08T11:19:48.347" v="4235" actId="14100"/>
          <ac:spMkLst>
            <pc:docMk/>
            <pc:sldMk cId="1273988424" sldId="291"/>
            <ac:spMk id="41" creationId="{819FD9E8-0952-B77B-9795-349A8B89E9C4}"/>
          </ac:spMkLst>
        </pc:spChg>
        <pc:spChg chg="add mod">
          <ac:chgData name="MAKRIN Real" userId="9a9b7bc253003971" providerId="LiveId" clId="{7A809C10-28BE-4456-BBE6-1AB566FDAAC4}" dt="2024-06-08T11:20:06.395" v="4243" actId="14100"/>
          <ac:spMkLst>
            <pc:docMk/>
            <pc:sldMk cId="1273988424" sldId="291"/>
            <ac:spMk id="42" creationId="{5091B226-BB27-50E7-8D49-EBB8EC064C30}"/>
          </ac:spMkLst>
        </pc:spChg>
      </pc:sldChg>
      <pc:sldChg chg="addSp delSp modSp add mod">
        <pc:chgData name="MAKRIN Real" userId="9a9b7bc253003971" providerId="LiveId" clId="{7A809C10-28BE-4456-BBE6-1AB566FDAAC4}" dt="2024-06-08T11:18:57.832" v="4200" actId="14100"/>
        <pc:sldMkLst>
          <pc:docMk/>
          <pc:sldMk cId="746687634" sldId="292"/>
        </pc:sldMkLst>
        <pc:spChg chg="mod">
          <ac:chgData name="MAKRIN Real" userId="9a9b7bc253003971" providerId="LiveId" clId="{7A809C10-28BE-4456-BBE6-1AB566FDAAC4}" dt="2024-06-08T11:05:34.390" v="3803" actId="20577"/>
          <ac:spMkLst>
            <pc:docMk/>
            <pc:sldMk cId="746687634" sldId="292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06:34.710" v="3814" actId="207"/>
          <ac:spMkLst>
            <pc:docMk/>
            <pc:sldMk cId="746687634" sldId="292"/>
            <ac:spMk id="6" creationId="{65BE2F38-71C6-32A8-8012-53EDAAE68FDB}"/>
          </ac:spMkLst>
        </pc:spChg>
        <pc:spChg chg="mod">
          <ac:chgData name="MAKRIN Real" userId="9a9b7bc253003971" providerId="LiveId" clId="{7A809C10-28BE-4456-BBE6-1AB566FDAAC4}" dt="2024-06-08T10:57:21.379" v="3567" actId="1076"/>
          <ac:spMkLst>
            <pc:docMk/>
            <pc:sldMk cId="746687634" sldId="292"/>
            <ac:spMk id="13" creationId="{12D79B04-D5DB-C243-42BC-D6646FFDFEA1}"/>
          </ac:spMkLst>
        </pc:spChg>
        <pc:spChg chg="mod">
          <ac:chgData name="MAKRIN Real" userId="9a9b7bc253003971" providerId="LiveId" clId="{7A809C10-28BE-4456-BBE6-1AB566FDAAC4}" dt="2024-06-08T11:07:56.132" v="3862" actId="1076"/>
          <ac:spMkLst>
            <pc:docMk/>
            <pc:sldMk cId="746687634" sldId="292"/>
            <ac:spMk id="21" creationId="{2252A409-3188-D8C2-567F-1506BCE8AE37}"/>
          </ac:spMkLst>
        </pc:spChg>
        <pc:spChg chg="del">
          <ac:chgData name="MAKRIN Real" userId="9a9b7bc253003971" providerId="LiveId" clId="{7A809C10-28BE-4456-BBE6-1AB566FDAAC4}" dt="2024-06-08T10:57:37.099" v="3572" actId="478"/>
          <ac:spMkLst>
            <pc:docMk/>
            <pc:sldMk cId="746687634" sldId="292"/>
            <ac:spMk id="24" creationId="{503D03B5-76FB-1024-CFDF-527A0885C1DB}"/>
          </ac:spMkLst>
        </pc:spChg>
        <pc:spChg chg="mod">
          <ac:chgData name="MAKRIN Real" userId="9a9b7bc253003971" providerId="LiveId" clId="{7A809C10-28BE-4456-BBE6-1AB566FDAAC4}" dt="2024-06-08T10:57:48.002" v="3575" actId="1076"/>
          <ac:spMkLst>
            <pc:docMk/>
            <pc:sldMk cId="746687634" sldId="292"/>
            <ac:spMk id="25" creationId="{4D39AB76-3929-8812-82A2-051D70485663}"/>
          </ac:spMkLst>
        </pc:spChg>
        <pc:spChg chg="add mod">
          <ac:chgData name="MAKRIN Real" userId="9a9b7bc253003971" providerId="LiveId" clId="{7A809C10-28BE-4456-BBE6-1AB566FDAAC4}" dt="2024-06-08T11:02:53.551" v="3705" actId="20577"/>
          <ac:spMkLst>
            <pc:docMk/>
            <pc:sldMk cId="746687634" sldId="292"/>
            <ac:spMk id="30" creationId="{B588DDC8-6243-38B1-6981-BC9B6DEB36C5}"/>
          </ac:spMkLst>
        </pc:spChg>
        <pc:spChg chg="mod">
          <ac:chgData name="MAKRIN Real" userId="9a9b7bc253003971" providerId="LiveId" clId="{7A809C10-28BE-4456-BBE6-1AB566FDAAC4}" dt="2024-06-08T10:57:34.779" v="3571" actId="1076"/>
          <ac:spMkLst>
            <pc:docMk/>
            <pc:sldMk cId="746687634" sldId="292"/>
            <ac:spMk id="34" creationId="{C9FD8BD3-749D-9053-DB57-932210B87128}"/>
          </ac:spMkLst>
        </pc:spChg>
        <pc:spChg chg="mod">
          <ac:chgData name="MAKRIN Real" userId="9a9b7bc253003971" providerId="LiveId" clId="{7A809C10-28BE-4456-BBE6-1AB566FDAAC4}" dt="2024-06-08T10:57:26.154" v="3568" actId="1076"/>
          <ac:spMkLst>
            <pc:docMk/>
            <pc:sldMk cId="746687634" sldId="292"/>
            <ac:spMk id="35" creationId="{BC242D68-5FDA-CFF9-815E-AB8DB5E29B0B}"/>
          </ac:spMkLst>
        </pc:spChg>
        <pc:spChg chg="del">
          <ac:chgData name="MAKRIN Real" userId="9a9b7bc253003971" providerId="LiveId" clId="{7A809C10-28BE-4456-BBE6-1AB566FDAAC4}" dt="2024-06-08T10:57:39.419" v="3573" actId="478"/>
          <ac:spMkLst>
            <pc:docMk/>
            <pc:sldMk cId="746687634" sldId="292"/>
            <ac:spMk id="36" creationId="{26F58074-9866-34D8-4EB6-1BC57CED59A1}"/>
          </ac:spMkLst>
        </pc:spChg>
        <pc:spChg chg="del">
          <ac:chgData name="MAKRIN Real" userId="9a9b7bc253003971" providerId="LiveId" clId="{7A809C10-28BE-4456-BBE6-1AB566FDAAC4}" dt="2024-06-08T10:57:41.408" v="3574" actId="478"/>
          <ac:spMkLst>
            <pc:docMk/>
            <pc:sldMk cId="746687634" sldId="292"/>
            <ac:spMk id="37" creationId="{F691404F-BC7B-B131-8EEC-9A1B15CFEA73}"/>
          </ac:spMkLst>
        </pc:spChg>
        <pc:spChg chg="add mod">
          <ac:chgData name="MAKRIN Real" userId="9a9b7bc253003971" providerId="LiveId" clId="{7A809C10-28BE-4456-BBE6-1AB566FDAAC4}" dt="2024-06-08T11:03:04.099" v="3707" actId="20577"/>
          <ac:spMkLst>
            <pc:docMk/>
            <pc:sldMk cId="746687634" sldId="292"/>
            <ac:spMk id="38" creationId="{10278664-9ABD-E28B-8A97-A713EA1ECADB}"/>
          </ac:spMkLst>
        </pc:spChg>
        <pc:spChg chg="add mod">
          <ac:chgData name="MAKRIN Real" userId="9a9b7bc253003971" providerId="LiveId" clId="{7A809C10-28BE-4456-BBE6-1AB566FDAAC4}" dt="2024-06-08T11:18:57.832" v="4200" actId="14100"/>
          <ac:spMkLst>
            <pc:docMk/>
            <pc:sldMk cId="746687634" sldId="292"/>
            <ac:spMk id="39" creationId="{81CA059D-B16B-FEEE-D8F4-3195B25F0FD7}"/>
          </ac:spMkLst>
        </pc:spChg>
        <pc:spChg chg="add mod">
          <ac:chgData name="MAKRIN Real" userId="9a9b7bc253003971" providerId="LiveId" clId="{7A809C10-28BE-4456-BBE6-1AB566FDAAC4}" dt="2024-06-08T11:04:59.369" v="3788" actId="20577"/>
          <ac:spMkLst>
            <pc:docMk/>
            <pc:sldMk cId="746687634" sldId="292"/>
            <ac:spMk id="40" creationId="{FBC7D1ED-F8D1-514F-AA31-EA53246F7F35}"/>
          </ac:spMkLst>
        </pc:spChg>
        <pc:spChg chg="add mod">
          <ac:chgData name="MAKRIN Real" userId="9a9b7bc253003971" providerId="LiveId" clId="{7A809C10-28BE-4456-BBE6-1AB566FDAAC4}" dt="2024-06-08T11:08:04.785" v="3863" actId="1076"/>
          <ac:spMkLst>
            <pc:docMk/>
            <pc:sldMk cId="746687634" sldId="292"/>
            <ac:spMk id="41" creationId="{B9C02884-9DE6-8432-4A7D-8416FFF5E8B8}"/>
          </ac:spMkLst>
        </pc:spChg>
        <pc:spChg chg="add del mod">
          <ac:chgData name="MAKRIN Real" userId="9a9b7bc253003971" providerId="LiveId" clId="{7A809C10-28BE-4456-BBE6-1AB566FDAAC4}" dt="2024-06-08T11:18:49.384" v="4198" actId="478"/>
          <ac:spMkLst>
            <pc:docMk/>
            <pc:sldMk cId="746687634" sldId="292"/>
            <ac:spMk id="42" creationId="{EA245BF7-9DFB-C0B4-3EE3-EAE8A81BA780}"/>
          </ac:spMkLst>
        </pc:spChg>
      </pc:sldChg>
      <pc:sldChg chg="addSp modSp add mod">
        <pc:chgData name="MAKRIN Real" userId="9a9b7bc253003971" providerId="LiveId" clId="{7A809C10-28BE-4456-BBE6-1AB566FDAAC4}" dt="2024-06-08T11:42:03.309" v="4488"/>
        <pc:sldMkLst>
          <pc:docMk/>
          <pc:sldMk cId="1116679094" sldId="293"/>
        </pc:sldMkLst>
        <pc:spChg chg="mod">
          <ac:chgData name="MAKRIN Real" userId="9a9b7bc253003971" providerId="LiveId" clId="{7A809C10-28BE-4456-BBE6-1AB566FDAAC4}" dt="2024-06-08T11:40:55.732" v="4479" actId="20577"/>
          <ac:spMkLst>
            <pc:docMk/>
            <pc:sldMk cId="1116679094" sldId="293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42:03.309" v="4488"/>
          <ac:spMkLst>
            <pc:docMk/>
            <pc:sldMk cId="1116679094" sldId="293"/>
            <ac:spMk id="25" creationId="{4D39AB76-3929-8812-82A2-051D70485663}"/>
          </ac:spMkLst>
        </pc:spChg>
        <pc:spChg chg="add mod">
          <ac:chgData name="MAKRIN Real" userId="9a9b7bc253003971" providerId="LiveId" clId="{7A809C10-28BE-4456-BBE6-1AB566FDAAC4}" dt="2024-06-08T11:41:17.150" v="4482"/>
          <ac:spMkLst>
            <pc:docMk/>
            <pc:sldMk cId="1116679094" sldId="293"/>
            <ac:spMk id="35" creationId="{33FD4A38-F924-AD60-79FD-5CC7B5B58899}"/>
          </ac:spMkLst>
        </pc:spChg>
        <pc:spChg chg="mod ord">
          <ac:chgData name="MAKRIN Real" userId="9a9b7bc253003971" providerId="LiveId" clId="{7A809C10-28BE-4456-BBE6-1AB566FDAAC4}" dt="2024-06-08T11:08:59.685" v="3932" actId="207"/>
          <ac:spMkLst>
            <pc:docMk/>
            <pc:sldMk cId="1116679094" sldId="293"/>
            <ac:spMk id="36" creationId="{26F58074-9866-34D8-4EB6-1BC57CED59A1}"/>
          </ac:spMkLst>
        </pc:spChg>
        <pc:spChg chg="add mod">
          <ac:chgData name="MAKRIN Real" userId="9a9b7bc253003971" providerId="LiveId" clId="{7A809C10-28BE-4456-BBE6-1AB566FDAAC4}" dt="2024-06-08T11:41:17.150" v="4482"/>
          <ac:spMkLst>
            <pc:docMk/>
            <pc:sldMk cId="1116679094" sldId="293"/>
            <ac:spMk id="38" creationId="{EDB2215F-1D8E-2D04-44A4-7676263E6A05}"/>
          </ac:spMkLst>
        </pc:spChg>
        <pc:spChg chg="add mod">
          <ac:chgData name="MAKRIN Real" userId="9a9b7bc253003971" providerId="LiveId" clId="{7A809C10-28BE-4456-BBE6-1AB566FDAAC4}" dt="2024-06-08T11:41:17.150" v="4482"/>
          <ac:spMkLst>
            <pc:docMk/>
            <pc:sldMk cId="1116679094" sldId="293"/>
            <ac:spMk id="39" creationId="{958271FD-521E-AE25-41E6-A442C9F04DBA}"/>
          </ac:spMkLst>
        </pc:spChg>
        <pc:spChg chg="add mod">
          <ac:chgData name="MAKRIN Real" userId="9a9b7bc253003971" providerId="LiveId" clId="{7A809C10-28BE-4456-BBE6-1AB566FDAAC4}" dt="2024-06-08T11:41:17.150" v="4482"/>
          <ac:spMkLst>
            <pc:docMk/>
            <pc:sldMk cId="1116679094" sldId="293"/>
            <ac:spMk id="40" creationId="{155EF0D1-970E-ED7D-FD14-83A99347CE18}"/>
          </ac:spMkLst>
        </pc:spChg>
        <pc:spChg chg="add mod">
          <ac:chgData name="MAKRIN Real" userId="9a9b7bc253003971" providerId="LiveId" clId="{7A809C10-28BE-4456-BBE6-1AB566FDAAC4}" dt="2024-06-08T11:41:17.150" v="4482"/>
          <ac:spMkLst>
            <pc:docMk/>
            <pc:sldMk cId="1116679094" sldId="293"/>
            <ac:spMk id="41" creationId="{6C72B6B5-925D-7DD2-CA54-1699ABC42A85}"/>
          </ac:spMkLst>
        </pc:spChg>
      </pc:sldChg>
      <pc:sldChg chg="addSp delSp modSp add mod ord">
        <pc:chgData name="MAKRIN Real" userId="9a9b7bc253003971" providerId="LiveId" clId="{7A809C10-28BE-4456-BBE6-1AB566FDAAC4}" dt="2024-06-08T11:42:22.506" v="4489"/>
        <pc:sldMkLst>
          <pc:docMk/>
          <pc:sldMk cId="3941057108" sldId="294"/>
        </pc:sldMkLst>
        <pc:spChg chg="mod">
          <ac:chgData name="MAKRIN Real" userId="9a9b7bc253003971" providerId="LiveId" clId="{7A809C10-28BE-4456-BBE6-1AB566FDAAC4}" dt="2024-06-08T11:14:14.170" v="4049" actId="20577"/>
          <ac:spMkLst>
            <pc:docMk/>
            <pc:sldMk cId="3941057108" sldId="294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09:27.939" v="3967" actId="1036"/>
          <ac:spMkLst>
            <pc:docMk/>
            <pc:sldMk cId="3941057108" sldId="294"/>
            <ac:spMk id="13" creationId="{12D79B04-D5DB-C243-42BC-D6646FFDFEA1}"/>
          </ac:spMkLst>
        </pc:spChg>
        <pc:spChg chg="del">
          <ac:chgData name="MAKRIN Real" userId="9a9b7bc253003971" providerId="LiveId" clId="{7A809C10-28BE-4456-BBE6-1AB566FDAAC4}" dt="2024-06-08T11:09:42.766" v="4002" actId="478"/>
          <ac:spMkLst>
            <pc:docMk/>
            <pc:sldMk cId="3941057108" sldId="294"/>
            <ac:spMk id="24" creationId="{503D03B5-76FB-1024-CFDF-527A0885C1DB}"/>
          </ac:spMkLst>
        </pc:spChg>
        <pc:spChg chg="mod">
          <ac:chgData name="MAKRIN Real" userId="9a9b7bc253003971" providerId="LiveId" clId="{7A809C10-28BE-4456-BBE6-1AB566FDAAC4}" dt="2024-06-08T11:09:27.939" v="3967" actId="1036"/>
          <ac:spMkLst>
            <pc:docMk/>
            <pc:sldMk cId="3941057108" sldId="294"/>
            <ac:spMk id="25" creationId="{4D39AB76-3929-8812-82A2-051D70485663}"/>
          </ac:spMkLst>
        </pc:spChg>
        <pc:spChg chg="del">
          <ac:chgData name="MAKRIN Real" userId="9a9b7bc253003971" providerId="LiveId" clId="{7A809C10-28BE-4456-BBE6-1AB566FDAAC4}" dt="2024-06-08T11:09:45.057" v="4003" actId="478"/>
          <ac:spMkLst>
            <pc:docMk/>
            <pc:sldMk cId="3941057108" sldId="294"/>
            <ac:spMk id="30" creationId="{1AF09F1F-3523-C25F-2846-529B6E33F246}"/>
          </ac:spMkLst>
        </pc:spChg>
        <pc:spChg chg="mod">
          <ac:chgData name="MAKRIN Real" userId="9a9b7bc253003971" providerId="LiveId" clId="{7A809C10-28BE-4456-BBE6-1AB566FDAAC4}" dt="2024-06-08T11:09:35.441" v="4001" actId="1035"/>
          <ac:spMkLst>
            <pc:docMk/>
            <pc:sldMk cId="3941057108" sldId="294"/>
            <ac:spMk id="34" creationId="{C9FD8BD3-749D-9053-DB57-932210B87128}"/>
          </ac:spMkLst>
        </pc:spChg>
        <pc:spChg chg="add mod">
          <ac:chgData name="MAKRIN Real" userId="9a9b7bc253003971" providerId="LiveId" clId="{7A809C10-28BE-4456-BBE6-1AB566FDAAC4}" dt="2024-06-08T11:09:54.329" v="4008" actId="20577"/>
          <ac:spMkLst>
            <pc:docMk/>
            <pc:sldMk cId="3941057108" sldId="294"/>
            <ac:spMk id="35" creationId="{A17236E5-CA93-9BBD-77EF-7406A4DA70EC}"/>
          </ac:spMkLst>
        </pc:spChg>
        <pc:spChg chg="mod">
          <ac:chgData name="MAKRIN Real" userId="9a9b7bc253003971" providerId="LiveId" clId="{7A809C10-28BE-4456-BBE6-1AB566FDAAC4}" dt="2024-06-08T11:09:27.939" v="3967" actId="1036"/>
          <ac:spMkLst>
            <pc:docMk/>
            <pc:sldMk cId="3941057108" sldId="294"/>
            <ac:spMk id="36" creationId="{26F58074-9866-34D8-4EB6-1BC57CED59A1}"/>
          </ac:spMkLst>
        </pc:spChg>
        <pc:spChg chg="del">
          <ac:chgData name="MAKRIN Real" userId="9a9b7bc253003971" providerId="LiveId" clId="{7A809C10-28BE-4456-BBE6-1AB566FDAAC4}" dt="2024-06-08T11:09:47.158" v="4004" actId="478"/>
          <ac:spMkLst>
            <pc:docMk/>
            <pc:sldMk cId="3941057108" sldId="294"/>
            <ac:spMk id="37" creationId="{F691404F-BC7B-B131-8EEC-9A1B15CFEA73}"/>
          </ac:spMkLst>
        </pc:spChg>
        <pc:spChg chg="add mod ord">
          <ac:chgData name="MAKRIN Real" userId="9a9b7bc253003971" providerId="LiveId" clId="{7A809C10-28BE-4456-BBE6-1AB566FDAAC4}" dt="2024-06-08T11:42:22.506" v="4489"/>
          <ac:spMkLst>
            <pc:docMk/>
            <pc:sldMk cId="3941057108" sldId="294"/>
            <ac:spMk id="38" creationId="{AFA57322-3F39-7115-4C77-803CC33702BB}"/>
          </ac:spMkLst>
        </pc:spChg>
        <pc:spChg chg="add mod">
          <ac:chgData name="MAKRIN Real" userId="9a9b7bc253003971" providerId="LiveId" clId="{7A809C10-28BE-4456-BBE6-1AB566FDAAC4}" dt="2024-06-08T11:20:44.955" v="4263" actId="20577"/>
          <ac:spMkLst>
            <pc:docMk/>
            <pc:sldMk cId="3941057108" sldId="294"/>
            <ac:spMk id="39" creationId="{189EFDC1-F0E3-464E-ABB6-19B4F22BE8AB}"/>
          </ac:spMkLst>
        </pc:spChg>
        <pc:spChg chg="add mod">
          <ac:chgData name="MAKRIN Real" userId="9a9b7bc253003971" providerId="LiveId" clId="{7A809C10-28BE-4456-BBE6-1AB566FDAAC4}" dt="2024-06-08T11:19:03.519" v="4201"/>
          <ac:spMkLst>
            <pc:docMk/>
            <pc:sldMk cId="3941057108" sldId="294"/>
            <ac:spMk id="40" creationId="{52CCE660-173E-8552-AE5E-673EA5F366A9}"/>
          </ac:spMkLst>
        </pc:spChg>
      </pc:sldChg>
      <pc:sldChg chg="addSp delSp modSp add mod">
        <pc:chgData name="MAKRIN Real" userId="9a9b7bc253003971" providerId="LiveId" clId="{7A809C10-28BE-4456-BBE6-1AB566FDAAC4}" dt="2024-06-08T11:27:38.918" v="4375" actId="207"/>
        <pc:sldMkLst>
          <pc:docMk/>
          <pc:sldMk cId="2668934749" sldId="295"/>
        </pc:sldMkLst>
        <pc:spChg chg="mod">
          <ac:chgData name="MAKRIN Real" userId="9a9b7bc253003971" providerId="LiveId" clId="{7A809C10-28BE-4456-BBE6-1AB566FDAAC4}" dt="2024-06-08T11:14:31.433" v="4057" actId="20577"/>
          <ac:spMkLst>
            <pc:docMk/>
            <pc:sldMk cId="2668934749" sldId="295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21:12.052" v="4267" actId="14100"/>
          <ac:spMkLst>
            <pc:docMk/>
            <pc:sldMk cId="2668934749" sldId="295"/>
            <ac:spMk id="13" creationId="{12D79B04-D5DB-C243-42BC-D6646FFDFEA1}"/>
          </ac:spMkLst>
        </pc:spChg>
        <pc:spChg chg="add del mod">
          <ac:chgData name="MAKRIN Real" userId="9a9b7bc253003971" providerId="LiveId" clId="{7A809C10-28BE-4456-BBE6-1AB566FDAAC4}" dt="2024-06-08T11:27:38.918" v="4375" actId="207"/>
          <ac:spMkLst>
            <pc:docMk/>
            <pc:sldMk cId="2668934749" sldId="295"/>
            <ac:spMk id="24" creationId="{74D8B13A-D529-A661-AA27-BCC1CF869AAC}"/>
          </ac:spMkLst>
        </pc:spChg>
        <pc:spChg chg="mod">
          <ac:chgData name="MAKRIN Real" userId="9a9b7bc253003971" providerId="LiveId" clId="{7A809C10-28BE-4456-BBE6-1AB566FDAAC4}" dt="2024-06-08T11:21:19.499" v="4268" actId="1076"/>
          <ac:spMkLst>
            <pc:docMk/>
            <pc:sldMk cId="2668934749" sldId="295"/>
            <ac:spMk id="25" creationId="{4D39AB76-3929-8812-82A2-051D70485663}"/>
          </ac:spMkLst>
        </pc:spChg>
        <pc:spChg chg="add del mod">
          <ac:chgData name="MAKRIN Real" userId="9a9b7bc253003971" providerId="LiveId" clId="{7A809C10-28BE-4456-BBE6-1AB566FDAAC4}" dt="2024-06-08T11:16:54.066" v="4096" actId="478"/>
          <ac:spMkLst>
            <pc:docMk/>
            <pc:sldMk cId="2668934749" sldId="295"/>
            <ac:spMk id="30" creationId="{660A791B-BF23-6871-360D-98AEB1A6151D}"/>
          </ac:spMkLst>
        </pc:spChg>
        <pc:spChg chg="mod">
          <ac:chgData name="MAKRIN Real" userId="9a9b7bc253003971" providerId="LiveId" clId="{7A809C10-28BE-4456-BBE6-1AB566FDAAC4}" dt="2024-06-08T11:21:19.499" v="4268" actId="1076"/>
          <ac:spMkLst>
            <pc:docMk/>
            <pc:sldMk cId="2668934749" sldId="295"/>
            <ac:spMk id="34" creationId="{C9FD8BD3-749D-9053-DB57-932210B87128}"/>
          </ac:spMkLst>
        </pc:spChg>
        <pc:spChg chg="del">
          <ac:chgData name="MAKRIN Real" userId="9a9b7bc253003971" providerId="LiveId" clId="{7A809C10-28BE-4456-BBE6-1AB566FDAAC4}" dt="2024-06-08T11:14:43.573" v="4058" actId="478"/>
          <ac:spMkLst>
            <pc:docMk/>
            <pc:sldMk cId="2668934749" sldId="295"/>
            <ac:spMk id="36" creationId="{26F58074-9866-34D8-4EB6-1BC57CED59A1}"/>
          </ac:spMkLst>
        </pc:spChg>
        <pc:spChg chg="add del mod">
          <ac:chgData name="MAKRIN Real" userId="9a9b7bc253003971" providerId="LiveId" clId="{7A809C10-28BE-4456-BBE6-1AB566FDAAC4}" dt="2024-06-08T11:16:53.554" v="4095" actId="478"/>
          <ac:spMkLst>
            <pc:docMk/>
            <pc:sldMk cId="2668934749" sldId="295"/>
            <ac:spMk id="37" creationId="{8CD9DF93-D9CC-DECB-8DF4-D0E5CD31FA02}"/>
          </ac:spMkLst>
        </pc:spChg>
        <pc:spChg chg="mod ord">
          <ac:chgData name="MAKRIN Real" userId="9a9b7bc253003971" providerId="LiveId" clId="{7A809C10-28BE-4456-BBE6-1AB566FDAAC4}" dt="2024-06-08T11:15:25.829" v="4067" actId="171"/>
          <ac:spMkLst>
            <pc:docMk/>
            <pc:sldMk cId="2668934749" sldId="295"/>
            <ac:spMk id="38" creationId="{AFA57322-3F39-7115-4C77-803CC33702BB}"/>
          </ac:spMkLst>
        </pc:spChg>
      </pc:sldChg>
      <pc:sldChg chg="addSp modSp add mod">
        <pc:chgData name="MAKRIN Real" userId="9a9b7bc253003971" providerId="LiveId" clId="{7A809C10-28BE-4456-BBE6-1AB566FDAAC4}" dt="2024-06-08T11:27:18.042" v="4372" actId="207"/>
        <pc:sldMkLst>
          <pc:docMk/>
          <pc:sldMk cId="3961996823" sldId="296"/>
        </pc:sldMkLst>
        <pc:spChg chg="mod">
          <ac:chgData name="MAKRIN Real" userId="9a9b7bc253003971" providerId="LiveId" clId="{7A809C10-28BE-4456-BBE6-1AB566FDAAC4}" dt="2024-06-08T11:21:35.733" v="4273" actId="20577"/>
          <ac:spMkLst>
            <pc:docMk/>
            <pc:sldMk cId="3961996823" sldId="296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26:59.952" v="4367" actId="207"/>
          <ac:spMkLst>
            <pc:docMk/>
            <pc:sldMk cId="3961996823" sldId="296"/>
            <ac:spMk id="24" creationId="{74D8B13A-D529-A661-AA27-BCC1CF869AAC}"/>
          </ac:spMkLst>
        </pc:spChg>
        <pc:spChg chg="add mod">
          <ac:chgData name="MAKRIN Real" userId="9a9b7bc253003971" providerId="LiveId" clId="{7A809C10-28BE-4456-BBE6-1AB566FDAAC4}" dt="2024-06-08T11:27:12.876" v="4370" actId="207"/>
          <ac:spMkLst>
            <pc:docMk/>
            <pc:sldMk cId="3961996823" sldId="296"/>
            <ac:spMk id="30" creationId="{E1703216-DAC2-31D9-F3DE-3A4F95AC784A}"/>
          </ac:spMkLst>
        </pc:spChg>
        <pc:spChg chg="add mod">
          <ac:chgData name="MAKRIN Real" userId="9a9b7bc253003971" providerId="LiveId" clId="{7A809C10-28BE-4456-BBE6-1AB566FDAAC4}" dt="2024-06-08T11:27:18.042" v="4372" actId="207"/>
          <ac:spMkLst>
            <pc:docMk/>
            <pc:sldMk cId="3961996823" sldId="296"/>
            <ac:spMk id="36" creationId="{904F523E-3E4F-4E98-449A-35F5181713F0}"/>
          </ac:spMkLst>
        </pc:spChg>
        <pc:spChg chg="add mod">
          <ac:chgData name="MAKRIN Real" userId="9a9b7bc253003971" providerId="LiveId" clId="{7A809C10-28BE-4456-BBE6-1AB566FDAAC4}" dt="2024-06-08T11:22:29.099" v="4304" actId="13822"/>
          <ac:spMkLst>
            <pc:docMk/>
            <pc:sldMk cId="3961996823" sldId="296"/>
            <ac:spMk id="37" creationId="{507EFCF9-2E40-FA59-4A69-EA9C962C26F2}"/>
          </ac:spMkLst>
        </pc:spChg>
        <pc:spChg chg="add mod">
          <ac:chgData name="MAKRIN Real" userId="9a9b7bc253003971" providerId="LiveId" clId="{7A809C10-28BE-4456-BBE6-1AB566FDAAC4}" dt="2024-06-08T11:22:48.341" v="4310" actId="14100"/>
          <ac:spMkLst>
            <pc:docMk/>
            <pc:sldMk cId="3961996823" sldId="296"/>
            <ac:spMk id="39" creationId="{86FFAE07-F297-B4D8-2336-A7F9A05318B3}"/>
          </ac:spMkLst>
        </pc:spChg>
        <pc:spChg chg="add mod">
          <ac:chgData name="MAKRIN Real" userId="9a9b7bc253003971" providerId="LiveId" clId="{7A809C10-28BE-4456-BBE6-1AB566FDAAC4}" dt="2024-06-08T11:23:03.821" v="4317" actId="13822"/>
          <ac:spMkLst>
            <pc:docMk/>
            <pc:sldMk cId="3961996823" sldId="296"/>
            <ac:spMk id="40" creationId="{284E1495-D29F-6946-7388-88213FFCFF73}"/>
          </ac:spMkLst>
        </pc:spChg>
        <pc:spChg chg="add mod">
          <ac:chgData name="MAKRIN Real" userId="9a9b7bc253003971" providerId="LiveId" clId="{7A809C10-28BE-4456-BBE6-1AB566FDAAC4}" dt="2024-06-08T11:23:31.369" v="4332" actId="1076"/>
          <ac:spMkLst>
            <pc:docMk/>
            <pc:sldMk cId="3961996823" sldId="296"/>
            <ac:spMk id="41" creationId="{20A6FD6F-CF89-9A78-0D2C-6E6678055AA8}"/>
          </ac:spMkLst>
        </pc:spChg>
        <pc:spChg chg="add mod modCrop">
          <ac:chgData name="MAKRIN Real" userId="9a9b7bc253003971" providerId="LiveId" clId="{7A809C10-28BE-4456-BBE6-1AB566FDAAC4}" dt="2024-06-08T11:25:22.099" v="4353" actId="14100"/>
          <ac:spMkLst>
            <pc:docMk/>
            <pc:sldMk cId="3961996823" sldId="296"/>
            <ac:spMk id="42" creationId="{A1F02DA7-ABE6-77E1-A2D5-B42F6B282F20}"/>
          </ac:spMkLst>
        </pc:spChg>
      </pc:sldChg>
      <pc:sldChg chg="modSp add mod">
        <pc:chgData name="MAKRIN Real" userId="9a9b7bc253003971" providerId="LiveId" clId="{7A809C10-28BE-4456-BBE6-1AB566FDAAC4}" dt="2024-06-08T11:42:59.419" v="4491"/>
        <pc:sldMkLst>
          <pc:docMk/>
          <pc:sldMk cId="885005450" sldId="297"/>
        </pc:sldMkLst>
        <pc:spChg chg="mod">
          <ac:chgData name="MAKRIN Real" userId="9a9b7bc253003971" providerId="LiveId" clId="{7A809C10-28BE-4456-BBE6-1AB566FDAAC4}" dt="2024-06-08T11:25:30.833" v="4356" actId="20577"/>
          <ac:spMkLst>
            <pc:docMk/>
            <pc:sldMk cId="885005450" sldId="297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27:56.018" v="4377" actId="207"/>
          <ac:spMkLst>
            <pc:docMk/>
            <pc:sldMk cId="885005450" sldId="297"/>
            <ac:spMk id="24" creationId="{74D8B13A-D529-A661-AA27-BCC1CF869AAC}"/>
          </ac:spMkLst>
        </pc:spChg>
        <pc:spChg chg="mod">
          <ac:chgData name="MAKRIN Real" userId="9a9b7bc253003971" providerId="LiveId" clId="{7A809C10-28BE-4456-BBE6-1AB566FDAAC4}" dt="2024-06-08T11:42:59.419" v="4491"/>
          <ac:spMkLst>
            <pc:docMk/>
            <pc:sldMk cId="885005450" sldId="297"/>
            <ac:spMk id="30" creationId="{E1703216-DAC2-31D9-F3DE-3A4F95AC784A}"/>
          </ac:spMkLst>
        </pc:spChg>
        <pc:spChg chg="mod">
          <ac:chgData name="MAKRIN Real" userId="9a9b7bc253003971" providerId="LiveId" clId="{7A809C10-28BE-4456-BBE6-1AB566FDAAC4}" dt="2024-06-08T11:42:49.626" v="4490"/>
          <ac:spMkLst>
            <pc:docMk/>
            <pc:sldMk cId="885005450" sldId="297"/>
            <ac:spMk id="36" creationId="{904F523E-3E4F-4E98-449A-35F5181713F0}"/>
          </ac:spMkLst>
        </pc:spChg>
        <pc:spChg chg="mod">
          <ac:chgData name="MAKRIN Real" userId="9a9b7bc253003971" providerId="LiveId" clId="{7A809C10-28BE-4456-BBE6-1AB566FDAAC4}" dt="2024-06-08T11:25:40.810" v="4358" actId="1076"/>
          <ac:spMkLst>
            <pc:docMk/>
            <pc:sldMk cId="885005450" sldId="297"/>
            <ac:spMk id="42" creationId="{A1F02DA7-ABE6-77E1-A2D5-B42F6B282F20}"/>
          </ac:spMkLst>
        </pc:spChg>
      </pc:sldChg>
      <pc:sldChg chg="add del">
        <pc:chgData name="MAKRIN Real" userId="9a9b7bc253003971" providerId="LiveId" clId="{7A809C10-28BE-4456-BBE6-1AB566FDAAC4}" dt="2024-06-08T11:23:41.729" v="4334" actId="47"/>
        <pc:sldMkLst>
          <pc:docMk/>
          <pc:sldMk cId="892018411" sldId="297"/>
        </pc:sldMkLst>
      </pc:sldChg>
      <pc:sldChg chg="delSp modSp add mod">
        <pc:chgData name="MAKRIN Real" userId="9a9b7bc253003971" providerId="LiveId" clId="{7A809C10-28BE-4456-BBE6-1AB566FDAAC4}" dt="2024-06-08T11:44:23.616" v="4501"/>
        <pc:sldMkLst>
          <pc:docMk/>
          <pc:sldMk cId="1014360200" sldId="298"/>
        </pc:sldMkLst>
        <pc:spChg chg="mod">
          <ac:chgData name="MAKRIN Real" userId="9a9b7bc253003971" providerId="LiveId" clId="{7A809C10-28BE-4456-BBE6-1AB566FDAAC4}" dt="2024-06-08T11:25:52.794" v="4361" actId="20577"/>
          <ac:spMkLst>
            <pc:docMk/>
            <pc:sldMk cId="1014360200" sldId="298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43:24.554" v="4494"/>
          <ac:spMkLst>
            <pc:docMk/>
            <pc:sldMk cId="1014360200" sldId="298"/>
            <ac:spMk id="24" creationId="{74D8B13A-D529-A661-AA27-BCC1CF869AAC}"/>
          </ac:spMkLst>
        </pc:spChg>
        <pc:spChg chg="mod">
          <ac:chgData name="MAKRIN Real" userId="9a9b7bc253003971" providerId="LiveId" clId="{7A809C10-28BE-4456-BBE6-1AB566FDAAC4}" dt="2024-06-08T11:44:23.616" v="4501"/>
          <ac:spMkLst>
            <pc:docMk/>
            <pc:sldMk cId="1014360200" sldId="298"/>
            <ac:spMk id="30" creationId="{E1703216-DAC2-31D9-F3DE-3A4F95AC784A}"/>
          </ac:spMkLst>
        </pc:spChg>
        <pc:spChg chg="mod">
          <ac:chgData name="MAKRIN Real" userId="9a9b7bc253003971" providerId="LiveId" clId="{7A809C10-28BE-4456-BBE6-1AB566FDAAC4}" dt="2024-06-08T11:43:55.805" v="4496"/>
          <ac:spMkLst>
            <pc:docMk/>
            <pc:sldMk cId="1014360200" sldId="298"/>
            <ac:spMk id="36" creationId="{904F523E-3E4F-4E98-449A-35F5181713F0}"/>
          </ac:spMkLst>
        </pc:spChg>
        <pc:spChg chg="del">
          <ac:chgData name="MAKRIN Real" userId="9a9b7bc253003971" providerId="LiveId" clId="{7A809C10-28BE-4456-BBE6-1AB566FDAAC4}" dt="2024-06-08T11:25:55.475" v="4362" actId="478"/>
          <ac:spMkLst>
            <pc:docMk/>
            <pc:sldMk cId="1014360200" sldId="298"/>
            <ac:spMk id="40" creationId="{284E1495-D29F-6946-7388-88213FFCFF73}"/>
          </ac:spMkLst>
        </pc:spChg>
      </pc:sldChg>
      <pc:sldChg chg="modSp add mod modTransition">
        <pc:chgData name="MAKRIN Real" userId="9a9b7bc253003971" providerId="LiveId" clId="{7A809C10-28BE-4456-BBE6-1AB566FDAAC4}" dt="2024-06-08T11:57:40.465" v="4750"/>
        <pc:sldMkLst>
          <pc:docMk/>
          <pc:sldMk cId="3969183792" sldId="299"/>
        </pc:sldMkLst>
        <pc:spChg chg="mod">
          <ac:chgData name="MAKRIN Real" userId="9a9b7bc253003971" providerId="LiveId" clId="{7A809C10-28BE-4456-BBE6-1AB566FDAAC4}" dt="2024-06-08T11:43:08.485" v="4493" actId="20577"/>
          <ac:spMkLst>
            <pc:docMk/>
            <pc:sldMk cId="3969183792" sldId="299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45:36.237" v="4522" actId="688"/>
          <ac:spMkLst>
            <pc:docMk/>
            <pc:sldMk cId="3969183792" sldId="299"/>
            <ac:spMk id="42" creationId="{A1F02DA7-ABE6-77E1-A2D5-B42F6B282F20}"/>
          </ac:spMkLst>
        </pc:spChg>
      </pc:sldChg>
      <pc:sldChg chg="addSp delSp modSp add mod">
        <pc:chgData name="MAKRIN Real" userId="9a9b7bc253003971" providerId="LiveId" clId="{7A809C10-28BE-4456-BBE6-1AB566FDAAC4}" dt="2024-06-08T12:32:10.709" v="5352"/>
        <pc:sldMkLst>
          <pc:docMk/>
          <pc:sldMk cId="2941934410" sldId="300"/>
        </pc:sldMkLst>
        <pc:spChg chg="mod">
          <ac:chgData name="MAKRIN Real" userId="9a9b7bc253003971" providerId="LiveId" clId="{7A809C10-28BE-4456-BBE6-1AB566FDAAC4}" dt="2024-06-08T11:38:17.926" v="4464" actId="20577"/>
          <ac:spMkLst>
            <pc:docMk/>
            <pc:sldMk cId="2941934410" sldId="300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39:47.490" v="4473"/>
          <ac:spMkLst>
            <pc:docMk/>
            <pc:sldMk cId="2941934410" sldId="300"/>
            <ac:spMk id="22" creationId="{4091D741-79C3-6817-ACAD-3940B2FAEDD0}"/>
          </ac:spMkLst>
        </pc:spChg>
        <pc:spChg chg="del">
          <ac:chgData name="MAKRIN Real" userId="9a9b7bc253003971" providerId="LiveId" clId="{7A809C10-28BE-4456-BBE6-1AB566FDAAC4}" dt="2024-06-08T12:23:30.894" v="5201" actId="478"/>
          <ac:spMkLst>
            <pc:docMk/>
            <pc:sldMk cId="2941934410" sldId="300"/>
            <ac:spMk id="33" creationId="{703FC4E7-186C-32F0-2493-796605E85818}"/>
          </ac:spMkLst>
        </pc:spChg>
        <pc:spChg chg="mod">
          <ac:chgData name="MAKRIN Real" userId="9a9b7bc253003971" providerId="LiveId" clId="{7A809C10-28BE-4456-BBE6-1AB566FDAAC4}" dt="2024-06-08T11:37:14.492" v="4460" actId="20577"/>
          <ac:spMkLst>
            <pc:docMk/>
            <pc:sldMk cId="2941934410" sldId="300"/>
            <ac:spMk id="42" creationId="{66C24D4F-9682-91D4-F6B9-6141C19D1596}"/>
          </ac:spMkLst>
        </pc:spChg>
        <pc:spChg chg="add mod">
          <ac:chgData name="MAKRIN Real" userId="9a9b7bc253003971" providerId="LiveId" clId="{7A809C10-28BE-4456-BBE6-1AB566FDAAC4}" dt="2024-06-08T12:23:31.169" v="5202"/>
          <ac:spMkLst>
            <pc:docMk/>
            <pc:sldMk cId="2941934410" sldId="300"/>
            <ac:spMk id="49" creationId="{71DA68A4-3F73-D17A-A7A6-7E223DB26EB4}"/>
          </ac:spMkLst>
        </pc:spChg>
        <pc:spChg chg="add mod">
          <ac:chgData name="MAKRIN Real" userId="9a9b7bc253003971" providerId="LiveId" clId="{7A809C10-28BE-4456-BBE6-1AB566FDAAC4}" dt="2024-06-08T12:32:10.709" v="5352"/>
          <ac:spMkLst>
            <pc:docMk/>
            <pc:sldMk cId="2941934410" sldId="300"/>
            <ac:spMk id="50" creationId="{49F44DEB-331C-1EAB-2555-A7D2961FDB48}"/>
          </ac:spMkLst>
        </pc:spChg>
        <pc:spChg chg="add mod">
          <ac:chgData name="MAKRIN Real" userId="9a9b7bc253003971" providerId="LiveId" clId="{7A809C10-28BE-4456-BBE6-1AB566FDAAC4}" dt="2024-06-08T12:32:10.709" v="5352"/>
          <ac:spMkLst>
            <pc:docMk/>
            <pc:sldMk cId="2941934410" sldId="300"/>
            <ac:spMk id="51" creationId="{EFF302C4-3B81-1C36-44CB-D8B2A0D624F1}"/>
          </ac:spMkLst>
        </pc:spChg>
        <pc:spChg chg="add mod">
          <ac:chgData name="MAKRIN Real" userId="9a9b7bc253003971" providerId="LiveId" clId="{7A809C10-28BE-4456-BBE6-1AB566FDAAC4}" dt="2024-06-08T12:32:10.709" v="5352"/>
          <ac:spMkLst>
            <pc:docMk/>
            <pc:sldMk cId="2941934410" sldId="300"/>
            <ac:spMk id="52" creationId="{BDB990B6-7BC5-3830-FC0F-9C2F7EA1A89D}"/>
          </ac:spMkLst>
        </pc:spChg>
      </pc:sldChg>
      <pc:sldChg chg="addSp delSp modSp add mod">
        <pc:chgData name="MAKRIN Real" userId="9a9b7bc253003971" providerId="LiveId" clId="{7A809C10-28BE-4456-BBE6-1AB566FDAAC4}" dt="2024-06-08T12:32:07.707" v="5351"/>
        <pc:sldMkLst>
          <pc:docMk/>
          <pc:sldMk cId="1863091279" sldId="301"/>
        </pc:sldMkLst>
        <pc:spChg chg="mod">
          <ac:chgData name="MAKRIN Real" userId="9a9b7bc253003971" providerId="LiveId" clId="{7A809C10-28BE-4456-BBE6-1AB566FDAAC4}" dt="2024-06-08T11:38:29.648" v="4469" actId="20577"/>
          <ac:spMkLst>
            <pc:docMk/>
            <pc:sldMk cId="1863091279" sldId="301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39:59.140" v="4474"/>
          <ac:spMkLst>
            <pc:docMk/>
            <pc:sldMk cId="1863091279" sldId="301"/>
            <ac:spMk id="6" creationId="{B83F1CD7-8F99-EA85-0082-15617DF94DA3}"/>
          </ac:spMkLst>
        </pc:spChg>
        <pc:spChg chg="del">
          <ac:chgData name="MAKRIN Real" userId="9a9b7bc253003971" providerId="LiveId" clId="{7A809C10-28BE-4456-BBE6-1AB566FDAAC4}" dt="2024-06-08T12:23:34.783" v="5203" actId="478"/>
          <ac:spMkLst>
            <pc:docMk/>
            <pc:sldMk cId="1863091279" sldId="301"/>
            <ac:spMk id="33" creationId="{703FC4E7-186C-32F0-2493-796605E85818}"/>
          </ac:spMkLst>
        </pc:spChg>
        <pc:spChg chg="mod">
          <ac:chgData name="MAKRIN Real" userId="9a9b7bc253003971" providerId="LiveId" clId="{7A809C10-28BE-4456-BBE6-1AB566FDAAC4}" dt="2024-06-08T11:37:10.815" v="4459" actId="20577"/>
          <ac:spMkLst>
            <pc:docMk/>
            <pc:sldMk cId="1863091279" sldId="301"/>
            <ac:spMk id="42" creationId="{66C24D4F-9682-91D4-F6B9-6141C19D1596}"/>
          </ac:spMkLst>
        </pc:spChg>
        <pc:spChg chg="add mod">
          <ac:chgData name="MAKRIN Real" userId="9a9b7bc253003971" providerId="LiveId" clId="{7A809C10-28BE-4456-BBE6-1AB566FDAAC4}" dt="2024-06-08T12:23:35.054" v="5204"/>
          <ac:spMkLst>
            <pc:docMk/>
            <pc:sldMk cId="1863091279" sldId="301"/>
            <ac:spMk id="49" creationId="{1361AD86-862C-4D82-610F-2855043878AE}"/>
          </ac:spMkLst>
        </pc:spChg>
        <pc:spChg chg="add mod">
          <ac:chgData name="MAKRIN Real" userId="9a9b7bc253003971" providerId="LiveId" clId="{7A809C10-28BE-4456-BBE6-1AB566FDAAC4}" dt="2024-06-08T12:32:07.707" v="5351"/>
          <ac:spMkLst>
            <pc:docMk/>
            <pc:sldMk cId="1863091279" sldId="301"/>
            <ac:spMk id="50" creationId="{1CBAE176-4108-E825-7133-C8F6CE591A3F}"/>
          </ac:spMkLst>
        </pc:spChg>
        <pc:spChg chg="add mod">
          <ac:chgData name="MAKRIN Real" userId="9a9b7bc253003971" providerId="LiveId" clId="{7A809C10-28BE-4456-BBE6-1AB566FDAAC4}" dt="2024-06-08T12:32:07.707" v="5351"/>
          <ac:spMkLst>
            <pc:docMk/>
            <pc:sldMk cId="1863091279" sldId="301"/>
            <ac:spMk id="51" creationId="{A47802FD-8127-2B1D-F80F-F55E2AB19AA1}"/>
          </ac:spMkLst>
        </pc:spChg>
        <pc:spChg chg="add mod">
          <ac:chgData name="MAKRIN Real" userId="9a9b7bc253003971" providerId="LiveId" clId="{7A809C10-28BE-4456-BBE6-1AB566FDAAC4}" dt="2024-06-08T12:32:07.707" v="5351"/>
          <ac:spMkLst>
            <pc:docMk/>
            <pc:sldMk cId="1863091279" sldId="301"/>
            <ac:spMk id="52" creationId="{BAD8ACC6-41F9-2946-F142-67E0F104BBEE}"/>
          </ac:spMkLst>
        </pc:spChg>
      </pc:sldChg>
      <pc:sldChg chg="delSp modSp add mod">
        <pc:chgData name="MAKRIN Real" userId="9a9b7bc253003971" providerId="LiveId" clId="{7A809C10-28BE-4456-BBE6-1AB566FDAAC4}" dt="2024-06-08T11:44:38.385" v="4502"/>
        <pc:sldMkLst>
          <pc:docMk/>
          <pc:sldMk cId="527213980" sldId="302"/>
        </pc:sldMkLst>
        <pc:spChg chg="mod">
          <ac:chgData name="MAKRIN Real" userId="9a9b7bc253003971" providerId="LiveId" clId="{7A809C10-28BE-4456-BBE6-1AB566FDAAC4}" dt="2024-06-08T11:44:03.677" v="4499" actId="20577"/>
          <ac:spMkLst>
            <pc:docMk/>
            <pc:sldMk cId="527213980" sldId="302"/>
            <ac:spMk id="2" creationId="{45A34FF2-BC12-4912-BBE1-4F990F31FA7A}"/>
          </ac:spMkLst>
        </pc:spChg>
        <pc:spChg chg="mod">
          <ac:chgData name="MAKRIN Real" userId="9a9b7bc253003971" providerId="LiveId" clId="{7A809C10-28BE-4456-BBE6-1AB566FDAAC4}" dt="2024-06-08T11:44:38.385" v="4502"/>
          <ac:spMkLst>
            <pc:docMk/>
            <pc:sldMk cId="527213980" sldId="302"/>
            <ac:spMk id="24" creationId="{74D8B13A-D529-A661-AA27-BCC1CF869AAC}"/>
          </ac:spMkLst>
        </pc:spChg>
        <pc:spChg chg="del">
          <ac:chgData name="MAKRIN Real" userId="9a9b7bc253003971" providerId="LiveId" clId="{7A809C10-28BE-4456-BBE6-1AB566FDAAC4}" dt="2024-06-08T11:44:06.185" v="4500" actId="478"/>
          <ac:spMkLst>
            <pc:docMk/>
            <pc:sldMk cId="527213980" sldId="302"/>
            <ac:spMk id="40" creationId="{284E1495-D29F-6946-7388-88213FFCFF73}"/>
          </ac:spMkLst>
        </pc:spChg>
      </pc:sldChg>
      <pc:sldChg chg="addSp delSp modSp add mod modTransition">
        <pc:chgData name="MAKRIN Real" userId="9a9b7bc253003971" providerId="LiveId" clId="{7A809C10-28BE-4456-BBE6-1AB566FDAAC4}" dt="2024-06-08T11:57:47.129" v="4751"/>
        <pc:sldMkLst>
          <pc:docMk/>
          <pc:sldMk cId="3575846735" sldId="303"/>
        </pc:sldMkLst>
        <pc:spChg chg="mod">
          <ac:chgData name="MAKRIN Real" userId="9a9b7bc253003971" providerId="LiveId" clId="{7A809C10-28BE-4456-BBE6-1AB566FDAAC4}" dt="2024-06-08T11:45:07.063" v="4508" actId="20577"/>
          <ac:spMkLst>
            <pc:docMk/>
            <pc:sldMk cId="3575846735" sldId="303"/>
            <ac:spMk id="2" creationId="{45A34FF2-BC12-4912-BBE1-4F990F31FA7A}"/>
          </ac:spMkLst>
        </pc:spChg>
        <pc:spChg chg="add del mod">
          <ac:chgData name="MAKRIN Real" userId="9a9b7bc253003971" providerId="LiveId" clId="{7A809C10-28BE-4456-BBE6-1AB566FDAAC4}" dt="2024-06-08T11:51:09.832" v="4586"/>
          <ac:spMkLst>
            <pc:docMk/>
            <pc:sldMk cId="3575846735" sldId="303"/>
            <ac:spMk id="37" creationId="{507EFCF9-2E40-FA59-4A69-EA9C962C26F2}"/>
          </ac:spMkLst>
        </pc:spChg>
        <pc:spChg chg="del">
          <ac:chgData name="MAKRIN Real" userId="9a9b7bc253003971" providerId="LiveId" clId="{7A809C10-28BE-4456-BBE6-1AB566FDAAC4}" dt="2024-06-08T11:45:21.591" v="4519" actId="478"/>
          <ac:spMkLst>
            <pc:docMk/>
            <pc:sldMk cId="3575846735" sldId="303"/>
            <ac:spMk id="39" creationId="{86FFAE07-F297-B4D8-2336-A7F9A05318B3}"/>
          </ac:spMkLst>
        </pc:spChg>
        <pc:spChg chg="add del mod">
          <ac:chgData name="MAKRIN Real" userId="9a9b7bc253003971" providerId="LiveId" clId="{7A809C10-28BE-4456-BBE6-1AB566FDAAC4}" dt="2024-06-08T11:51:09.832" v="4586"/>
          <ac:spMkLst>
            <pc:docMk/>
            <pc:sldMk cId="3575846735" sldId="303"/>
            <ac:spMk id="40" creationId="{335BB986-EC0E-FC77-3F7E-D6FA02E52055}"/>
          </ac:spMkLst>
        </pc:spChg>
        <pc:spChg chg="del">
          <ac:chgData name="MAKRIN Real" userId="9a9b7bc253003971" providerId="LiveId" clId="{7A809C10-28BE-4456-BBE6-1AB566FDAAC4}" dt="2024-06-08T11:45:20.741" v="4518" actId="478"/>
          <ac:spMkLst>
            <pc:docMk/>
            <pc:sldMk cId="3575846735" sldId="303"/>
            <ac:spMk id="41" creationId="{20A6FD6F-CF89-9A78-0D2C-6E6678055AA8}"/>
          </ac:spMkLst>
        </pc:spChg>
        <pc:spChg chg="add del mod">
          <ac:chgData name="MAKRIN Real" userId="9a9b7bc253003971" providerId="LiveId" clId="{7A809C10-28BE-4456-BBE6-1AB566FDAAC4}" dt="2024-06-08T11:49:58.801" v="4578" actId="478"/>
          <ac:spMkLst>
            <pc:docMk/>
            <pc:sldMk cId="3575846735" sldId="303"/>
            <ac:spMk id="42" creationId="{A1F02DA7-ABE6-77E1-A2D5-B42F6B282F20}"/>
          </ac:spMkLst>
        </pc:spChg>
        <pc:spChg chg="mod">
          <ac:chgData name="MAKRIN Real" userId="9a9b7bc253003971" providerId="LiveId" clId="{7A809C10-28BE-4456-BBE6-1AB566FDAAC4}" dt="2024-06-08T11:47:07.827" v="4537"/>
          <ac:spMkLst>
            <pc:docMk/>
            <pc:sldMk cId="3575846735" sldId="303"/>
            <ac:spMk id="43" creationId="{32B1CCC8-188D-195E-27CA-2ED2458D0679}"/>
          </ac:spMkLst>
        </pc:spChg>
        <pc:spChg chg="add del mod">
          <ac:chgData name="MAKRIN Real" userId="9a9b7bc253003971" providerId="LiveId" clId="{7A809C10-28BE-4456-BBE6-1AB566FDAAC4}" dt="2024-06-08T11:49:59.298" v="4579" actId="478"/>
          <ac:spMkLst>
            <pc:docMk/>
            <pc:sldMk cId="3575846735" sldId="303"/>
            <ac:spMk id="44" creationId="{69E41CBE-921F-C0A8-D16D-F69EB94B7FB6}"/>
          </ac:spMkLst>
        </pc:spChg>
        <pc:spChg chg="mod">
          <ac:chgData name="MAKRIN Real" userId="9a9b7bc253003971" providerId="LiveId" clId="{7A809C10-28BE-4456-BBE6-1AB566FDAAC4}" dt="2024-06-08T11:48:25.619" v="4547"/>
          <ac:spMkLst>
            <pc:docMk/>
            <pc:sldMk cId="3575846735" sldId="303"/>
            <ac:spMk id="45" creationId="{81F1E31E-3BB4-9527-125A-E3DABAF8FAB8}"/>
          </ac:spMkLst>
        </pc:spChg>
        <pc:spChg chg="mod">
          <ac:chgData name="MAKRIN Real" userId="9a9b7bc253003971" providerId="LiveId" clId="{7A809C10-28BE-4456-BBE6-1AB566FDAAC4}" dt="2024-06-08T11:49:56.343" v="4577"/>
          <ac:spMkLst>
            <pc:docMk/>
            <pc:sldMk cId="3575846735" sldId="303"/>
            <ac:spMk id="46" creationId="{FC6BC319-5475-359A-423F-74A5E8D4D9D8}"/>
          </ac:spMkLst>
        </pc:spChg>
        <pc:spChg chg="mod">
          <ac:chgData name="MAKRIN Real" userId="9a9b7bc253003971" providerId="LiveId" clId="{7A809C10-28BE-4456-BBE6-1AB566FDAAC4}" dt="2024-06-08T11:50:51.028" v="4583"/>
          <ac:spMkLst>
            <pc:docMk/>
            <pc:sldMk cId="3575846735" sldId="303"/>
            <ac:spMk id="47" creationId="{3DBB87D3-784E-A785-7C95-9F5EAECFB65F}"/>
          </ac:spMkLst>
        </pc:spChg>
        <pc:spChg chg="mod">
          <ac:chgData name="MAKRIN Real" userId="9a9b7bc253003971" providerId="LiveId" clId="{7A809C10-28BE-4456-BBE6-1AB566FDAAC4}" dt="2024-06-08T11:51:32.455" v="4598" actId="1076"/>
          <ac:spMkLst>
            <pc:docMk/>
            <pc:sldMk cId="3575846735" sldId="303"/>
            <ac:spMk id="48" creationId="{456D5E5B-6E97-1546-9826-A2A26D11021B}"/>
          </ac:spMkLst>
        </pc:spChg>
        <pc:spChg chg="add del mod">
          <ac:chgData name="MAKRIN Real" userId="9a9b7bc253003971" providerId="LiveId" clId="{7A809C10-28BE-4456-BBE6-1AB566FDAAC4}" dt="2024-06-08T11:52:06.341" v="4606" actId="478"/>
          <ac:spMkLst>
            <pc:docMk/>
            <pc:sldMk cId="3575846735" sldId="303"/>
            <ac:spMk id="49" creationId="{0E1C2B96-1782-3F91-9ECB-59EBB2410DC0}"/>
          </ac:spMkLst>
        </pc:spChg>
        <pc:spChg chg="add del mod">
          <ac:chgData name="MAKRIN Real" userId="9a9b7bc253003971" providerId="LiveId" clId="{7A809C10-28BE-4456-BBE6-1AB566FDAAC4}" dt="2024-06-08T11:54:54.981" v="4684" actId="478"/>
          <ac:spMkLst>
            <pc:docMk/>
            <pc:sldMk cId="3575846735" sldId="303"/>
            <ac:spMk id="50" creationId="{92801840-B2BC-48EA-B2D2-4288A5BCC13C}"/>
          </ac:spMkLst>
        </pc:spChg>
        <pc:spChg chg="add del mod">
          <ac:chgData name="MAKRIN Real" userId="9a9b7bc253003971" providerId="LiveId" clId="{7A809C10-28BE-4456-BBE6-1AB566FDAAC4}" dt="2024-06-08T11:55:03.099" v="4686" actId="478"/>
          <ac:spMkLst>
            <pc:docMk/>
            <pc:sldMk cId="3575846735" sldId="303"/>
            <ac:spMk id="51" creationId="{03CF337F-B804-6B45-9C4D-9A14D4E3145E}"/>
          </ac:spMkLst>
        </pc:spChg>
        <pc:spChg chg="add mod">
          <ac:chgData name="MAKRIN Real" userId="9a9b7bc253003971" providerId="LiveId" clId="{7A809C10-28BE-4456-BBE6-1AB566FDAAC4}" dt="2024-06-08T11:52:20.586" v="4612" actId="1076"/>
          <ac:spMkLst>
            <pc:docMk/>
            <pc:sldMk cId="3575846735" sldId="303"/>
            <ac:spMk id="52" creationId="{3EC66508-877B-F496-CA73-6B8874B23679}"/>
          </ac:spMkLst>
        </pc:spChg>
        <pc:spChg chg="add del mod">
          <ac:chgData name="MAKRIN Real" userId="9a9b7bc253003971" providerId="LiveId" clId="{7A809C10-28BE-4456-BBE6-1AB566FDAAC4}" dt="2024-06-08T11:55:05.853" v="4689" actId="478"/>
          <ac:spMkLst>
            <pc:docMk/>
            <pc:sldMk cId="3575846735" sldId="303"/>
            <ac:spMk id="53" creationId="{A75A8CA8-E416-F4B5-089F-F1F4102C930D}"/>
          </ac:spMkLst>
        </pc:spChg>
        <pc:spChg chg="add del mod">
          <ac:chgData name="MAKRIN Real" userId="9a9b7bc253003971" providerId="LiveId" clId="{7A809C10-28BE-4456-BBE6-1AB566FDAAC4}" dt="2024-06-08T11:55:07.468" v="4690" actId="478"/>
          <ac:spMkLst>
            <pc:docMk/>
            <pc:sldMk cId="3575846735" sldId="303"/>
            <ac:spMk id="54" creationId="{BA8A3F3E-F260-EA9C-9DA9-A11BD8CAAB04}"/>
          </ac:spMkLst>
        </pc:spChg>
        <pc:spChg chg="add mod">
          <ac:chgData name="MAKRIN Real" userId="9a9b7bc253003971" providerId="LiveId" clId="{7A809C10-28BE-4456-BBE6-1AB566FDAAC4}" dt="2024-06-08T11:52:26.275" v="4618" actId="1076"/>
          <ac:spMkLst>
            <pc:docMk/>
            <pc:sldMk cId="3575846735" sldId="303"/>
            <ac:spMk id="55" creationId="{C9127776-3BAC-7A70-570D-0A4361DFD286}"/>
          </ac:spMkLst>
        </pc:spChg>
        <pc:spChg chg="add del mod">
          <ac:chgData name="MAKRIN Real" userId="9a9b7bc253003971" providerId="LiveId" clId="{7A809C10-28BE-4456-BBE6-1AB566FDAAC4}" dt="2024-06-08T11:55:04.419" v="4687" actId="478"/>
          <ac:spMkLst>
            <pc:docMk/>
            <pc:sldMk cId="3575846735" sldId="303"/>
            <ac:spMk id="56" creationId="{17EBE4E5-DD8A-7455-6EA3-3E23E1053A7B}"/>
          </ac:spMkLst>
        </pc:spChg>
        <pc:spChg chg="add del mod">
          <ac:chgData name="MAKRIN Real" userId="9a9b7bc253003971" providerId="LiveId" clId="{7A809C10-28BE-4456-BBE6-1AB566FDAAC4}" dt="2024-06-08T11:55:05.124" v="4688" actId="478"/>
          <ac:spMkLst>
            <pc:docMk/>
            <pc:sldMk cId="3575846735" sldId="303"/>
            <ac:spMk id="57" creationId="{BE6DBACF-8011-4993-87B0-4DD9B97B3099}"/>
          </ac:spMkLst>
        </pc:spChg>
      </pc:sldChg>
      <pc:sldChg chg="addSp modSp add mod modTransition">
        <pc:chgData name="MAKRIN Real" userId="9a9b7bc253003971" providerId="LiveId" clId="{7A809C10-28BE-4456-BBE6-1AB566FDAAC4}" dt="2024-06-08T11:57:55.069" v="4753"/>
        <pc:sldMkLst>
          <pc:docMk/>
          <pc:sldMk cId="3616823817" sldId="304"/>
        </pc:sldMkLst>
        <pc:spChg chg="add mod">
          <ac:chgData name="MAKRIN Real" userId="9a9b7bc253003971" providerId="LiveId" clId="{7A809C10-28BE-4456-BBE6-1AB566FDAAC4}" dt="2024-06-08T11:52:50.087" v="4626" actId="688"/>
          <ac:spMkLst>
            <pc:docMk/>
            <pc:sldMk cId="3616823817" sldId="304"/>
            <ac:spMk id="37" creationId="{314CC064-5959-0007-CD1A-C3B2C271F648}"/>
          </ac:spMkLst>
        </pc:spChg>
        <pc:spChg chg="add mod">
          <ac:chgData name="MAKRIN Real" userId="9a9b7bc253003971" providerId="LiveId" clId="{7A809C10-28BE-4456-BBE6-1AB566FDAAC4}" dt="2024-06-08T11:52:50.087" v="4626" actId="688"/>
          <ac:spMkLst>
            <pc:docMk/>
            <pc:sldMk cId="3616823817" sldId="304"/>
            <ac:spMk id="39" creationId="{5D6E2619-6778-39EB-9C8A-3A041761975C}"/>
          </ac:spMkLst>
        </pc:spChg>
        <pc:spChg chg="add mod">
          <ac:chgData name="MAKRIN Real" userId="9a9b7bc253003971" providerId="LiveId" clId="{7A809C10-28BE-4456-BBE6-1AB566FDAAC4}" dt="2024-06-08T11:52:50.087" v="4626" actId="688"/>
          <ac:spMkLst>
            <pc:docMk/>
            <pc:sldMk cId="3616823817" sldId="304"/>
            <ac:spMk id="40" creationId="{A17CEF08-5D80-1C35-0856-FA939EF96AC2}"/>
          </ac:spMkLst>
        </pc:spChg>
        <pc:spChg chg="add mod">
          <ac:chgData name="MAKRIN Real" userId="9a9b7bc253003971" providerId="LiveId" clId="{7A809C10-28BE-4456-BBE6-1AB566FDAAC4}" dt="2024-06-08T11:52:50.087" v="4626" actId="688"/>
          <ac:spMkLst>
            <pc:docMk/>
            <pc:sldMk cId="3616823817" sldId="304"/>
            <ac:spMk id="41" creationId="{263E2311-6564-1D49-2A67-8D9F36FEA2DA}"/>
          </ac:spMkLst>
        </pc:spChg>
        <pc:spChg chg="add mod">
          <ac:chgData name="MAKRIN Real" userId="9a9b7bc253003971" providerId="LiveId" clId="{7A809C10-28BE-4456-BBE6-1AB566FDAAC4}" dt="2024-06-08T11:52:50.087" v="4626" actId="688"/>
          <ac:spMkLst>
            <pc:docMk/>
            <pc:sldMk cId="3616823817" sldId="304"/>
            <ac:spMk id="42" creationId="{43AD6737-C11E-1E1E-2773-B1AE3A9069BC}"/>
          </ac:spMkLst>
        </pc:spChg>
        <pc:spChg chg="add mod">
          <ac:chgData name="MAKRIN Real" userId="9a9b7bc253003971" providerId="LiveId" clId="{7A809C10-28BE-4456-BBE6-1AB566FDAAC4}" dt="2024-06-08T11:52:50.087" v="4626" actId="688"/>
          <ac:spMkLst>
            <pc:docMk/>
            <pc:sldMk cId="3616823817" sldId="304"/>
            <ac:spMk id="43" creationId="{5F0CD69F-5AE3-B794-1019-034D702E4E5B}"/>
          </ac:spMkLst>
        </pc:spChg>
        <pc:spChg chg="add mod">
          <ac:chgData name="MAKRIN Real" userId="9a9b7bc253003971" providerId="LiveId" clId="{7A809C10-28BE-4456-BBE6-1AB566FDAAC4}" dt="2024-06-08T11:52:50.087" v="4626" actId="688"/>
          <ac:spMkLst>
            <pc:docMk/>
            <pc:sldMk cId="3616823817" sldId="304"/>
            <ac:spMk id="44" creationId="{437301D8-C9D0-D255-12A1-85DA54831CE6}"/>
          </ac:spMkLst>
        </pc:spChg>
        <pc:spChg chg="add mod">
          <ac:chgData name="MAKRIN Real" userId="9a9b7bc253003971" providerId="LiveId" clId="{7A809C10-28BE-4456-BBE6-1AB566FDAAC4}" dt="2024-06-08T11:52:50.087" v="4626" actId="688"/>
          <ac:spMkLst>
            <pc:docMk/>
            <pc:sldMk cId="3616823817" sldId="304"/>
            <ac:spMk id="45" creationId="{9221D67B-D98A-8FFA-5B39-12F1B067EBD8}"/>
          </ac:spMkLst>
        </pc:spChg>
        <pc:spChg chg="add mod">
          <ac:chgData name="MAKRIN Real" userId="9a9b7bc253003971" providerId="LiveId" clId="{7A809C10-28BE-4456-BBE6-1AB566FDAAC4}" dt="2024-06-08T11:52:53.972" v="4629" actId="688"/>
          <ac:spMkLst>
            <pc:docMk/>
            <pc:sldMk cId="3616823817" sldId="304"/>
            <ac:spMk id="46" creationId="{6FB1B14F-D80D-793C-0CD0-8656484111C0}"/>
          </ac:spMkLst>
        </pc:spChg>
        <pc:spChg chg="add mod">
          <ac:chgData name="MAKRIN Real" userId="9a9b7bc253003971" providerId="LiveId" clId="{7A809C10-28BE-4456-BBE6-1AB566FDAAC4}" dt="2024-06-08T11:52:53.972" v="4629" actId="688"/>
          <ac:spMkLst>
            <pc:docMk/>
            <pc:sldMk cId="3616823817" sldId="304"/>
            <ac:spMk id="47" creationId="{E20B2B29-D116-7467-0CC0-53AF24208717}"/>
          </ac:spMkLst>
        </pc:spChg>
        <pc:spChg chg="add mod">
          <ac:chgData name="MAKRIN Real" userId="9a9b7bc253003971" providerId="LiveId" clId="{7A809C10-28BE-4456-BBE6-1AB566FDAAC4}" dt="2024-06-08T11:52:53.972" v="4629" actId="688"/>
          <ac:spMkLst>
            <pc:docMk/>
            <pc:sldMk cId="3616823817" sldId="304"/>
            <ac:spMk id="49" creationId="{2CDDBA5F-5EAF-456D-E69F-79289A6D2CFC}"/>
          </ac:spMkLst>
        </pc:spChg>
        <pc:spChg chg="add mod">
          <ac:chgData name="MAKRIN Real" userId="9a9b7bc253003971" providerId="LiveId" clId="{7A809C10-28BE-4456-BBE6-1AB566FDAAC4}" dt="2024-06-08T11:52:53.972" v="4629" actId="688"/>
          <ac:spMkLst>
            <pc:docMk/>
            <pc:sldMk cId="3616823817" sldId="304"/>
            <ac:spMk id="58" creationId="{429A6F6E-DEA8-B28C-7CE8-15ABF5F05259}"/>
          </ac:spMkLst>
        </pc:spChg>
        <pc:spChg chg="add mod">
          <ac:chgData name="MAKRIN Real" userId="9a9b7bc253003971" providerId="LiveId" clId="{7A809C10-28BE-4456-BBE6-1AB566FDAAC4}" dt="2024-06-08T11:52:53.972" v="4629" actId="688"/>
          <ac:spMkLst>
            <pc:docMk/>
            <pc:sldMk cId="3616823817" sldId="304"/>
            <ac:spMk id="59" creationId="{277B5C2B-A0CA-FFB3-2485-813878692286}"/>
          </ac:spMkLst>
        </pc:spChg>
        <pc:spChg chg="add mod">
          <ac:chgData name="MAKRIN Real" userId="9a9b7bc253003971" providerId="LiveId" clId="{7A809C10-28BE-4456-BBE6-1AB566FDAAC4}" dt="2024-06-08T11:52:53.972" v="4629" actId="688"/>
          <ac:spMkLst>
            <pc:docMk/>
            <pc:sldMk cId="3616823817" sldId="304"/>
            <ac:spMk id="60" creationId="{2347C73E-594D-FF73-86DA-6EBF2A1F5779}"/>
          </ac:spMkLst>
        </pc:spChg>
        <pc:spChg chg="add mod">
          <ac:chgData name="MAKRIN Real" userId="9a9b7bc253003971" providerId="LiveId" clId="{7A809C10-28BE-4456-BBE6-1AB566FDAAC4}" dt="2024-06-08T11:52:53.972" v="4629" actId="688"/>
          <ac:spMkLst>
            <pc:docMk/>
            <pc:sldMk cId="3616823817" sldId="304"/>
            <ac:spMk id="61" creationId="{F1B53330-2303-716B-3756-A8546D261004}"/>
          </ac:spMkLst>
        </pc:spChg>
        <pc:spChg chg="add mod">
          <ac:chgData name="MAKRIN Real" userId="9a9b7bc253003971" providerId="LiveId" clId="{7A809C10-28BE-4456-BBE6-1AB566FDAAC4}" dt="2024-06-08T11:52:53.972" v="4629" actId="688"/>
          <ac:spMkLst>
            <pc:docMk/>
            <pc:sldMk cId="3616823817" sldId="304"/>
            <ac:spMk id="62" creationId="{50EE21E8-EC68-97A0-2311-2A2946D2F61A}"/>
          </ac:spMkLst>
        </pc:spChg>
      </pc:sldChg>
      <pc:sldChg chg="addSp modSp add mod modTransition">
        <pc:chgData name="MAKRIN Real" userId="9a9b7bc253003971" providerId="LiveId" clId="{7A809C10-28BE-4456-BBE6-1AB566FDAAC4}" dt="2024-06-08T11:57:55.069" v="4753"/>
        <pc:sldMkLst>
          <pc:docMk/>
          <pc:sldMk cId="2397035101" sldId="305"/>
        </pc:sldMkLst>
        <pc:spChg chg="add mod">
          <ac:chgData name="MAKRIN Real" userId="9a9b7bc253003971" providerId="LiveId" clId="{7A809C10-28BE-4456-BBE6-1AB566FDAAC4}" dt="2024-06-08T11:53:02.287" v="4633" actId="688"/>
          <ac:spMkLst>
            <pc:docMk/>
            <pc:sldMk cId="2397035101" sldId="305"/>
            <ac:spMk id="63" creationId="{D25C4B45-C282-7CF1-5F43-9750D57600D3}"/>
          </ac:spMkLst>
        </pc:spChg>
        <pc:spChg chg="add mod">
          <ac:chgData name="MAKRIN Real" userId="9a9b7bc253003971" providerId="LiveId" clId="{7A809C10-28BE-4456-BBE6-1AB566FDAAC4}" dt="2024-06-08T11:53:02.287" v="4633" actId="688"/>
          <ac:spMkLst>
            <pc:docMk/>
            <pc:sldMk cId="2397035101" sldId="305"/>
            <ac:spMk id="64" creationId="{C1D0CF8C-CA64-C442-6498-CA8173434D47}"/>
          </ac:spMkLst>
        </pc:spChg>
        <pc:spChg chg="add mod">
          <ac:chgData name="MAKRIN Real" userId="9a9b7bc253003971" providerId="LiveId" clId="{7A809C10-28BE-4456-BBE6-1AB566FDAAC4}" dt="2024-06-08T11:53:02.287" v="4633" actId="688"/>
          <ac:spMkLst>
            <pc:docMk/>
            <pc:sldMk cId="2397035101" sldId="305"/>
            <ac:spMk id="65" creationId="{B1476A1C-5C4A-760E-05D4-650C4EACA380}"/>
          </ac:spMkLst>
        </pc:spChg>
        <pc:spChg chg="add mod">
          <ac:chgData name="MAKRIN Real" userId="9a9b7bc253003971" providerId="LiveId" clId="{7A809C10-28BE-4456-BBE6-1AB566FDAAC4}" dt="2024-06-08T11:53:02.287" v="4633" actId="688"/>
          <ac:spMkLst>
            <pc:docMk/>
            <pc:sldMk cId="2397035101" sldId="305"/>
            <ac:spMk id="66" creationId="{13208699-0286-F150-C2C0-37EC15875EE0}"/>
          </ac:spMkLst>
        </pc:spChg>
        <pc:spChg chg="add mod">
          <ac:chgData name="MAKRIN Real" userId="9a9b7bc253003971" providerId="LiveId" clId="{7A809C10-28BE-4456-BBE6-1AB566FDAAC4}" dt="2024-06-08T11:53:02.287" v="4633" actId="688"/>
          <ac:spMkLst>
            <pc:docMk/>
            <pc:sldMk cId="2397035101" sldId="305"/>
            <ac:spMk id="67" creationId="{0F720F2B-F52C-1B1D-51BA-190B1B6D02C3}"/>
          </ac:spMkLst>
        </pc:spChg>
        <pc:spChg chg="add mod">
          <ac:chgData name="MAKRIN Real" userId="9a9b7bc253003971" providerId="LiveId" clId="{7A809C10-28BE-4456-BBE6-1AB566FDAAC4}" dt="2024-06-08T11:53:02.287" v="4633" actId="688"/>
          <ac:spMkLst>
            <pc:docMk/>
            <pc:sldMk cId="2397035101" sldId="305"/>
            <ac:spMk id="68" creationId="{819B0075-8061-FC7A-37A8-8F6D56CE34BD}"/>
          </ac:spMkLst>
        </pc:spChg>
        <pc:spChg chg="add mod">
          <ac:chgData name="MAKRIN Real" userId="9a9b7bc253003971" providerId="LiveId" clId="{7A809C10-28BE-4456-BBE6-1AB566FDAAC4}" dt="2024-06-08T11:53:02.287" v="4633" actId="688"/>
          <ac:spMkLst>
            <pc:docMk/>
            <pc:sldMk cId="2397035101" sldId="305"/>
            <ac:spMk id="69" creationId="{FE5299C4-A24D-8A9C-3A43-EFBE7E9EE45D}"/>
          </ac:spMkLst>
        </pc:spChg>
        <pc:spChg chg="add mod">
          <ac:chgData name="MAKRIN Real" userId="9a9b7bc253003971" providerId="LiveId" clId="{7A809C10-28BE-4456-BBE6-1AB566FDAAC4}" dt="2024-06-08T11:53:02.287" v="4633" actId="688"/>
          <ac:spMkLst>
            <pc:docMk/>
            <pc:sldMk cId="2397035101" sldId="305"/>
            <ac:spMk id="70" creationId="{E87D2565-4C24-3BB9-E323-EEC64A1A795D}"/>
          </ac:spMkLst>
        </pc:spChg>
        <pc:spChg chg="add mod">
          <ac:chgData name="MAKRIN Real" userId="9a9b7bc253003971" providerId="LiveId" clId="{7A809C10-28BE-4456-BBE6-1AB566FDAAC4}" dt="2024-06-08T11:53:11.185" v="4638" actId="1076"/>
          <ac:spMkLst>
            <pc:docMk/>
            <pc:sldMk cId="2397035101" sldId="305"/>
            <ac:spMk id="71" creationId="{73DEA386-8E61-BC97-3966-481A3EB4E3BD}"/>
          </ac:spMkLst>
        </pc:spChg>
        <pc:spChg chg="add mod">
          <ac:chgData name="MAKRIN Real" userId="9a9b7bc253003971" providerId="LiveId" clId="{7A809C10-28BE-4456-BBE6-1AB566FDAAC4}" dt="2024-06-08T11:53:11.185" v="4638" actId="1076"/>
          <ac:spMkLst>
            <pc:docMk/>
            <pc:sldMk cId="2397035101" sldId="305"/>
            <ac:spMk id="72" creationId="{67D1E726-BC9D-14E7-43F5-881F4BCEE831}"/>
          </ac:spMkLst>
        </pc:spChg>
        <pc:spChg chg="add mod">
          <ac:chgData name="MAKRIN Real" userId="9a9b7bc253003971" providerId="LiveId" clId="{7A809C10-28BE-4456-BBE6-1AB566FDAAC4}" dt="2024-06-08T11:53:11.185" v="4638" actId="1076"/>
          <ac:spMkLst>
            <pc:docMk/>
            <pc:sldMk cId="2397035101" sldId="305"/>
            <ac:spMk id="73" creationId="{24593E27-72CC-6F92-BC12-160FA8705757}"/>
          </ac:spMkLst>
        </pc:spChg>
        <pc:spChg chg="add mod">
          <ac:chgData name="MAKRIN Real" userId="9a9b7bc253003971" providerId="LiveId" clId="{7A809C10-28BE-4456-BBE6-1AB566FDAAC4}" dt="2024-06-08T11:53:11.185" v="4638" actId="1076"/>
          <ac:spMkLst>
            <pc:docMk/>
            <pc:sldMk cId="2397035101" sldId="305"/>
            <ac:spMk id="74" creationId="{C3B42A17-717A-4E57-3F50-3DD76F0A8B16}"/>
          </ac:spMkLst>
        </pc:spChg>
        <pc:spChg chg="add mod">
          <ac:chgData name="MAKRIN Real" userId="9a9b7bc253003971" providerId="LiveId" clId="{7A809C10-28BE-4456-BBE6-1AB566FDAAC4}" dt="2024-06-08T11:53:11.185" v="4638" actId="1076"/>
          <ac:spMkLst>
            <pc:docMk/>
            <pc:sldMk cId="2397035101" sldId="305"/>
            <ac:spMk id="75" creationId="{05C7D942-217E-4676-5481-5FE27A0CDFC2}"/>
          </ac:spMkLst>
        </pc:spChg>
        <pc:spChg chg="add mod">
          <ac:chgData name="MAKRIN Real" userId="9a9b7bc253003971" providerId="LiveId" clId="{7A809C10-28BE-4456-BBE6-1AB566FDAAC4}" dt="2024-06-08T11:53:11.185" v="4638" actId="1076"/>
          <ac:spMkLst>
            <pc:docMk/>
            <pc:sldMk cId="2397035101" sldId="305"/>
            <ac:spMk id="76" creationId="{5F4C2B34-2DEA-51E6-A8B5-B63DFEAB6965}"/>
          </ac:spMkLst>
        </pc:spChg>
        <pc:spChg chg="add mod">
          <ac:chgData name="MAKRIN Real" userId="9a9b7bc253003971" providerId="LiveId" clId="{7A809C10-28BE-4456-BBE6-1AB566FDAAC4}" dt="2024-06-08T11:53:11.185" v="4638" actId="1076"/>
          <ac:spMkLst>
            <pc:docMk/>
            <pc:sldMk cId="2397035101" sldId="305"/>
            <ac:spMk id="77" creationId="{DEEB489F-8436-2BEE-394E-0B9E02E98891}"/>
          </ac:spMkLst>
        </pc:spChg>
        <pc:spChg chg="add mod">
          <ac:chgData name="MAKRIN Real" userId="9a9b7bc253003971" providerId="LiveId" clId="{7A809C10-28BE-4456-BBE6-1AB566FDAAC4}" dt="2024-06-08T11:53:11.185" v="4638" actId="1076"/>
          <ac:spMkLst>
            <pc:docMk/>
            <pc:sldMk cId="2397035101" sldId="305"/>
            <ac:spMk id="78" creationId="{E9A5C5A8-12F6-A6B8-BAB8-50DB163F1DD5}"/>
          </ac:spMkLst>
        </pc:spChg>
        <pc:spChg chg="add mod">
          <ac:chgData name="MAKRIN Real" userId="9a9b7bc253003971" providerId="LiveId" clId="{7A809C10-28BE-4456-BBE6-1AB566FDAAC4}" dt="2024-06-08T11:53:13.993" v="4639"/>
          <ac:spMkLst>
            <pc:docMk/>
            <pc:sldMk cId="2397035101" sldId="305"/>
            <ac:spMk id="79" creationId="{ACFBFFB0-A4E0-1CC6-992C-CA55933B91DD}"/>
          </ac:spMkLst>
        </pc:spChg>
        <pc:spChg chg="add mod">
          <ac:chgData name="MAKRIN Real" userId="9a9b7bc253003971" providerId="LiveId" clId="{7A809C10-28BE-4456-BBE6-1AB566FDAAC4}" dt="2024-06-08T11:53:13.993" v="4639"/>
          <ac:spMkLst>
            <pc:docMk/>
            <pc:sldMk cId="2397035101" sldId="305"/>
            <ac:spMk id="80" creationId="{0C94904B-6BCF-33FD-02E0-B0C870B9AA9B}"/>
          </ac:spMkLst>
        </pc:spChg>
        <pc:spChg chg="add mod">
          <ac:chgData name="MAKRIN Real" userId="9a9b7bc253003971" providerId="LiveId" clId="{7A809C10-28BE-4456-BBE6-1AB566FDAAC4}" dt="2024-06-08T11:53:13.993" v="4639"/>
          <ac:spMkLst>
            <pc:docMk/>
            <pc:sldMk cId="2397035101" sldId="305"/>
            <ac:spMk id="81" creationId="{04B84C80-31B4-E870-2E92-D83995FC8462}"/>
          </ac:spMkLst>
        </pc:spChg>
        <pc:spChg chg="add mod">
          <ac:chgData name="MAKRIN Real" userId="9a9b7bc253003971" providerId="LiveId" clId="{7A809C10-28BE-4456-BBE6-1AB566FDAAC4}" dt="2024-06-08T11:53:13.993" v="4639"/>
          <ac:spMkLst>
            <pc:docMk/>
            <pc:sldMk cId="2397035101" sldId="305"/>
            <ac:spMk id="82" creationId="{64B7B925-F625-C72F-6E72-84D400170AB2}"/>
          </ac:spMkLst>
        </pc:spChg>
        <pc:spChg chg="add mod">
          <ac:chgData name="MAKRIN Real" userId="9a9b7bc253003971" providerId="LiveId" clId="{7A809C10-28BE-4456-BBE6-1AB566FDAAC4}" dt="2024-06-08T11:53:13.993" v="4639"/>
          <ac:spMkLst>
            <pc:docMk/>
            <pc:sldMk cId="2397035101" sldId="305"/>
            <ac:spMk id="83" creationId="{8FFB596B-D410-B04B-79C1-CD7EB7BFE0FF}"/>
          </ac:spMkLst>
        </pc:spChg>
        <pc:spChg chg="add mod">
          <ac:chgData name="MAKRIN Real" userId="9a9b7bc253003971" providerId="LiveId" clId="{7A809C10-28BE-4456-BBE6-1AB566FDAAC4}" dt="2024-06-08T11:53:13.993" v="4639"/>
          <ac:spMkLst>
            <pc:docMk/>
            <pc:sldMk cId="2397035101" sldId="305"/>
            <ac:spMk id="84" creationId="{9DA999C0-E5EE-5DA7-0D53-11268299E800}"/>
          </ac:spMkLst>
        </pc:spChg>
        <pc:spChg chg="add mod">
          <ac:chgData name="MAKRIN Real" userId="9a9b7bc253003971" providerId="LiveId" clId="{7A809C10-28BE-4456-BBE6-1AB566FDAAC4}" dt="2024-06-08T11:53:13.993" v="4639"/>
          <ac:spMkLst>
            <pc:docMk/>
            <pc:sldMk cId="2397035101" sldId="305"/>
            <ac:spMk id="85" creationId="{D4C20739-D147-B8A2-22EA-7E499CE883A1}"/>
          </ac:spMkLst>
        </pc:spChg>
        <pc:spChg chg="add mod">
          <ac:chgData name="MAKRIN Real" userId="9a9b7bc253003971" providerId="LiveId" clId="{7A809C10-28BE-4456-BBE6-1AB566FDAAC4}" dt="2024-06-08T11:53:13.993" v="4639"/>
          <ac:spMkLst>
            <pc:docMk/>
            <pc:sldMk cId="2397035101" sldId="305"/>
            <ac:spMk id="86" creationId="{8A4E313D-87F3-ADE6-9829-34A471AFFE96}"/>
          </ac:spMkLst>
        </pc:spChg>
      </pc:sldChg>
      <pc:sldChg chg="addSp modSp add mod modTransition">
        <pc:chgData name="MAKRIN Real" userId="9a9b7bc253003971" providerId="LiveId" clId="{7A809C10-28BE-4456-BBE6-1AB566FDAAC4}" dt="2024-06-08T11:57:55.069" v="4753"/>
        <pc:sldMkLst>
          <pc:docMk/>
          <pc:sldMk cId="756894853" sldId="306"/>
        </pc:sldMkLst>
        <pc:spChg chg="add mod">
          <ac:chgData name="MAKRIN Real" userId="9a9b7bc253003971" providerId="LiveId" clId="{7A809C10-28BE-4456-BBE6-1AB566FDAAC4}" dt="2024-06-08T11:53:19.509" v="4641"/>
          <ac:spMkLst>
            <pc:docMk/>
            <pc:sldMk cId="756894853" sldId="306"/>
            <ac:spMk id="87" creationId="{24F78B0A-BF53-A881-2344-6004D8B84579}"/>
          </ac:spMkLst>
        </pc:spChg>
        <pc:spChg chg="add mod">
          <ac:chgData name="MAKRIN Real" userId="9a9b7bc253003971" providerId="LiveId" clId="{7A809C10-28BE-4456-BBE6-1AB566FDAAC4}" dt="2024-06-08T11:53:19.509" v="4641"/>
          <ac:spMkLst>
            <pc:docMk/>
            <pc:sldMk cId="756894853" sldId="306"/>
            <ac:spMk id="88" creationId="{4DA469CB-CF0E-A9EE-FAE8-35AD5F128912}"/>
          </ac:spMkLst>
        </pc:spChg>
        <pc:spChg chg="add mod">
          <ac:chgData name="MAKRIN Real" userId="9a9b7bc253003971" providerId="LiveId" clId="{7A809C10-28BE-4456-BBE6-1AB566FDAAC4}" dt="2024-06-08T11:53:19.509" v="4641"/>
          <ac:spMkLst>
            <pc:docMk/>
            <pc:sldMk cId="756894853" sldId="306"/>
            <ac:spMk id="89" creationId="{15757F3F-A9A2-1FDD-9577-CDF1C31929EC}"/>
          </ac:spMkLst>
        </pc:spChg>
        <pc:spChg chg="add mod">
          <ac:chgData name="MAKRIN Real" userId="9a9b7bc253003971" providerId="LiveId" clId="{7A809C10-28BE-4456-BBE6-1AB566FDAAC4}" dt="2024-06-08T11:53:19.509" v="4641"/>
          <ac:spMkLst>
            <pc:docMk/>
            <pc:sldMk cId="756894853" sldId="306"/>
            <ac:spMk id="90" creationId="{4FE7E186-9415-A870-1F95-5ECFDB9378AF}"/>
          </ac:spMkLst>
        </pc:spChg>
        <pc:spChg chg="add mod">
          <ac:chgData name="MAKRIN Real" userId="9a9b7bc253003971" providerId="LiveId" clId="{7A809C10-28BE-4456-BBE6-1AB566FDAAC4}" dt="2024-06-08T11:53:19.509" v="4641"/>
          <ac:spMkLst>
            <pc:docMk/>
            <pc:sldMk cId="756894853" sldId="306"/>
            <ac:spMk id="91" creationId="{97A73CDC-C239-AC31-B0B9-0E4CCC7B7F0C}"/>
          </ac:spMkLst>
        </pc:spChg>
        <pc:spChg chg="add mod">
          <ac:chgData name="MAKRIN Real" userId="9a9b7bc253003971" providerId="LiveId" clId="{7A809C10-28BE-4456-BBE6-1AB566FDAAC4}" dt="2024-06-08T11:53:19.509" v="4641"/>
          <ac:spMkLst>
            <pc:docMk/>
            <pc:sldMk cId="756894853" sldId="306"/>
            <ac:spMk id="92" creationId="{428AECA0-0266-7889-AEA7-0980BD489F62}"/>
          </ac:spMkLst>
        </pc:spChg>
        <pc:spChg chg="add mod">
          <ac:chgData name="MAKRIN Real" userId="9a9b7bc253003971" providerId="LiveId" clId="{7A809C10-28BE-4456-BBE6-1AB566FDAAC4}" dt="2024-06-08T11:53:19.509" v="4641"/>
          <ac:spMkLst>
            <pc:docMk/>
            <pc:sldMk cId="756894853" sldId="306"/>
            <ac:spMk id="93" creationId="{10F71131-7A49-A38A-2000-E1AB72B9089F}"/>
          </ac:spMkLst>
        </pc:spChg>
        <pc:spChg chg="add mod">
          <ac:chgData name="MAKRIN Real" userId="9a9b7bc253003971" providerId="LiveId" clId="{7A809C10-28BE-4456-BBE6-1AB566FDAAC4}" dt="2024-06-08T11:53:19.509" v="4641"/>
          <ac:spMkLst>
            <pc:docMk/>
            <pc:sldMk cId="756894853" sldId="306"/>
            <ac:spMk id="94" creationId="{DF1AEE24-85B5-F9CE-4B10-33B542350994}"/>
          </ac:spMkLst>
        </pc:spChg>
        <pc:spChg chg="add mod">
          <ac:chgData name="MAKRIN Real" userId="9a9b7bc253003971" providerId="LiveId" clId="{7A809C10-28BE-4456-BBE6-1AB566FDAAC4}" dt="2024-06-08T11:53:20.338" v="4642"/>
          <ac:spMkLst>
            <pc:docMk/>
            <pc:sldMk cId="756894853" sldId="306"/>
            <ac:spMk id="95" creationId="{68E104A1-EEC0-641A-1F19-E4AF8A3915B2}"/>
          </ac:spMkLst>
        </pc:spChg>
        <pc:spChg chg="add mod">
          <ac:chgData name="MAKRIN Real" userId="9a9b7bc253003971" providerId="LiveId" clId="{7A809C10-28BE-4456-BBE6-1AB566FDAAC4}" dt="2024-06-08T11:53:20.338" v="4642"/>
          <ac:spMkLst>
            <pc:docMk/>
            <pc:sldMk cId="756894853" sldId="306"/>
            <ac:spMk id="96" creationId="{006400B2-95D0-ED03-8215-2B5199F33AB0}"/>
          </ac:spMkLst>
        </pc:spChg>
        <pc:spChg chg="add mod">
          <ac:chgData name="MAKRIN Real" userId="9a9b7bc253003971" providerId="LiveId" clId="{7A809C10-28BE-4456-BBE6-1AB566FDAAC4}" dt="2024-06-08T11:53:20.338" v="4642"/>
          <ac:spMkLst>
            <pc:docMk/>
            <pc:sldMk cId="756894853" sldId="306"/>
            <ac:spMk id="97" creationId="{04CADD4A-4435-EF43-19C8-B2C29C5C450A}"/>
          </ac:spMkLst>
        </pc:spChg>
        <pc:spChg chg="add mod">
          <ac:chgData name="MAKRIN Real" userId="9a9b7bc253003971" providerId="LiveId" clId="{7A809C10-28BE-4456-BBE6-1AB566FDAAC4}" dt="2024-06-08T11:53:20.338" v="4642"/>
          <ac:spMkLst>
            <pc:docMk/>
            <pc:sldMk cId="756894853" sldId="306"/>
            <ac:spMk id="98" creationId="{89E554A8-ACC0-C454-25A6-F079A8673EA9}"/>
          </ac:spMkLst>
        </pc:spChg>
        <pc:spChg chg="add mod">
          <ac:chgData name="MAKRIN Real" userId="9a9b7bc253003971" providerId="LiveId" clId="{7A809C10-28BE-4456-BBE6-1AB566FDAAC4}" dt="2024-06-08T11:53:20.338" v="4642"/>
          <ac:spMkLst>
            <pc:docMk/>
            <pc:sldMk cId="756894853" sldId="306"/>
            <ac:spMk id="99" creationId="{027C0F6B-20AF-FAC7-DEA4-AEC8A88BEE64}"/>
          </ac:spMkLst>
        </pc:spChg>
        <pc:spChg chg="add mod">
          <ac:chgData name="MAKRIN Real" userId="9a9b7bc253003971" providerId="LiveId" clId="{7A809C10-28BE-4456-BBE6-1AB566FDAAC4}" dt="2024-06-08T11:53:20.338" v="4642"/>
          <ac:spMkLst>
            <pc:docMk/>
            <pc:sldMk cId="756894853" sldId="306"/>
            <ac:spMk id="100" creationId="{21247CC7-350B-4F14-CAE2-684297BF590F}"/>
          </ac:spMkLst>
        </pc:spChg>
        <pc:spChg chg="add mod">
          <ac:chgData name="MAKRIN Real" userId="9a9b7bc253003971" providerId="LiveId" clId="{7A809C10-28BE-4456-BBE6-1AB566FDAAC4}" dt="2024-06-08T11:53:20.338" v="4642"/>
          <ac:spMkLst>
            <pc:docMk/>
            <pc:sldMk cId="756894853" sldId="306"/>
            <ac:spMk id="101" creationId="{C84F2D96-944C-E1C4-2083-903B1DAA651C}"/>
          </ac:spMkLst>
        </pc:spChg>
        <pc:spChg chg="add mod">
          <ac:chgData name="MAKRIN Real" userId="9a9b7bc253003971" providerId="LiveId" clId="{7A809C10-28BE-4456-BBE6-1AB566FDAAC4}" dt="2024-06-08T11:53:20.338" v="4642"/>
          <ac:spMkLst>
            <pc:docMk/>
            <pc:sldMk cId="756894853" sldId="306"/>
            <ac:spMk id="102" creationId="{7CAF3150-7CE5-0D6C-5E78-121FBB8CA3EE}"/>
          </ac:spMkLst>
        </pc:spChg>
        <pc:spChg chg="add mod">
          <ac:chgData name="MAKRIN Real" userId="9a9b7bc253003971" providerId="LiveId" clId="{7A809C10-28BE-4456-BBE6-1AB566FDAAC4}" dt="2024-06-08T11:53:20.908" v="4643"/>
          <ac:spMkLst>
            <pc:docMk/>
            <pc:sldMk cId="756894853" sldId="306"/>
            <ac:spMk id="103" creationId="{2EBBAB8C-D972-CE3E-22B6-5751AA192F20}"/>
          </ac:spMkLst>
        </pc:spChg>
        <pc:spChg chg="add mod">
          <ac:chgData name="MAKRIN Real" userId="9a9b7bc253003971" providerId="LiveId" clId="{7A809C10-28BE-4456-BBE6-1AB566FDAAC4}" dt="2024-06-08T11:53:20.908" v="4643"/>
          <ac:spMkLst>
            <pc:docMk/>
            <pc:sldMk cId="756894853" sldId="306"/>
            <ac:spMk id="104" creationId="{A712DC4E-DEE7-6E58-E4D7-2F9C660AB817}"/>
          </ac:spMkLst>
        </pc:spChg>
        <pc:spChg chg="add mod">
          <ac:chgData name="MAKRIN Real" userId="9a9b7bc253003971" providerId="LiveId" clId="{7A809C10-28BE-4456-BBE6-1AB566FDAAC4}" dt="2024-06-08T11:53:20.908" v="4643"/>
          <ac:spMkLst>
            <pc:docMk/>
            <pc:sldMk cId="756894853" sldId="306"/>
            <ac:spMk id="105" creationId="{B972101E-1036-32E9-482D-28C4397F0BEA}"/>
          </ac:spMkLst>
        </pc:spChg>
        <pc:spChg chg="add mod">
          <ac:chgData name="MAKRIN Real" userId="9a9b7bc253003971" providerId="LiveId" clId="{7A809C10-28BE-4456-BBE6-1AB566FDAAC4}" dt="2024-06-08T11:53:20.908" v="4643"/>
          <ac:spMkLst>
            <pc:docMk/>
            <pc:sldMk cId="756894853" sldId="306"/>
            <ac:spMk id="106" creationId="{1F661BFD-33CB-5720-5453-A62702B81293}"/>
          </ac:spMkLst>
        </pc:spChg>
        <pc:spChg chg="add mod">
          <ac:chgData name="MAKRIN Real" userId="9a9b7bc253003971" providerId="LiveId" clId="{7A809C10-28BE-4456-BBE6-1AB566FDAAC4}" dt="2024-06-08T11:53:20.908" v="4643"/>
          <ac:spMkLst>
            <pc:docMk/>
            <pc:sldMk cId="756894853" sldId="306"/>
            <ac:spMk id="107" creationId="{764DF361-F63E-C690-1EE6-6AAD3F58CB30}"/>
          </ac:spMkLst>
        </pc:spChg>
        <pc:spChg chg="add mod">
          <ac:chgData name="MAKRIN Real" userId="9a9b7bc253003971" providerId="LiveId" clId="{7A809C10-28BE-4456-BBE6-1AB566FDAAC4}" dt="2024-06-08T11:53:20.908" v="4643"/>
          <ac:spMkLst>
            <pc:docMk/>
            <pc:sldMk cId="756894853" sldId="306"/>
            <ac:spMk id="108" creationId="{F9825533-231E-2217-C081-E85AB49E908C}"/>
          </ac:spMkLst>
        </pc:spChg>
        <pc:spChg chg="add mod">
          <ac:chgData name="MAKRIN Real" userId="9a9b7bc253003971" providerId="LiveId" clId="{7A809C10-28BE-4456-BBE6-1AB566FDAAC4}" dt="2024-06-08T11:53:20.908" v="4643"/>
          <ac:spMkLst>
            <pc:docMk/>
            <pc:sldMk cId="756894853" sldId="306"/>
            <ac:spMk id="109" creationId="{DB0FC0E8-CAE9-29D3-43AE-15E183A14ED2}"/>
          </ac:spMkLst>
        </pc:spChg>
        <pc:spChg chg="add mod">
          <ac:chgData name="MAKRIN Real" userId="9a9b7bc253003971" providerId="LiveId" clId="{7A809C10-28BE-4456-BBE6-1AB566FDAAC4}" dt="2024-06-08T11:53:20.908" v="4643"/>
          <ac:spMkLst>
            <pc:docMk/>
            <pc:sldMk cId="756894853" sldId="306"/>
            <ac:spMk id="110" creationId="{0274A02F-EF2F-A146-7E41-66F48AE16996}"/>
          </ac:spMkLst>
        </pc:spChg>
        <pc:spChg chg="add mod">
          <ac:chgData name="MAKRIN Real" userId="9a9b7bc253003971" providerId="LiveId" clId="{7A809C10-28BE-4456-BBE6-1AB566FDAAC4}" dt="2024-06-08T11:53:24.719" v="4646" actId="1076"/>
          <ac:spMkLst>
            <pc:docMk/>
            <pc:sldMk cId="756894853" sldId="306"/>
            <ac:spMk id="111" creationId="{FBF4BAF2-740B-54F5-11CA-564611359470}"/>
          </ac:spMkLst>
        </pc:spChg>
        <pc:spChg chg="add mod">
          <ac:chgData name="MAKRIN Real" userId="9a9b7bc253003971" providerId="LiveId" clId="{7A809C10-28BE-4456-BBE6-1AB566FDAAC4}" dt="2024-06-08T11:53:24.719" v="4646" actId="1076"/>
          <ac:spMkLst>
            <pc:docMk/>
            <pc:sldMk cId="756894853" sldId="306"/>
            <ac:spMk id="112" creationId="{AE4C996B-2B12-C05E-B588-0513263720B0}"/>
          </ac:spMkLst>
        </pc:spChg>
        <pc:spChg chg="add mod">
          <ac:chgData name="MAKRIN Real" userId="9a9b7bc253003971" providerId="LiveId" clId="{7A809C10-28BE-4456-BBE6-1AB566FDAAC4}" dt="2024-06-08T11:53:24.719" v="4646" actId="1076"/>
          <ac:spMkLst>
            <pc:docMk/>
            <pc:sldMk cId="756894853" sldId="306"/>
            <ac:spMk id="113" creationId="{01EFED01-6961-68AC-E0DC-EF674427422B}"/>
          </ac:spMkLst>
        </pc:spChg>
        <pc:spChg chg="add mod">
          <ac:chgData name="MAKRIN Real" userId="9a9b7bc253003971" providerId="LiveId" clId="{7A809C10-28BE-4456-BBE6-1AB566FDAAC4}" dt="2024-06-08T11:53:24.719" v="4646" actId="1076"/>
          <ac:spMkLst>
            <pc:docMk/>
            <pc:sldMk cId="756894853" sldId="306"/>
            <ac:spMk id="114" creationId="{6D4281D1-E32E-19AB-8CE9-97C2BDBCCB7E}"/>
          </ac:spMkLst>
        </pc:spChg>
        <pc:spChg chg="add mod">
          <ac:chgData name="MAKRIN Real" userId="9a9b7bc253003971" providerId="LiveId" clId="{7A809C10-28BE-4456-BBE6-1AB566FDAAC4}" dt="2024-06-08T11:53:24.719" v="4646" actId="1076"/>
          <ac:spMkLst>
            <pc:docMk/>
            <pc:sldMk cId="756894853" sldId="306"/>
            <ac:spMk id="115" creationId="{D28490EA-D0D0-D7CB-7C1C-9ADEA3145560}"/>
          </ac:spMkLst>
        </pc:spChg>
        <pc:spChg chg="add mod">
          <ac:chgData name="MAKRIN Real" userId="9a9b7bc253003971" providerId="LiveId" clId="{7A809C10-28BE-4456-BBE6-1AB566FDAAC4}" dt="2024-06-08T11:53:24.719" v="4646" actId="1076"/>
          <ac:spMkLst>
            <pc:docMk/>
            <pc:sldMk cId="756894853" sldId="306"/>
            <ac:spMk id="116" creationId="{E45E67DB-E14E-E110-3B80-AF52B57497D2}"/>
          </ac:spMkLst>
        </pc:spChg>
        <pc:spChg chg="add mod">
          <ac:chgData name="MAKRIN Real" userId="9a9b7bc253003971" providerId="LiveId" clId="{7A809C10-28BE-4456-BBE6-1AB566FDAAC4}" dt="2024-06-08T11:53:24.719" v="4646" actId="1076"/>
          <ac:spMkLst>
            <pc:docMk/>
            <pc:sldMk cId="756894853" sldId="306"/>
            <ac:spMk id="117" creationId="{F79D4778-17D8-AFA6-B96D-2CB87F4A9312}"/>
          </ac:spMkLst>
        </pc:spChg>
        <pc:spChg chg="add mod">
          <ac:chgData name="MAKRIN Real" userId="9a9b7bc253003971" providerId="LiveId" clId="{7A809C10-28BE-4456-BBE6-1AB566FDAAC4}" dt="2024-06-08T11:53:24.719" v="4646" actId="1076"/>
          <ac:spMkLst>
            <pc:docMk/>
            <pc:sldMk cId="756894853" sldId="306"/>
            <ac:spMk id="118" creationId="{E60C1A76-A6EE-03AD-61E0-D063180964D2}"/>
          </ac:spMkLst>
        </pc:spChg>
        <pc:spChg chg="add mod">
          <ac:chgData name="MAKRIN Real" userId="9a9b7bc253003971" providerId="LiveId" clId="{7A809C10-28BE-4456-BBE6-1AB566FDAAC4}" dt="2024-06-08T11:53:25.515" v="4647"/>
          <ac:spMkLst>
            <pc:docMk/>
            <pc:sldMk cId="756894853" sldId="306"/>
            <ac:spMk id="119" creationId="{ACF80AE0-F38B-C8B3-09C3-833B30F611C8}"/>
          </ac:spMkLst>
        </pc:spChg>
        <pc:spChg chg="add mod">
          <ac:chgData name="MAKRIN Real" userId="9a9b7bc253003971" providerId="LiveId" clId="{7A809C10-28BE-4456-BBE6-1AB566FDAAC4}" dt="2024-06-08T11:53:25.515" v="4647"/>
          <ac:spMkLst>
            <pc:docMk/>
            <pc:sldMk cId="756894853" sldId="306"/>
            <ac:spMk id="120" creationId="{EA7D04D0-028C-D2E9-AC19-6DD4814ED232}"/>
          </ac:spMkLst>
        </pc:spChg>
        <pc:spChg chg="add mod">
          <ac:chgData name="MAKRIN Real" userId="9a9b7bc253003971" providerId="LiveId" clId="{7A809C10-28BE-4456-BBE6-1AB566FDAAC4}" dt="2024-06-08T11:53:25.515" v="4647"/>
          <ac:spMkLst>
            <pc:docMk/>
            <pc:sldMk cId="756894853" sldId="306"/>
            <ac:spMk id="121" creationId="{3E8222C8-7EF2-1CBF-3B72-42E4643AB034}"/>
          </ac:spMkLst>
        </pc:spChg>
        <pc:spChg chg="add mod">
          <ac:chgData name="MAKRIN Real" userId="9a9b7bc253003971" providerId="LiveId" clId="{7A809C10-28BE-4456-BBE6-1AB566FDAAC4}" dt="2024-06-08T11:53:25.515" v="4647"/>
          <ac:spMkLst>
            <pc:docMk/>
            <pc:sldMk cId="756894853" sldId="306"/>
            <ac:spMk id="122" creationId="{CBACF8D1-BBDF-2A89-0104-50A0274340CB}"/>
          </ac:spMkLst>
        </pc:spChg>
        <pc:spChg chg="add mod">
          <ac:chgData name="MAKRIN Real" userId="9a9b7bc253003971" providerId="LiveId" clId="{7A809C10-28BE-4456-BBE6-1AB566FDAAC4}" dt="2024-06-08T11:53:25.515" v="4647"/>
          <ac:spMkLst>
            <pc:docMk/>
            <pc:sldMk cId="756894853" sldId="306"/>
            <ac:spMk id="123" creationId="{E10AA53C-7017-76AA-1719-251E1EEA7B1D}"/>
          </ac:spMkLst>
        </pc:spChg>
        <pc:spChg chg="add mod">
          <ac:chgData name="MAKRIN Real" userId="9a9b7bc253003971" providerId="LiveId" clId="{7A809C10-28BE-4456-BBE6-1AB566FDAAC4}" dt="2024-06-08T11:53:25.515" v="4647"/>
          <ac:spMkLst>
            <pc:docMk/>
            <pc:sldMk cId="756894853" sldId="306"/>
            <ac:spMk id="124" creationId="{8A83CBD1-2CE3-FD21-65DD-635BB361CB3E}"/>
          </ac:spMkLst>
        </pc:spChg>
        <pc:spChg chg="add mod">
          <ac:chgData name="MAKRIN Real" userId="9a9b7bc253003971" providerId="LiveId" clId="{7A809C10-28BE-4456-BBE6-1AB566FDAAC4}" dt="2024-06-08T11:53:25.515" v="4647"/>
          <ac:spMkLst>
            <pc:docMk/>
            <pc:sldMk cId="756894853" sldId="306"/>
            <ac:spMk id="125" creationId="{DF79B8F6-2F01-E9BE-512F-1E5B44C21A96}"/>
          </ac:spMkLst>
        </pc:spChg>
        <pc:spChg chg="add mod">
          <ac:chgData name="MAKRIN Real" userId="9a9b7bc253003971" providerId="LiveId" clId="{7A809C10-28BE-4456-BBE6-1AB566FDAAC4}" dt="2024-06-08T11:53:25.515" v="4647"/>
          <ac:spMkLst>
            <pc:docMk/>
            <pc:sldMk cId="756894853" sldId="306"/>
            <ac:spMk id="126" creationId="{A9687CAC-B913-6C8F-39A3-7B587E2F7FB9}"/>
          </ac:spMkLst>
        </pc:spChg>
        <pc:spChg chg="add mod">
          <ac:chgData name="MAKRIN Real" userId="9a9b7bc253003971" providerId="LiveId" clId="{7A809C10-28BE-4456-BBE6-1AB566FDAAC4}" dt="2024-06-08T11:53:29.963" v="4649" actId="1076"/>
          <ac:spMkLst>
            <pc:docMk/>
            <pc:sldMk cId="756894853" sldId="306"/>
            <ac:spMk id="127" creationId="{C57585AD-65A4-6308-3829-585D9EF8F606}"/>
          </ac:spMkLst>
        </pc:spChg>
        <pc:spChg chg="add mod">
          <ac:chgData name="MAKRIN Real" userId="9a9b7bc253003971" providerId="LiveId" clId="{7A809C10-28BE-4456-BBE6-1AB566FDAAC4}" dt="2024-06-08T11:53:29.963" v="4649" actId="1076"/>
          <ac:spMkLst>
            <pc:docMk/>
            <pc:sldMk cId="756894853" sldId="306"/>
            <ac:spMk id="128" creationId="{E1962E05-DEBE-A06A-801B-37805D6FE764}"/>
          </ac:spMkLst>
        </pc:spChg>
        <pc:spChg chg="add mod">
          <ac:chgData name="MAKRIN Real" userId="9a9b7bc253003971" providerId="LiveId" clId="{7A809C10-28BE-4456-BBE6-1AB566FDAAC4}" dt="2024-06-08T11:53:29.963" v="4649" actId="1076"/>
          <ac:spMkLst>
            <pc:docMk/>
            <pc:sldMk cId="756894853" sldId="306"/>
            <ac:spMk id="129" creationId="{0CCE7F0A-0FCA-0BAF-14E2-B18EE0B81906}"/>
          </ac:spMkLst>
        </pc:spChg>
        <pc:spChg chg="add mod">
          <ac:chgData name="MAKRIN Real" userId="9a9b7bc253003971" providerId="LiveId" clId="{7A809C10-28BE-4456-BBE6-1AB566FDAAC4}" dt="2024-06-08T11:53:29.963" v="4649" actId="1076"/>
          <ac:spMkLst>
            <pc:docMk/>
            <pc:sldMk cId="756894853" sldId="306"/>
            <ac:spMk id="130" creationId="{5A58A707-9786-3FFC-6DBE-F72108E15E08}"/>
          </ac:spMkLst>
        </pc:spChg>
        <pc:spChg chg="add mod">
          <ac:chgData name="MAKRIN Real" userId="9a9b7bc253003971" providerId="LiveId" clId="{7A809C10-28BE-4456-BBE6-1AB566FDAAC4}" dt="2024-06-08T11:53:29.963" v="4649" actId="1076"/>
          <ac:spMkLst>
            <pc:docMk/>
            <pc:sldMk cId="756894853" sldId="306"/>
            <ac:spMk id="131" creationId="{967C1F8F-C762-5FF9-A990-0668546B491F}"/>
          </ac:spMkLst>
        </pc:spChg>
        <pc:spChg chg="add mod">
          <ac:chgData name="MAKRIN Real" userId="9a9b7bc253003971" providerId="LiveId" clId="{7A809C10-28BE-4456-BBE6-1AB566FDAAC4}" dt="2024-06-08T11:53:29.963" v="4649" actId="1076"/>
          <ac:spMkLst>
            <pc:docMk/>
            <pc:sldMk cId="756894853" sldId="306"/>
            <ac:spMk id="132" creationId="{B8E95411-6C1D-C486-42A7-CB078E58329E}"/>
          </ac:spMkLst>
        </pc:spChg>
        <pc:spChg chg="add mod">
          <ac:chgData name="MAKRIN Real" userId="9a9b7bc253003971" providerId="LiveId" clId="{7A809C10-28BE-4456-BBE6-1AB566FDAAC4}" dt="2024-06-08T11:53:29.963" v="4649" actId="1076"/>
          <ac:spMkLst>
            <pc:docMk/>
            <pc:sldMk cId="756894853" sldId="306"/>
            <ac:spMk id="133" creationId="{B01DFEB8-9321-20D7-F4BC-115658F6A605}"/>
          </ac:spMkLst>
        </pc:spChg>
        <pc:spChg chg="add mod">
          <ac:chgData name="MAKRIN Real" userId="9a9b7bc253003971" providerId="LiveId" clId="{7A809C10-28BE-4456-BBE6-1AB566FDAAC4}" dt="2024-06-08T11:53:29.963" v="4649" actId="1076"/>
          <ac:spMkLst>
            <pc:docMk/>
            <pc:sldMk cId="756894853" sldId="306"/>
            <ac:spMk id="134" creationId="{85884644-1453-3BE8-6B50-39A3A79518E4}"/>
          </ac:spMkLst>
        </pc:spChg>
        <pc:spChg chg="add mod">
          <ac:chgData name="MAKRIN Real" userId="9a9b7bc253003971" providerId="LiveId" clId="{7A809C10-28BE-4456-BBE6-1AB566FDAAC4}" dt="2024-06-08T11:53:30.258" v="4650"/>
          <ac:spMkLst>
            <pc:docMk/>
            <pc:sldMk cId="756894853" sldId="306"/>
            <ac:spMk id="135" creationId="{ADC3913D-4CE7-5239-45F2-DA2D7416C401}"/>
          </ac:spMkLst>
        </pc:spChg>
        <pc:spChg chg="add mod">
          <ac:chgData name="MAKRIN Real" userId="9a9b7bc253003971" providerId="LiveId" clId="{7A809C10-28BE-4456-BBE6-1AB566FDAAC4}" dt="2024-06-08T11:53:30.258" v="4650"/>
          <ac:spMkLst>
            <pc:docMk/>
            <pc:sldMk cId="756894853" sldId="306"/>
            <ac:spMk id="136" creationId="{19CDA322-56AF-1D41-B8DB-E81C403D7B95}"/>
          </ac:spMkLst>
        </pc:spChg>
        <pc:spChg chg="add mod">
          <ac:chgData name="MAKRIN Real" userId="9a9b7bc253003971" providerId="LiveId" clId="{7A809C10-28BE-4456-BBE6-1AB566FDAAC4}" dt="2024-06-08T11:53:30.258" v="4650"/>
          <ac:spMkLst>
            <pc:docMk/>
            <pc:sldMk cId="756894853" sldId="306"/>
            <ac:spMk id="137" creationId="{8DC6790F-D62B-C909-B786-19686CECB00C}"/>
          </ac:spMkLst>
        </pc:spChg>
        <pc:spChg chg="add mod">
          <ac:chgData name="MAKRIN Real" userId="9a9b7bc253003971" providerId="LiveId" clId="{7A809C10-28BE-4456-BBE6-1AB566FDAAC4}" dt="2024-06-08T11:53:30.258" v="4650"/>
          <ac:spMkLst>
            <pc:docMk/>
            <pc:sldMk cId="756894853" sldId="306"/>
            <ac:spMk id="138" creationId="{E209965C-03FF-40B0-B9C6-C8554F703492}"/>
          </ac:spMkLst>
        </pc:spChg>
        <pc:spChg chg="add mod">
          <ac:chgData name="MAKRIN Real" userId="9a9b7bc253003971" providerId="LiveId" clId="{7A809C10-28BE-4456-BBE6-1AB566FDAAC4}" dt="2024-06-08T11:53:30.258" v="4650"/>
          <ac:spMkLst>
            <pc:docMk/>
            <pc:sldMk cId="756894853" sldId="306"/>
            <ac:spMk id="139" creationId="{4AE88F49-C762-D53C-DEFC-79CD3FCDF797}"/>
          </ac:spMkLst>
        </pc:spChg>
        <pc:spChg chg="add mod">
          <ac:chgData name="MAKRIN Real" userId="9a9b7bc253003971" providerId="LiveId" clId="{7A809C10-28BE-4456-BBE6-1AB566FDAAC4}" dt="2024-06-08T11:53:30.258" v="4650"/>
          <ac:spMkLst>
            <pc:docMk/>
            <pc:sldMk cId="756894853" sldId="306"/>
            <ac:spMk id="140" creationId="{56E458A5-B059-2915-5E23-7BEDCDC8E4AE}"/>
          </ac:spMkLst>
        </pc:spChg>
        <pc:spChg chg="add mod">
          <ac:chgData name="MAKRIN Real" userId="9a9b7bc253003971" providerId="LiveId" clId="{7A809C10-28BE-4456-BBE6-1AB566FDAAC4}" dt="2024-06-08T11:53:30.258" v="4650"/>
          <ac:spMkLst>
            <pc:docMk/>
            <pc:sldMk cId="756894853" sldId="306"/>
            <ac:spMk id="141" creationId="{14ADB64A-4981-6FB1-D014-EA5F82389D30}"/>
          </ac:spMkLst>
        </pc:spChg>
        <pc:spChg chg="add mod">
          <ac:chgData name="MAKRIN Real" userId="9a9b7bc253003971" providerId="LiveId" clId="{7A809C10-28BE-4456-BBE6-1AB566FDAAC4}" dt="2024-06-08T11:53:30.258" v="4650"/>
          <ac:spMkLst>
            <pc:docMk/>
            <pc:sldMk cId="756894853" sldId="306"/>
            <ac:spMk id="142" creationId="{2008EB79-FE35-51D6-A09B-2665E3D2E833}"/>
          </ac:spMkLst>
        </pc:spChg>
        <pc:spChg chg="add mod">
          <ac:chgData name="MAKRIN Real" userId="9a9b7bc253003971" providerId="LiveId" clId="{7A809C10-28BE-4456-BBE6-1AB566FDAAC4}" dt="2024-06-08T11:53:30.438" v="4651"/>
          <ac:spMkLst>
            <pc:docMk/>
            <pc:sldMk cId="756894853" sldId="306"/>
            <ac:spMk id="143" creationId="{A565931D-DA46-9E42-B6F4-BDF907275103}"/>
          </ac:spMkLst>
        </pc:spChg>
        <pc:spChg chg="add mod">
          <ac:chgData name="MAKRIN Real" userId="9a9b7bc253003971" providerId="LiveId" clId="{7A809C10-28BE-4456-BBE6-1AB566FDAAC4}" dt="2024-06-08T11:53:30.438" v="4651"/>
          <ac:spMkLst>
            <pc:docMk/>
            <pc:sldMk cId="756894853" sldId="306"/>
            <ac:spMk id="144" creationId="{03A9FEF3-7947-DF7B-2005-27BE2C55F447}"/>
          </ac:spMkLst>
        </pc:spChg>
        <pc:spChg chg="add mod">
          <ac:chgData name="MAKRIN Real" userId="9a9b7bc253003971" providerId="LiveId" clId="{7A809C10-28BE-4456-BBE6-1AB566FDAAC4}" dt="2024-06-08T11:53:30.438" v="4651"/>
          <ac:spMkLst>
            <pc:docMk/>
            <pc:sldMk cId="756894853" sldId="306"/>
            <ac:spMk id="145" creationId="{EAF2A277-455B-8604-4EAC-E55BC72ADDDE}"/>
          </ac:spMkLst>
        </pc:spChg>
        <pc:spChg chg="add mod">
          <ac:chgData name="MAKRIN Real" userId="9a9b7bc253003971" providerId="LiveId" clId="{7A809C10-28BE-4456-BBE6-1AB566FDAAC4}" dt="2024-06-08T11:53:30.438" v="4651"/>
          <ac:spMkLst>
            <pc:docMk/>
            <pc:sldMk cId="756894853" sldId="306"/>
            <ac:spMk id="146" creationId="{C99A60E3-F1DA-C5ED-7BBC-7B3AF48B4C47}"/>
          </ac:spMkLst>
        </pc:spChg>
        <pc:spChg chg="add mod">
          <ac:chgData name="MAKRIN Real" userId="9a9b7bc253003971" providerId="LiveId" clId="{7A809C10-28BE-4456-BBE6-1AB566FDAAC4}" dt="2024-06-08T11:53:30.438" v="4651"/>
          <ac:spMkLst>
            <pc:docMk/>
            <pc:sldMk cId="756894853" sldId="306"/>
            <ac:spMk id="147" creationId="{37156E6A-46FA-91E0-DBBE-06FE4AB2B262}"/>
          </ac:spMkLst>
        </pc:spChg>
        <pc:spChg chg="add mod">
          <ac:chgData name="MAKRIN Real" userId="9a9b7bc253003971" providerId="LiveId" clId="{7A809C10-28BE-4456-BBE6-1AB566FDAAC4}" dt="2024-06-08T11:53:30.438" v="4651"/>
          <ac:spMkLst>
            <pc:docMk/>
            <pc:sldMk cId="756894853" sldId="306"/>
            <ac:spMk id="148" creationId="{D11AFACD-4B9A-F840-1FAC-D00D6D9D4A0C}"/>
          </ac:spMkLst>
        </pc:spChg>
        <pc:spChg chg="add mod">
          <ac:chgData name="MAKRIN Real" userId="9a9b7bc253003971" providerId="LiveId" clId="{7A809C10-28BE-4456-BBE6-1AB566FDAAC4}" dt="2024-06-08T11:53:30.438" v="4651"/>
          <ac:spMkLst>
            <pc:docMk/>
            <pc:sldMk cId="756894853" sldId="306"/>
            <ac:spMk id="149" creationId="{A53DC8B1-6B12-C74A-ED07-4C5256498DB8}"/>
          </ac:spMkLst>
        </pc:spChg>
        <pc:spChg chg="add mod">
          <ac:chgData name="MAKRIN Real" userId="9a9b7bc253003971" providerId="LiveId" clId="{7A809C10-28BE-4456-BBE6-1AB566FDAAC4}" dt="2024-06-08T11:53:30.438" v="4651"/>
          <ac:spMkLst>
            <pc:docMk/>
            <pc:sldMk cId="756894853" sldId="306"/>
            <ac:spMk id="150" creationId="{8DFED603-072D-174B-8EDF-7C75253C04CE}"/>
          </ac:spMkLst>
        </pc:spChg>
        <pc:spChg chg="add mod">
          <ac:chgData name="MAKRIN Real" userId="9a9b7bc253003971" providerId="LiveId" clId="{7A809C10-28BE-4456-BBE6-1AB566FDAAC4}" dt="2024-06-08T11:53:30.629" v="4652"/>
          <ac:spMkLst>
            <pc:docMk/>
            <pc:sldMk cId="756894853" sldId="306"/>
            <ac:spMk id="151" creationId="{10A15042-4E02-74BD-99EE-EEE45FD7BEEF}"/>
          </ac:spMkLst>
        </pc:spChg>
        <pc:spChg chg="add mod">
          <ac:chgData name="MAKRIN Real" userId="9a9b7bc253003971" providerId="LiveId" clId="{7A809C10-28BE-4456-BBE6-1AB566FDAAC4}" dt="2024-06-08T11:53:30.629" v="4652"/>
          <ac:spMkLst>
            <pc:docMk/>
            <pc:sldMk cId="756894853" sldId="306"/>
            <ac:spMk id="152" creationId="{63DDC235-8473-7D4C-6D89-185DB0822EA9}"/>
          </ac:spMkLst>
        </pc:spChg>
        <pc:spChg chg="add mod">
          <ac:chgData name="MAKRIN Real" userId="9a9b7bc253003971" providerId="LiveId" clId="{7A809C10-28BE-4456-BBE6-1AB566FDAAC4}" dt="2024-06-08T11:53:30.629" v="4652"/>
          <ac:spMkLst>
            <pc:docMk/>
            <pc:sldMk cId="756894853" sldId="306"/>
            <ac:spMk id="153" creationId="{727E49D6-402E-604E-E298-4FBB4A95E35A}"/>
          </ac:spMkLst>
        </pc:spChg>
        <pc:spChg chg="add mod">
          <ac:chgData name="MAKRIN Real" userId="9a9b7bc253003971" providerId="LiveId" clId="{7A809C10-28BE-4456-BBE6-1AB566FDAAC4}" dt="2024-06-08T11:53:30.629" v="4652"/>
          <ac:spMkLst>
            <pc:docMk/>
            <pc:sldMk cId="756894853" sldId="306"/>
            <ac:spMk id="154" creationId="{B15F351F-0902-C883-E834-1A8571DDC765}"/>
          </ac:spMkLst>
        </pc:spChg>
        <pc:spChg chg="add mod">
          <ac:chgData name="MAKRIN Real" userId="9a9b7bc253003971" providerId="LiveId" clId="{7A809C10-28BE-4456-BBE6-1AB566FDAAC4}" dt="2024-06-08T11:53:30.629" v="4652"/>
          <ac:spMkLst>
            <pc:docMk/>
            <pc:sldMk cId="756894853" sldId="306"/>
            <ac:spMk id="155" creationId="{9109D0DF-AC8B-745B-EFEB-7FFEA103C2C8}"/>
          </ac:spMkLst>
        </pc:spChg>
        <pc:spChg chg="add mod">
          <ac:chgData name="MAKRIN Real" userId="9a9b7bc253003971" providerId="LiveId" clId="{7A809C10-28BE-4456-BBE6-1AB566FDAAC4}" dt="2024-06-08T11:53:30.629" v="4652"/>
          <ac:spMkLst>
            <pc:docMk/>
            <pc:sldMk cId="756894853" sldId="306"/>
            <ac:spMk id="156" creationId="{0D1E140B-77A5-B125-715B-E2B33A0714E1}"/>
          </ac:spMkLst>
        </pc:spChg>
        <pc:spChg chg="add mod">
          <ac:chgData name="MAKRIN Real" userId="9a9b7bc253003971" providerId="LiveId" clId="{7A809C10-28BE-4456-BBE6-1AB566FDAAC4}" dt="2024-06-08T11:53:30.629" v="4652"/>
          <ac:spMkLst>
            <pc:docMk/>
            <pc:sldMk cId="756894853" sldId="306"/>
            <ac:spMk id="157" creationId="{EA270422-5EF8-2A91-A3FF-2CA08B807350}"/>
          </ac:spMkLst>
        </pc:spChg>
        <pc:spChg chg="add mod">
          <ac:chgData name="MAKRIN Real" userId="9a9b7bc253003971" providerId="LiveId" clId="{7A809C10-28BE-4456-BBE6-1AB566FDAAC4}" dt="2024-06-08T11:53:30.629" v="4652"/>
          <ac:spMkLst>
            <pc:docMk/>
            <pc:sldMk cId="756894853" sldId="306"/>
            <ac:spMk id="158" creationId="{0E2BA9E7-B6C0-1D99-09CD-C2084220D481}"/>
          </ac:spMkLst>
        </pc:spChg>
        <pc:spChg chg="add mod">
          <ac:chgData name="MAKRIN Real" userId="9a9b7bc253003971" providerId="LiveId" clId="{7A809C10-28BE-4456-BBE6-1AB566FDAAC4}" dt="2024-06-08T11:53:32.876" v="4654" actId="1076"/>
          <ac:spMkLst>
            <pc:docMk/>
            <pc:sldMk cId="756894853" sldId="306"/>
            <ac:spMk id="159" creationId="{2A708A61-337D-D33B-E142-3103981C657E}"/>
          </ac:spMkLst>
        </pc:spChg>
        <pc:spChg chg="add mod">
          <ac:chgData name="MAKRIN Real" userId="9a9b7bc253003971" providerId="LiveId" clId="{7A809C10-28BE-4456-BBE6-1AB566FDAAC4}" dt="2024-06-08T11:53:32.876" v="4654" actId="1076"/>
          <ac:spMkLst>
            <pc:docMk/>
            <pc:sldMk cId="756894853" sldId="306"/>
            <ac:spMk id="160" creationId="{3AF24669-ED07-4093-C5DF-E969B199932A}"/>
          </ac:spMkLst>
        </pc:spChg>
        <pc:spChg chg="add mod">
          <ac:chgData name="MAKRIN Real" userId="9a9b7bc253003971" providerId="LiveId" clId="{7A809C10-28BE-4456-BBE6-1AB566FDAAC4}" dt="2024-06-08T11:53:32.876" v="4654" actId="1076"/>
          <ac:spMkLst>
            <pc:docMk/>
            <pc:sldMk cId="756894853" sldId="306"/>
            <ac:spMk id="161" creationId="{BD2E473E-5B86-12EE-761E-81BFD53E8D7F}"/>
          </ac:spMkLst>
        </pc:spChg>
        <pc:spChg chg="add mod">
          <ac:chgData name="MAKRIN Real" userId="9a9b7bc253003971" providerId="LiveId" clId="{7A809C10-28BE-4456-BBE6-1AB566FDAAC4}" dt="2024-06-08T11:53:32.876" v="4654" actId="1076"/>
          <ac:spMkLst>
            <pc:docMk/>
            <pc:sldMk cId="756894853" sldId="306"/>
            <ac:spMk id="162" creationId="{74291D2C-BF78-C1B9-BF39-D334022103FE}"/>
          </ac:spMkLst>
        </pc:spChg>
        <pc:spChg chg="add mod">
          <ac:chgData name="MAKRIN Real" userId="9a9b7bc253003971" providerId="LiveId" clId="{7A809C10-28BE-4456-BBE6-1AB566FDAAC4}" dt="2024-06-08T11:53:32.876" v="4654" actId="1076"/>
          <ac:spMkLst>
            <pc:docMk/>
            <pc:sldMk cId="756894853" sldId="306"/>
            <ac:spMk id="163" creationId="{808F2F7F-DF2C-EFA7-A430-DD1CBF0F6F85}"/>
          </ac:spMkLst>
        </pc:spChg>
        <pc:spChg chg="add mod">
          <ac:chgData name="MAKRIN Real" userId="9a9b7bc253003971" providerId="LiveId" clId="{7A809C10-28BE-4456-BBE6-1AB566FDAAC4}" dt="2024-06-08T11:53:32.876" v="4654" actId="1076"/>
          <ac:spMkLst>
            <pc:docMk/>
            <pc:sldMk cId="756894853" sldId="306"/>
            <ac:spMk id="164" creationId="{305623D0-E3BD-5636-E4CB-A13C5B6D2991}"/>
          </ac:spMkLst>
        </pc:spChg>
        <pc:spChg chg="add mod">
          <ac:chgData name="MAKRIN Real" userId="9a9b7bc253003971" providerId="LiveId" clId="{7A809C10-28BE-4456-BBE6-1AB566FDAAC4}" dt="2024-06-08T11:53:32.876" v="4654" actId="1076"/>
          <ac:spMkLst>
            <pc:docMk/>
            <pc:sldMk cId="756894853" sldId="306"/>
            <ac:spMk id="165" creationId="{40C771E5-741E-0DA9-4999-552300A50247}"/>
          </ac:spMkLst>
        </pc:spChg>
        <pc:spChg chg="add mod">
          <ac:chgData name="MAKRIN Real" userId="9a9b7bc253003971" providerId="LiveId" clId="{7A809C10-28BE-4456-BBE6-1AB566FDAAC4}" dt="2024-06-08T11:53:32.876" v="4654" actId="1076"/>
          <ac:spMkLst>
            <pc:docMk/>
            <pc:sldMk cId="756894853" sldId="306"/>
            <ac:spMk id="166" creationId="{9076BAA5-784E-8FE2-2DE0-F6922141ADA5}"/>
          </ac:spMkLst>
        </pc:spChg>
        <pc:spChg chg="add mod">
          <ac:chgData name="MAKRIN Real" userId="9a9b7bc253003971" providerId="LiveId" clId="{7A809C10-28BE-4456-BBE6-1AB566FDAAC4}" dt="2024-06-08T11:53:33.005" v="4655"/>
          <ac:spMkLst>
            <pc:docMk/>
            <pc:sldMk cId="756894853" sldId="306"/>
            <ac:spMk id="167" creationId="{B470EE83-0685-E5A2-5C94-861989B56A1E}"/>
          </ac:spMkLst>
        </pc:spChg>
        <pc:spChg chg="add mod">
          <ac:chgData name="MAKRIN Real" userId="9a9b7bc253003971" providerId="LiveId" clId="{7A809C10-28BE-4456-BBE6-1AB566FDAAC4}" dt="2024-06-08T11:53:33.005" v="4655"/>
          <ac:spMkLst>
            <pc:docMk/>
            <pc:sldMk cId="756894853" sldId="306"/>
            <ac:spMk id="168" creationId="{073287F8-0C5A-91FF-01D6-55D2313B0D85}"/>
          </ac:spMkLst>
        </pc:spChg>
        <pc:spChg chg="add mod">
          <ac:chgData name="MAKRIN Real" userId="9a9b7bc253003971" providerId="LiveId" clId="{7A809C10-28BE-4456-BBE6-1AB566FDAAC4}" dt="2024-06-08T11:53:33.005" v="4655"/>
          <ac:spMkLst>
            <pc:docMk/>
            <pc:sldMk cId="756894853" sldId="306"/>
            <ac:spMk id="169" creationId="{53D83D81-4778-8BFA-FFA1-A8913CA08030}"/>
          </ac:spMkLst>
        </pc:spChg>
        <pc:spChg chg="add mod">
          <ac:chgData name="MAKRIN Real" userId="9a9b7bc253003971" providerId="LiveId" clId="{7A809C10-28BE-4456-BBE6-1AB566FDAAC4}" dt="2024-06-08T11:53:33.005" v="4655"/>
          <ac:spMkLst>
            <pc:docMk/>
            <pc:sldMk cId="756894853" sldId="306"/>
            <ac:spMk id="170" creationId="{609E4472-4E5A-629B-8FCE-48291688F3AB}"/>
          </ac:spMkLst>
        </pc:spChg>
        <pc:spChg chg="add mod">
          <ac:chgData name="MAKRIN Real" userId="9a9b7bc253003971" providerId="LiveId" clId="{7A809C10-28BE-4456-BBE6-1AB566FDAAC4}" dt="2024-06-08T11:53:33.005" v="4655"/>
          <ac:spMkLst>
            <pc:docMk/>
            <pc:sldMk cId="756894853" sldId="306"/>
            <ac:spMk id="171" creationId="{74F4C5BB-C68E-1D1E-06F0-0F295E7DF0DE}"/>
          </ac:spMkLst>
        </pc:spChg>
        <pc:spChg chg="add mod">
          <ac:chgData name="MAKRIN Real" userId="9a9b7bc253003971" providerId="LiveId" clId="{7A809C10-28BE-4456-BBE6-1AB566FDAAC4}" dt="2024-06-08T11:53:33.005" v="4655"/>
          <ac:spMkLst>
            <pc:docMk/>
            <pc:sldMk cId="756894853" sldId="306"/>
            <ac:spMk id="172" creationId="{A29369B0-AFD2-F06A-88EA-2CA6320EBBA9}"/>
          </ac:spMkLst>
        </pc:spChg>
        <pc:spChg chg="add mod">
          <ac:chgData name="MAKRIN Real" userId="9a9b7bc253003971" providerId="LiveId" clId="{7A809C10-28BE-4456-BBE6-1AB566FDAAC4}" dt="2024-06-08T11:53:33.005" v="4655"/>
          <ac:spMkLst>
            <pc:docMk/>
            <pc:sldMk cId="756894853" sldId="306"/>
            <ac:spMk id="173" creationId="{62BF9C5C-61A4-D891-5BE9-56F94A278FD4}"/>
          </ac:spMkLst>
        </pc:spChg>
        <pc:spChg chg="add mod">
          <ac:chgData name="MAKRIN Real" userId="9a9b7bc253003971" providerId="LiveId" clId="{7A809C10-28BE-4456-BBE6-1AB566FDAAC4}" dt="2024-06-08T11:53:33.005" v="4655"/>
          <ac:spMkLst>
            <pc:docMk/>
            <pc:sldMk cId="756894853" sldId="306"/>
            <ac:spMk id="174" creationId="{45596925-1A28-774B-E86E-1755ADC2FB3E}"/>
          </ac:spMkLst>
        </pc:spChg>
        <pc:spChg chg="add mod">
          <ac:chgData name="MAKRIN Real" userId="9a9b7bc253003971" providerId="LiveId" clId="{7A809C10-28BE-4456-BBE6-1AB566FDAAC4}" dt="2024-06-08T11:53:33.206" v="4656"/>
          <ac:spMkLst>
            <pc:docMk/>
            <pc:sldMk cId="756894853" sldId="306"/>
            <ac:spMk id="175" creationId="{40B653F5-176E-932C-AB0C-8B35458AB625}"/>
          </ac:spMkLst>
        </pc:spChg>
        <pc:spChg chg="add mod">
          <ac:chgData name="MAKRIN Real" userId="9a9b7bc253003971" providerId="LiveId" clId="{7A809C10-28BE-4456-BBE6-1AB566FDAAC4}" dt="2024-06-08T11:53:33.206" v="4656"/>
          <ac:spMkLst>
            <pc:docMk/>
            <pc:sldMk cId="756894853" sldId="306"/>
            <ac:spMk id="176" creationId="{9EC76AED-476E-4F89-9B9C-39777C3A9816}"/>
          </ac:spMkLst>
        </pc:spChg>
        <pc:spChg chg="add mod">
          <ac:chgData name="MAKRIN Real" userId="9a9b7bc253003971" providerId="LiveId" clId="{7A809C10-28BE-4456-BBE6-1AB566FDAAC4}" dt="2024-06-08T11:53:33.206" v="4656"/>
          <ac:spMkLst>
            <pc:docMk/>
            <pc:sldMk cId="756894853" sldId="306"/>
            <ac:spMk id="177" creationId="{FEF4EF01-1C5B-4E19-8F67-A2931AAB1358}"/>
          </ac:spMkLst>
        </pc:spChg>
        <pc:spChg chg="add mod">
          <ac:chgData name="MAKRIN Real" userId="9a9b7bc253003971" providerId="LiveId" clId="{7A809C10-28BE-4456-BBE6-1AB566FDAAC4}" dt="2024-06-08T11:53:33.206" v="4656"/>
          <ac:spMkLst>
            <pc:docMk/>
            <pc:sldMk cId="756894853" sldId="306"/>
            <ac:spMk id="178" creationId="{6AB2DF44-D611-1A3D-6BBD-FE11E2168E8F}"/>
          </ac:spMkLst>
        </pc:spChg>
        <pc:spChg chg="add mod">
          <ac:chgData name="MAKRIN Real" userId="9a9b7bc253003971" providerId="LiveId" clId="{7A809C10-28BE-4456-BBE6-1AB566FDAAC4}" dt="2024-06-08T11:53:33.206" v="4656"/>
          <ac:spMkLst>
            <pc:docMk/>
            <pc:sldMk cId="756894853" sldId="306"/>
            <ac:spMk id="179" creationId="{6F6A3F19-7845-4AE7-CB7F-B3F26C97F54D}"/>
          </ac:spMkLst>
        </pc:spChg>
        <pc:spChg chg="add mod">
          <ac:chgData name="MAKRIN Real" userId="9a9b7bc253003971" providerId="LiveId" clId="{7A809C10-28BE-4456-BBE6-1AB566FDAAC4}" dt="2024-06-08T11:53:33.206" v="4656"/>
          <ac:spMkLst>
            <pc:docMk/>
            <pc:sldMk cId="756894853" sldId="306"/>
            <ac:spMk id="180" creationId="{ADF9B4EB-9551-0363-179E-3F703B863736}"/>
          </ac:spMkLst>
        </pc:spChg>
        <pc:spChg chg="add mod">
          <ac:chgData name="MAKRIN Real" userId="9a9b7bc253003971" providerId="LiveId" clId="{7A809C10-28BE-4456-BBE6-1AB566FDAAC4}" dt="2024-06-08T11:53:33.206" v="4656"/>
          <ac:spMkLst>
            <pc:docMk/>
            <pc:sldMk cId="756894853" sldId="306"/>
            <ac:spMk id="181" creationId="{2C049322-7B9E-D9AF-2F24-0B11ADEF4BC5}"/>
          </ac:spMkLst>
        </pc:spChg>
        <pc:spChg chg="add mod">
          <ac:chgData name="MAKRIN Real" userId="9a9b7bc253003971" providerId="LiveId" clId="{7A809C10-28BE-4456-BBE6-1AB566FDAAC4}" dt="2024-06-08T11:53:33.206" v="4656"/>
          <ac:spMkLst>
            <pc:docMk/>
            <pc:sldMk cId="756894853" sldId="306"/>
            <ac:spMk id="182" creationId="{A749940F-C1EE-EC86-D9ED-F866EAB0C6A7}"/>
          </ac:spMkLst>
        </pc:spChg>
        <pc:spChg chg="add mod">
          <ac:chgData name="MAKRIN Real" userId="9a9b7bc253003971" providerId="LiveId" clId="{7A809C10-28BE-4456-BBE6-1AB566FDAAC4}" dt="2024-06-08T11:53:33.664" v="4657"/>
          <ac:spMkLst>
            <pc:docMk/>
            <pc:sldMk cId="756894853" sldId="306"/>
            <ac:spMk id="183" creationId="{22D80E4A-A046-7413-4400-08719ECD984B}"/>
          </ac:spMkLst>
        </pc:spChg>
        <pc:spChg chg="add mod">
          <ac:chgData name="MAKRIN Real" userId="9a9b7bc253003971" providerId="LiveId" clId="{7A809C10-28BE-4456-BBE6-1AB566FDAAC4}" dt="2024-06-08T11:53:33.664" v="4657"/>
          <ac:spMkLst>
            <pc:docMk/>
            <pc:sldMk cId="756894853" sldId="306"/>
            <ac:spMk id="184" creationId="{5E95FDE6-9D5F-1D73-AF6F-89444E71EFCF}"/>
          </ac:spMkLst>
        </pc:spChg>
        <pc:spChg chg="add mod">
          <ac:chgData name="MAKRIN Real" userId="9a9b7bc253003971" providerId="LiveId" clId="{7A809C10-28BE-4456-BBE6-1AB566FDAAC4}" dt="2024-06-08T11:53:33.664" v="4657"/>
          <ac:spMkLst>
            <pc:docMk/>
            <pc:sldMk cId="756894853" sldId="306"/>
            <ac:spMk id="185" creationId="{4BE860F1-057D-8C23-9887-64F36CD7D1F7}"/>
          </ac:spMkLst>
        </pc:spChg>
        <pc:spChg chg="add mod">
          <ac:chgData name="MAKRIN Real" userId="9a9b7bc253003971" providerId="LiveId" clId="{7A809C10-28BE-4456-BBE6-1AB566FDAAC4}" dt="2024-06-08T11:53:33.664" v="4657"/>
          <ac:spMkLst>
            <pc:docMk/>
            <pc:sldMk cId="756894853" sldId="306"/>
            <ac:spMk id="186" creationId="{2900280E-2ABE-48A4-4EE1-F871E12BF987}"/>
          </ac:spMkLst>
        </pc:spChg>
        <pc:spChg chg="add mod">
          <ac:chgData name="MAKRIN Real" userId="9a9b7bc253003971" providerId="LiveId" clId="{7A809C10-28BE-4456-BBE6-1AB566FDAAC4}" dt="2024-06-08T11:53:33.664" v="4657"/>
          <ac:spMkLst>
            <pc:docMk/>
            <pc:sldMk cId="756894853" sldId="306"/>
            <ac:spMk id="187" creationId="{3C893017-8746-1856-76A5-0F0A8A2F89BC}"/>
          </ac:spMkLst>
        </pc:spChg>
        <pc:spChg chg="add mod">
          <ac:chgData name="MAKRIN Real" userId="9a9b7bc253003971" providerId="LiveId" clId="{7A809C10-28BE-4456-BBE6-1AB566FDAAC4}" dt="2024-06-08T11:53:33.664" v="4657"/>
          <ac:spMkLst>
            <pc:docMk/>
            <pc:sldMk cId="756894853" sldId="306"/>
            <ac:spMk id="188" creationId="{499C8D69-654A-81B9-6C37-6733BFBF71B2}"/>
          </ac:spMkLst>
        </pc:spChg>
        <pc:spChg chg="add mod">
          <ac:chgData name="MAKRIN Real" userId="9a9b7bc253003971" providerId="LiveId" clId="{7A809C10-28BE-4456-BBE6-1AB566FDAAC4}" dt="2024-06-08T11:53:33.664" v="4657"/>
          <ac:spMkLst>
            <pc:docMk/>
            <pc:sldMk cId="756894853" sldId="306"/>
            <ac:spMk id="189" creationId="{43EF3D3A-3C9A-62F6-ABBB-143C2C25E2BF}"/>
          </ac:spMkLst>
        </pc:spChg>
        <pc:spChg chg="add mod">
          <ac:chgData name="MAKRIN Real" userId="9a9b7bc253003971" providerId="LiveId" clId="{7A809C10-28BE-4456-BBE6-1AB566FDAAC4}" dt="2024-06-08T11:53:33.664" v="4657"/>
          <ac:spMkLst>
            <pc:docMk/>
            <pc:sldMk cId="756894853" sldId="306"/>
            <ac:spMk id="190" creationId="{7F1CBC70-E7E9-8E04-CDA0-16AE2C631425}"/>
          </ac:spMkLst>
        </pc:spChg>
      </pc:sldChg>
      <pc:sldChg chg="addSp modSp add mod modTransition">
        <pc:chgData name="MAKRIN Real" userId="9a9b7bc253003971" providerId="LiveId" clId="{7A809C10-28BE-4456-BBE6-1AB566FDAAC4}" dt="2024-06-08T11:58:24.243" v="4858" actId="1037"/>
        <pc:sldMkLst>
          <pc:docMk/>
          <pc:sldMk cId="1364400260" sldId="307"/>
        </pc:sldMkLst>
        <pc:spChg chg="add mod">
          <ac:chgData name="MAKRIN Real" userId="9a9b7bc253003971" providerId="LiveId" clId="{7A809C10-28BE-4456-BBE6-1AB566FDAAC4}" dt="2024-06-08T11:53:49.107" v="4660" actId="688"/>
          <ac:spMkLst>
            <pc:docMk/>
            <pc:sldMk cId="1364400260" sldId="307"/>
            <ac:spMk id="191" creationId="{46C8A6AB-24CA-95C2-1514-784790948D59}"/>
          </ac:spMkLst>
        </pc:spChg>
        <pc:spChg chg="add mod">
          <ac:chgData name="MAKRIN Real" userId="9a9b7bc253003971" providerId="LiveId" clId="{7A809C10-28BE-4456-BBE6-1AB566FDAAC4}" dt="2024-06-08T11:53:49.107" v="4660" actId="688"/>
          <ac:spMkLst>
            <pc:docMk/>
            <pc:sldMk cId="1364400260" sldId="307"/>
            <ac:spMk id="192" creationId="{FFAA4B70-CCD5-A0EA-87D9-8369245F4642}"/>
          </ac:spMkLst>
        </pc:spChg>
        <pc:spChg chg="add mod">
          <ac:chgData name="MAKRIN Real" userId="9a9b7bc253003971" providerId="LiveId" clId="{7A809C10-28BE-4456-BBE6-1AB566FDAAC4}" dt="2024-06-08T11:53:49.107" v="4660" actId="688"/>
          <ac:spMkLst>
            <pc:docMk/>
            <pc:sldMk cId="1364400260" sldId="307"/>
            <ac:spMk id="193" creationId="{393E4D8F-3833-1506-F427-F0576DBE315C}"/>
          </ac:spMkLst>
        </pc:spChg>
        <pc:spChg chg="add mod">
          <ac:chgData name="MAKRIN Real" userId="9a9b7bc253003971" providerId="LiveId" clId="{7A809C10-28BE-4456-BBE6-1AB566FDAAC4}" dt="2024-06-08T11:53:49.107" v="4660" actId="688"/>
          <ac:spMkLst>
            <pc:docMk/>
            <pc:sldMk cId="1364400260" sldId="307"/>
            <ac:spMk id="194" creationId="{2F66921A-2FD1-8FAD-0565-18D05CBE2C7A}"/>
          </ac:spMkLst>
        </pc:spChg>
        <pc:spChg chg="add mod">
          <ac:chgData name="MAKRIN Real" userId="9a9b7bc253003971" providerId="LiveId" clId="{7A809C10-28BE-4456-BBE6-1AB566FDAAC4}" dt="2024-06-08T11:53:49.107" v="4660" actId="688"/>
          <ac:spMkLst>
            <pc:docMk/>
            <pc:sldMk cId="1364400260" sldId="307"/>
            <ac:spMk id="195" creationId="{7CE79FE6-EAAD-7604-F9F8-11AE3E3728D2}"/>
          </ac:spMkLst>
        </pc:spChg>
        <pc:spChg chg="add mod">
          <ac:chgData name="MAKRIN Real" userId="9a9b7bc253003971" providerId="LiveId" clId="{7A809C10-28BE-4456-BBE6-1AB566FDAAC4}" dt="2024-06-08T11:53:49.107" v="4660" actId="688"/>
          <ac:spMkLst>
            <pc:docMk/>
            <pc:sldMk cId="1364400260" sldId="307"/>
            <ac:spMk id="196" creationId="{D274E9D0-4440-73BF-0215-2B82EC4770A4}"/>
          </ac:spMkLst>
        </pc:spChg>
        <pc:spChg chg="add mod">
          <ac:chgData name="MAKRIN Real" userId="9a9b7bc253003971" providerId="LiveId" clId="{7A809C10-28BE-4456-BBE6-1AB566FDAAC4}" dt="2024-06-08T11:53:49.107" v="4660" actId="688"/>
          <ac:spMkLst>
            <pc:docMk/>
            <pc:sldMk cId="1364400260" sldId="307"/>
            <ac:spMk id="197" creationId="{B6CD3FA3-41BD-8FCB-3FB9-30BB8591E1C7}"/>
          </ac:spMkLst>
        </pc:spChg>
        <pc:spChg chg="add mod">
          <ac:chgData name="MAKRIN Real" userId="9a9b7bc253003971" providerId="LiveId" clId="{7A809C10-28BE-4456-BBE6-1AB566FDAAC4}" dt="2024-06-08T11:53:49.107" v="4660" actId="688"/>
          <ac:spMkLst>
            <pc:docMk/>
            <pc:sldMk cId="1364400260" sldId="307"/>
            <ac:spMk id="198" creationId="{534CAD0F-2700-A9C6-97C3-FF38AFB4AE38}"/>
          </ac:spMkLst>
        </pc:spChg>
        <pc:spChg chg="add mod">
          <ac:chgData name="MAKRIN Real" userId="9a9b7bc253003971" providerId="LiveId" clId="{7A809C10-28BE-4456-BBE6-1AB566FDAAC4}" dt="2024-06-08T11:53:49.496" v="4661"/>
          <ac:spMkLst>
            <pc:docMk/>
            <pc:sldMk cId="1364400260" sldId="307"/>
            <ac:spMk id="199" creationId="{C480F061-0C68-43E1-6EF9-8AB3A4A0B47C}"/>
          </ac:spMkLst>
        </pc:spChg>
        <pc:spChg chg="add mod">
          <ac:chgData name="MAKRIN Real" userId="9a9b7bc253003971" providerId="LiveId" clId="{7A809C10-28BE-4456-BBE6-1AB566FDAAC4}" dt="2024-06-08T11:53:49.496" v="4661"/>
          <ac:spMkLst>
            <pc:docMk/>
            <pc:sldMk cId="1364400260" sldId="307"/>
            <ac:spMk id="200" creationId="{B234DFBC-48C0-1041-0E25-788D91A82545}"/>
          </ac:spMkLst>
        </pc:spChg>
        <pc:spChg chg="add mod">
          <ac:chgData name="MAKRIN Real" userId="9a9b7bc253003971" providerId="LiveId" clId="{7A809C10-28BE-4456-BBE6-1AB566FDAAC4}" dt="2024-06-08T11:53:49.496" v="4661"/>
          <ac:spMkLst>
            <pc:docMk/>
            <pc:sldMk cId="1364400260" sldId="307"/>
            <ac:spMk id="201" creationId="{0AD158C7-34D2-5D2B-C7B5-9B0E0871F5D5}"/>
          </ac:spMkLst>
        </pc:spChg>
        <pc:spChg chg="add mod">
          <ac:chgData name="MAKRIN Real" userId="9a9b7bc253003971" providerId="LiveId" clId="{7A809C10-28BE-4456-BBE6-1AB566FDAAC4}" dt="2024-06-08T11:53:49.496" v="4661"/>
          <ac:spMkLst>
            <pc:docMk/>
            <pc:sldMk cId="1364400260" sldId="307"/>
            <ac:spMk id="202" creationId="{60B1F4FE-C925-9052-BAAF-B1019B6DF819}"/>
          </ac:spMkLst>
        </pc:spChg>
        <pc:spChg chg="add mod">
          <ac:chgData name="MAKRIN Real" userId="9a9b7bc253003971" providerId="LiveId" clId="{7A809C10-28BE-4456-BBE6-1AB566FDAAC4}" dt="2024-06-08T11:53:49.496" v="4661"/>
          <ac:spMkLst>
            <pc:docMk/>
            <pc:sldMk cId="1364400260" sldId="307"/>
            <ac:spMk id="203" creationId="{5E7A07AF-066F-83D0-6A48-D51F62625858}"/>
          </ac:spMkLst>
        </pc:spChg>
        <pc:spChg chg="add mod">
          <ac:chgData name="MAKRIN Real" userId="9a9b7bc253003971" providerId="LiveId" clId="{7A809C10-28BE-4456-BBE6-1AB566FDAAC4}" dt="2024-06-08T11:53:49.496" v="4661"/>
          <ac:spMkLst>
            <pc:docMk/>
            <pc:sldMk cId="1364400260" sldId="307"/>
            <ac:spMk id="204" creationId="{7225782F-FA89-5F3E-9A23-9A00CC8E93A0}"/>
          </ac:spMkLst>
        </pc:spChg>
        <pc:spChg chg="add mod">
          <ac:chgData name="MAKRIN Real" userId="9a9b7bc253003971" providerId="LiveId" clId="{7A809C10-28BE-4456-BBE6-1AB566FDAAC4}" dt="2024-06-08T11:53:49.496" v="4661"/>
          <ac:spMkLst>
            <pc:docMk/>
            <pc:sldMk cId="1364400260" sldId="307"/>
            <ac:spMk id="205" creationId="{CA8D91A7-DFDE-FB2B-1E38-15F002F75DFE}"/>
          </ac:spMkLst>
        </pc:spChg>
        <pc:spChg chg="add mod">
          <ac:chgData name="MAKRIN Real" userId="9a9b7bc253003971" providerId="LiveId" clId="{7A809C10-28BE-4456-BBE6-1AB566FDAAC4}" dt="2024-06-08T11:53:49.496" v="4661"/>
          <ac:spMkLst>
            <pc:docMk/>
            <pc:sldMk cId="1364400260" sldId="307"/>
            <ac:spMk id="206" creationId="{6B65D048-DAF6-1D9D-A66F-D7A2ECACC74D}"/>
          </ac:spMkLst>
        </pc:spChg>
        <pc:spChg chg="add mod">
          <ac:chgData name="MAKRIN Real" userId="9a9b7bc253003971" providerId="LiveId" clId="{7A809C10-28BE-4456-BBE6-1AB566FDAAC4}" dt="2024-06-08T11:53:49.712" v="4662"/>
          <ac:spMkLst>
            <pc:docMk/>
            <pc:sldMk cId="1364400260" sldId="307"/>
            <ac:spMk id="207" creationId="{7D14A6B1-0C54-EC76-67DC-124498CC739A}"/>
          </ac:spMkLst>
        </pc:spChg>
        <pc:spChg chg="add mod">
          <ac:chgData name="MAKRIN Real" userId="9a9b7bc253003971" providerId="LiveId" clId="{7A809C10-28BE-4456-BBE6-1AB566FDAAC4}" dt="2024-06-08T11:53:49.712" v="4662"/>
          <ac:spMkLst>
            <pc:docMk/>
            <pc:sldMk cId="1364400260" sldId="307"/>
            <ac:spMk id="208" creationId="{D248B69B-37FE-B5D2-C8B5-EC7629597D65}"/>
          </ac:spMkLst>
        </pc:spChg>
        <pc:spChg chg="add mod">
          <ac:chgData name="MAKRIN Real" userId="9a9b7bc253003971" providerId="LiveId" clId="{7A809C10-28BE-4456-BBE6-1AB566FDAAC4}" dt="2024-06-08T11:53:49.712" v="4662"/>
          <ac:spMkLst>
            <pc:docMk/>
            <pc:sldMk cId="1364400260" sldId="307"/>
            <ac:spMk id="209" creationId="{B7A490BC-71C9-ECA6-3FA4-1E745BED4B73}"/>
          </ac:spMkLst>
        </pc:spChg>
        <pc:spChg chg="add mod">
          <ac:chgData name="MAKRIN Real" userId="9a9b7bc253003971" providerId="LiveId" clId="{7A809C10-28BE-4456-BBE6-1AB566FDAAC4}" dt="2024-06-08T11:53:49.712" v="4662"/>
          <ac:spMkLst>
            <pc:docMk/>
            <pc:sldMk cId="1364400260" sldId="307"/>
            <ac:spMk id="210" creationId="{7B6D715C-339A-E3E6-6131-122EBF45B148}"/>
          </ac:spMkLst>
        </pc:spChg>
        <pc:spChg chg="add mod">
          <ac:chgData name="MAKRIN Real" userId="9a9b7bc253003971" providerId="LiveId" clId="{7A809C10-28BE-4456-BBE6-1AB566FDAAC4}" dt="2024-06-08T11:53:49.712" v="4662"/>
          <ac:spMkLst>
            <pc:docMk/>
            <pc:sldMk cId="1364400260" sldId="307"/>
            <ac:spMk id="211" creationId="{B744C15C-CB13-8160-72F8-EF587B6C0371}"/>
          </ac:spMkLst>
        </pc:spChg>
        <pc:spChg chg="add mod">
          <ac:chgData name="MAKRIN Real" userId="9a9b7bc253003971" providerId="LiveId" clId="{7A809C10-28BE-4456-BBE6-1AB566FDAAC4}" dt="2024-06-08T11:53:49.712" v="4662"/>
          <ac:spMkLst>
            <pc:docMk/>
            <pc:sldMk cId="1364400260" sldId="307"/>
            <ac:spMk id="212" creationId="{F1699008-9B5E-79FD-19CF-7A0C6B5371F6}"/>
          </ac:spMkLst>
        </pc:spChg>
        <pc:spChg chg="add mod">
          <ac:chgData name="MAKRIN Real" userId="9a9b7bc253003971" providerId="LiveId" clId="{7A809C10-28BE-4456-BBE6-1AB566FDAAC4}" dt="2024-06-08T11:53:49.712" v="4662"/>
          <ac:spMkLst>
            <pc:docMk/>
            <pc:sldMk cId="1364400260" sldId="307"/>
            <ac:spMk id="213" creationId="{A995BF92-D4A7-67DC-42D3-E41848D864A5}"/>
          </ac:spMkLst>
        </pc:spChg>
        <pc:spChg chg="add mod">
          <ac:chgData name="MAKRIN Real" userId="9a9b7bc253003971" providerId="LiveId" clId="{7A809C10-28BE-4456-BBE6-1AB566FDAAC4}" dt="2024-06-08T11:53:49.712" v="4662"/>
          <ac:spMkLst>
            <pc:docMk/>
            <pc:sldMk cId="1364400260" sldId="307"/>
            <ac:spMk id="214" creationId="{E91EE700-E655-4D53-4AD3-35F672227F75}"/>
          </ac:spMkLst>
        </pc:spChg>
        <pc:spChg chg="add mod">
          <ac:chgData name="MAKRIN Real" userId="9a9b7bc253003971" providerId="LiveId" clId="{7A809C10-28BE-4456-BBE6-1AB566FDAAC4}" dt="2024-06-08T11:53:49.935" v="4663"/>
          <ac:spMkLst>
            <pc:docMk/>
            <pc:sldMk cId="1364400260" sldId="307"/>
            <ac:spMk id="215" creationId="{135FE8AA-484E-94F4-0C64-8472779C4F6B}"/>
          </ac:spMkLst>
        </pc:spChg>
        <pc:spChg chg="add mod">
          <ac:chgData name="MAKRIN Real" userId="9a9b7bc253003971" providerId="LiveId" clId="{7A809C10-28BE-4456-BBE6-1AB566FDAAC4}" dt="2024-06-08T11:53:49.935" v="4663"/>
          <ac:spMkLst>
            <pc:docMk/>
            <pc:sldMk cId="1364400260" sldId="307"/>
            <ac:spMk id="216" creationId="{E79CB787-3BF8-2C20-D226-0EC75BFC1B93}"/>
          </ac:spMkLst>
        </pc:spChg>
        <pc:spChg chg="add mod">
          <ac:chgData name="MAKRIN Real" userId="9a9b7bc253003971" providerId="LiveId" clId="{7A809C10-28BE-4456-BBE6-1AB566FDAAC4}" dt="2024-06-08T11:53:49.935" v="4663"/>
          <ac:spMkLst>
            <pc:docMk/>
            <pc:sldMk cId="1364400260" sldId="307"/>
            <ac:spMk id="217" creationId="{C8D985D6-5D9A-BB1C-8B96-BFF2E0991370}"/>
          </ac:spMkLst>
        </pc:spChg>
        <pc:spChg chg="add mod">
          <ac:chgData name="MAKRIN Real" userId="9a9b7bc253003971" providerId="LiveId" clId="{7A809C10-28BE-4456-BBE6-1AB566FDAAC4}" dt="2024-06-08T11:53:49.935" v="4663"/>
          <ac:spMkLst>
            <pc:docMk/>
            <pc:sldMk cId="1364400260" sldId="307"/>
            <ac:spMk id="218" creationId="{DBE114BB-DE01-CAE8-E494-1A38ACDD49A3}"/>
          </ac:spMkLst>
        </pc:spChg>
        <pc:spChg chg="add mod">
          <ac:chgData name="MAKRIN Real" userId="9a9b7bc253003971" providerId="LiveId" clId="{7A809C10-28BE-4456-BBE6-1AB566FDAAC4}" dt="2024-06-08T11:53:49.935" v="4663"/>
          <ac:spMkLst>
            <pc:docMk/>
            <pc:sldMk cId="1364400260" sldId="307"/>
            <ac:spMk id="219" creationId="{4D3E4740-62E2-6BF4-F7C2-5E1A32EE34BA}"/>
          </ac:spMkLst>
        </pc:spChg>
        <pc:spChg chg="add mod">
          <ac:chgData name="MAKRIN Real" userId="9a9b7bc253003971" providerId="LiveId" clId="{7A809C10-28BE-4456-BBE6-1AB566FDAAC4}" dt="2024-06-08T11:53:49.935" v="4663"/>
          <ac:spMkLst>
            <pc:docMk/>
            <pc:sldMk cId="1364400260" sldId="307"/>
            <ac:spMk id="220" creationId="{8EAA8B22-0709-5BE6-830B-C8CD1C2A23CF}"/>
          </ac:spMkLst>
        </pc:spChg>
        <pc:spChg chg="add mod">
          <ac:chgData name="MAKRIN Real" userId="9a9b7bc253003971" providerId="LiveId" clId="{7A809C10-28BE-4456-BBE6-1AB566FDAAC4}" dt="2024-06-08T11:53:49.935" v="4663"/>
          <ac:spMkLst>
            <pc:docMk/>
            <pc:sldMk cId="1364400260" sldId="307"/>
            <ac:spMk id="221" creationId="{6ED79AF1-41DE-8F4E-301F-7B7741F1C9A1}"/>
          </ac:spMkLst>
        </pc:spChg>
        <pc:spChg chg="add mod">
          <ac:chgData name="MAKRIN Real" userId="9a9b7bc253003971" providerId="LiveId" clId="{7A809C10-28BE-4456-BBE6-1AB566FDAAC4}" dt="2024-06-08T11:53:49.935" v="4663"/>
          <ac:spMkLst>
            <pc:docMk/>
            <pc:sldMk cId="1364400260" sldId="307"/>
            <ac:spMk id="222" creationId="{B446039B-D327-EF50-6EBB-7DB75ED3287D}"/>
          </ac:spMkLst>
        </pc:spChg>
        <pc:spChg chg="add mod">
          <ac:chgData name="MAKRIN Real" userId="9a9b7bc253003971" providerId="LiveId" clId="{7A809C10-28BE-4456-BBE6-1AB566FDAAC4}" dt="2024-06-08T11:53:51.469" v="4665" actId="1076"/>
          <ac:spMkLst>
            <pc:docMk/>
            <pc:sldMk cId="1364400260" sldId="307"/>
            <ac:spMk id="223" creationId="{C1204393-2094-B81F-F0B1-F3E4157ACA35}"/>
          </ac:spMkLst>
        </pc:spChg>
        <pc:spChg chg="add mod">
          <ac:chgData name="MAKRIN Real" userId="9a9b7bc253003971" providerId="LiveId" clId="{7A809C10-28BE-4456-BBE6-1AB566FDAAC4}" dt="2024-06-08T11:53:51.469" v="4665" actId="1076"/>
          <ac:spMkLst>
            <pc:docMk/>
            <pc:sldMk cId="1364400260" sldId="307"/>
            <ac:spMk id="224" creationId="{A21FBBB9-DEE3-2970-DCE6-33053A5B923A}"/>
          </ac:spMkLst>
        </pc:spChg>
        <pc:spChg chg="add mod">
          <ac:chgData name="MAKRIN Real" userId="9a9b7bc253003971" providerId="LiveId" clId="{7A809C10-28BE-4456-BBE6-1AB566FDAAC4}" dt="2024-06-08T11:53:51.469" v="4665" actId="1076"/>
          <ac:spMkLst>
            <pc:docMk/>
            <pc:sldMk cId="1364400260" sldId="307"/>
            <ac:spMk id="225" creationId="{74B60312-44FF-37A3-5747-7219DF509D6F}"/>
          </ac:spMkLst>
        </pc:spChg>
        <pc:spChg chg="add mod">
          <ac:chgData name="MAKRIN Real" userId="9a9b7bc253003971" providerId="LiveId" clId="{7A809C10-28BE-4456-BBE6-1AB566FDAAC4}" dt="2024-06-08T11:53:51.469" v="4665" actId="1076"/>
          <ac:spMkLst>
            <pc:docMk/>
            <pc:sldMk cId="1364400260" sldId="307"/>
            <ac:spMk id="226" creationId="{485242FB-2AEF-1FD2-1615-A15DFAA8E576}"/>
          </ac:spMkLst>
        </pc:spChg>
        <pc:spChg chg="add mod">
          <ac:chgData name="MAKRIN Real" userId="9a9b7bc253003971" providerId="LiveId" clId="{7A809C10-28BE-4456-BBE6-1AB566FDAAC4}" dt="2024-06-08T11:53:51.469" v="4665" actId="1076"/>
          <ac:spMkLst>
            <pc:docMk/>
            <pc:sldMk cId="1364400260" sldId="307"/>
            <ac:spMk id="227" creationId="{AF45BB6B-AE1D-7C36-7A0E-6BFC51F216E5}"/>
          </ac:spMkLst>
        </pc:spChg>
        <pc:spChg chg="add mod">
          <ac:chgData name="MAKRIN Real" userId="9a9b7bc253003971" providerId="LiveId" clId="{7A809C10-28BE-4456-BBE6-1AB566FDAAC4}" dt="2024-06-08T11:53:51.469" v="4665" actId="1076"/>
          <ac:spMkLst>
            <pc:docMk/>
            <pc:sldMk cId="1364400260" sldId="307"/>
            <ac:spMk id="228" creationId="{22FB79B1-0FD0-95E2-492A-D00835DC878D}"/>
          </ac:spMkLst>
        </pc:spChg>
        <pc:spChg chg="add mod">
          <ac:chgData name="MAKRIN Real" userId="9a9b7bc253003971" providerId="LiveId" clId="{7A809C10-28BE-4456-BBE6-1AB566FDAAC4}" dt="2024-06-08T11:53:51.469" v="4665" actId="1076"/>
          <ac:spMkLst>
            <pc:docMk/>
            <pc:sldMk cId="1364400260" sldId="307"/>
            <ac:spMk id="229" creationId="{4A6D2E45-2A78-2534-B399-5E95081B0116}"/>
          </ac:spMkLst>
        </pc:spChg>
        <pc:spChg chg="add mod">
          <ac:chgData name="MAKRIN Real" userId="9a9b7bc253003971" providerId="LiveId" clId="{7A809C10-28BE-4456-BBE6-1AB566FDAAC4}" dt="2024-06-08T11:53:51.469" v="4665" actId="1076"/>
          <ac:spMkLst>
            <pc:docMk/>
            <pc:sldMk cId="1364400260" sldId="307"/>
            <ac:spMk id="230" creationId="{9FD21598-ED83-A3EB-6381-0A7D63793F88}"/>
          </ac:spMkLst>
        </pc:spChg>
        <pc:spChg chg="add mod">
          <ac:chgData name="MAKRIN Real" userId="9a9b7bc253003971" providerId="LiveId" clId="{7A809C10-28BE-4456-BBE6-1AB566FDAAC4}" dt="2024-06-08T11:53:51.628" v="4666"/>
          <ac:spMkLst>
            <pc:docMk/>
            <pc:sldMk cId="1364400260" sldId="307"/>
            <ac:spMk id="231" creationId="{386FC951-36FA-4FE4-9A0A-A49A5955F30F}"/>
          </ac:spMkLst>
        </pc:spChg>
        <pc:spChg chg="add mod">
          <ac:chgData name="MAKRIN Real" userId="9a9b7bc253003971" providerId="LiveId" clId="{7A809C10-28BE-4456-BBE6-1AB566FDAAC4}" dt="2024-06-08T11:53:51.628" v="4666"/>
          <ac:spMkLst>
            <pc:docMk/>
            <pc:sldMk cId="1364400260" sldId="307"/>
            <ac:spMk id="232" creationId="{AD5723F5-EF61-A84B-FC05-E28B403430F6}"/>
          </ac:spMkLst>
        </pc:spChg>
        <pc:spChg chg="add mod">
          <ac:chgData name="MAKRIN Real" userId="9a9b7bc253003971" providerId="LiveId" clId="{7A809C10-28BE-4456-BBE6-1AB566FDAAC4}" dt="2024-06-08T11:53:51.628" v="4666"/>
          <ac:spMkLst>
            <pc:docMk/>
            <pc:sldMk cId="1364400260" sldId="307"/>
            <ac:spMk id="233" creationId="{4FD76E4F-3BB1-5949-A976-2813E7C42B5A}"/>
          </ac:spMkLst>
        </pc:spChg>
        <pc:spChg chg="add mod">
          <ac:chgData name="MAKRIN Real" userId="9a9b7bc253003971" providerId="LiveId" clId="{7A809C10-28BE-4456-BBE6-1AB566FDAAC4}" dt="2024-06-08T11:53:51.628" v="4666"/>
          <ac:spMkLst>
            <pc:docMk/>
            <pc:sldMk cId="1364400260" sldId="307"/>
            <ac:spMk id="234" creationId="{8FB68949-F7EF-ECEF-DF3C-AA5F8E84E24B}"/>
          </ac:spMkLst>
        </pc:spChg>
        <pc:spChg chg="add mod">
          <ac:chgData name="MAKRIN Real" userId="9a9b7bc253003971" providerId="LiveId" clId="{7A809C10-28BE-4456-BBE6-1AB566FDAAC4}" dt="2024-06-08T11:53:51.628" v="4666"/>
          <ac:spMkLst>
            <pc:docMk/>
            <pc:sldMk cId="1364400260" sldId="307"/>
            <ac:spMk id="235" creationId="{1E559495-8BDE-E0CF-BDE3-CF5097996C4B}"/>
          </ac:spMkLst>
        </pc:spChg>
        <pc:spChg chg="add mod">
          <ac:chgData name="MAKRIN Real" userId="9a9b7bc253003971" providerId="LiveId" clId="{7A809C10-28BE-4456-BBE6-1AB566FDAAC4}" dt="2024-06-08T11:53:51.628" v="4666"/>
          <ac:spMkLst>
            <pc:docMk/>
            <pc:sldMk cId="1364400260" sldId="307"/>
            <ac:spMk id="236" creationId="{E73E6756-A5F9-ECDF-D247-CD9DC171ECAD}"/>
          </ac:spMkLst>
        </pc:spChg>
        <pc:spChg chg="add mod">
          <ac:chgData name="MAKRIN Real" userId="9a9b7bc253003971" providerId="LiveId" clId="{7A809C10-28BE-4456-BBE6-1AB566FDAAC4}" dt="2024-06-08T11:53:51.628" v="4666"/>
          <ac:spMkLst>
            <pc:docMk/>
            <pc:sldMk cId="1364400260" sldId="307"/>
            <ac:spMk id="237" creationId="{891712EE-38DD-47DC-BFD8-31103EA2A78F}"/>
          </ac:spMkLst>
        </pc:spChg>
        <pc:spChg chg="add mod">
          <ac:chgData name="MAKRIN Real" userId="9a9b7bc253003971" providerId="LiveId" clId="{7A809C10-28BE-4456-BBE6-1AB566FDAAC4}" dt="2024-06-08T11:53:51.628" v="4666"/>
          <ac:spMkLst>
            <pc:docMk/>
            <pc:sldMk cId="1364400260" sldId="307"/>
            <ac:spMk id="238" creationId="{106A9672-5805-9005-6781-9F5843F8C9C2}"/>
          </ac:spMkLst>
        </pc:spChg>
        <pc:spChg chg="add mod">
          <ac:chgData name="MAKRIN Real" userId="9a9b7bc253003971" providerId="LiveId" clId="{7A809C10-28BE-4456-BBE6-1AB566FDAAC4}" dt="2024-06-08T11:53:59.097" v="4668" actId="1076"/>
          <ac:spMkLst>
            <pc:docMk/>
            <pc:sldMk cId="1364400260" sldId="307"/>
            <ac:spMk id="239" creationId="{032085A7-5241-F0F4-D902-3DBA568160EA}"/>
          </ac:spMkLst>
        </pc:spChg>
        <pc:spChg chg="add mod">
          <ac:chgData name="MAKRIN Real" userId="9a9b7bc253003971" providerId="LiveId" clId="{7A809C10-28BE-4456-BBE6-1AB566FDAAC4}" dt="2024-06-08T11:53:59.097" v="4668" actId="1076"/>
          <ac:spMkLst>
            <pc:docMk/>
            <pc:sldMk cId="1364400260" sldId="307"/>
            <ac:spMk id="240" creationId="{1011F771-50B3-A68C-A18F-9CED32EA5B45}"/>
          </ac:spMkLst>
        </pc:spChg>
        <pc:spChg chg="add mod">
          <ac:chgData name="MAKRIN Real" userId="9a9b7bc253003971" providerId="LiveId" clId="{7A809C10-28BE-4456-BBE6-1AB566FDAAC4}" dt="2024-06-08T11:53:59.097" v="4668" actId="1076"/>
          <ac:spMkLst>
            <pc:docMk/>
            <pc:sldMk cId="1364400260" sldId="307"/>
            <ac:spMk id="241" creationId="{6271E647-A663-03D4-A9E4-79F1E4F20394}"/>
          </ac:spMkLst>
        </pc:spChg>
        <pc:spChg chg="add mod">
          <ac:chgData name="MAKRIN Real" userId="9a9b7bc253003971" providerId="LiveId" clId="{7A809C10-28BE-4456-BBE6-1AB566FDAAC4}" dt="2024-06-08T11:53:59.097" v="4668" actId="1076"/>
          <ac:spMkLst>
            <pc:docMk/>
            <pc:sldMk cId="1364400260" sldId="307"/>
            <ac:spMk id="242" creationId="{5ECDA09A-75BF-8DCE-6D7C-0994CED12392}"/>
          </ac:spMkLst>
        </pc:spChg>
        <pc:spChg chg="add mod">
          <ac:chgData name="MAKRIN Real" userId="9a9b7bc253003971" providerId="LiveId" clId="{7A809C10-28BE-4456-BBE6-1AB566FDAAC4}" dt="2024-06-08T11:53:59.097" v="4668" actId="1076"/>
          <ac:spMkLst>
            <pc:docMk/>
            <pc:sldMk cId="1364400260" sldId="307"/>
            <ac:spMk id="243" creationId="{935A04D2-934E-C446-8F67-6C830E3C822D}"/>
          </ac:spMkLst>
        </pc:spChg>
        <pc:spChg chg="add mod">
          <ac:chgData name="MAKRIN Real" userId="9a9b7bc253003971" providerId="LiveId" clId="{7A809C10-28BE-4456-BBE6-1AB566FDAAC4}" dt="2024-06-08T11:53:59.097" v="4668" actId="1076"/>
          <ac:spMkLst>
            <pc:docMk/>
            <pc:sldMk cId="1364400260" sldId="307"/>
            <ac:spMk id="244" creationId="{76E773E2-DB49-7242-2B59-1712B738829D}"/>
          </ac:spMkLst>
        </pc:spChg>
        <pc:spChg chg="add mod">
          <ac:chgData name="MAKRIN Real" userId="9a9b7bc253003971" providerId="LiveId" clId="{7A809C10-28BE-4456-BBE6-1AB566FDAAC4}" dt="2024-06-08T11:53:59.097" v="4668" actId="1076"/>
          <ac:spMkLst>
            <pc:docMk/>
            <pc:sldMk cId="1364400260" sldId="307"/>
            <ac:spMk id="245" creationId="{CDE26FC9-0C6A-182E-40AB-6C701C5DBB4E}"/>
          </ac:spMkLst>
        </pc:spChg>
        <pc:spChg chg="add mod">
          <ac:chgData name="MAKRIN Real" userId="9a9b7bc253003971" providerId="LiveId" clId="{7A809C10-28BE-4456-BBE6-1AB566FDAAC4}" dt="2024-06-08T11:53:59.097" v="4668" actId="1076"/>
          <ac:spMkLst>
            <pc:docMk/>
            <pc:sldMk cId="1364400260" sldId="307"/>
            <ac:spMk id="246" creationId="{8ED557DF-79A5-FF08-0C44-7E0AB1DC054F}"/>
          </ac:spMkLst>
        </pc:spChg>
        <pc:spChg chg="add mod">
          <ac:chgData name="MAKRIN Real" userId="9a9b7bc253003971" providerId="LiveId" clId="{7A809C10-28BE-4456-BBE6-1AB566FDAAC4}" dt="2024-06-08T11:58:24.243" v="4858" actId="1037"/>
          <ac:spMkLst>
            <pc:docMk/>
            <pc:sldMk cId="1364400260" sldId="307"/>
            <ac:spMk id="247" creationId="{7B4B7D40-8EC2-62D0-0A3E-A61903C284AD}"/>
          </ac:spMkLst>
        </pc:spChg>
      </pc:sldChg>
      <pc:sldChg chg="addSp delSp modSp add mod modTransition modAnim">
        <pc:chgData name="MAKRIN Real" userId="9a9b7bc253003971" providerId="LiveId" clId="{7A809C10-28BE-4456-BBE6-1AB566FDAAC4}" dt="2024-06-08T14:53:04.761" v="5683" actId="478"/>
        <pc:sldMkLst>
          <pc:docMk/>
          <pc:sldMk cId="769144311" sldId="308"/>
        </pc:sldMkLst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47" creationId="{079D0CF7-48D0-FE25-2D7C-F978A0566C3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48" creationId="{EE0B8EE8-DE8A-75C2-0A0D-D420C1C2AC3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49" creationId="{50FC396F-328E-1705-42D8-C701D623121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0" creationId="{5273F6BA-2BF0-F02F-B9A1-5D1C30EA3E3C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1" creationId="{2ACC5069-EACC-EEA6-A221-5C22632B611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2" creationId="{BC155FB8-FE87-715F-C5AE-DF571A59A60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3" creationId="{DE6AF162-43FF-5235-F49C-1C68EBCA6A7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4" creationId="{6505F8CF-729C-2ED7-DBC8-6837F753FDC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5" creationId="{38639AB8-4AC5-24FE-195B-EF4054F36CD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6" creationId="{478B2CCF-2124-5796-A47E-11A252BCBE3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7" creationId="{A554EF2A-5553-8353-500C-41C25A6128DC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8" creationId="{BD16C70C-7D4E-45E9-18AC-E13F129ADDD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59" creationId="{53BD3AF5-5271-FDA0-8A2F-D592B6D70A4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0" creationId="{95892140-6AA0-1BF8-323F-1A07334B8AC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1" creationId="{CA6F07F1-3B06-D39F-41B7-D5766B5EE4C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2" creationId="{F74A1DB6-BEB4-DE38-1F40-F7BED71EEE1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3" creationId="{AF99B9D9-43B1-6774-2CE1-A5E5055CEBA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4" creationId="{6849B96B-DA98-A8DC-55B3-91F2E62147A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5" creationId="{386C576F-24F1-5D7E-AE37-DB9D312990E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6" creationId="{702A3151-F08A-94B3-0771-8CE59C8638F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7" creationId="{1F92CC1A-3B2A-F5AC-849F-8754C5B0FA1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8" creationId="{9A3B284B-FC54-3D09-96D0-613C208503F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69" creationId="{E99FD22A-D189-A6FD-F06F-538674AA523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0" creationId="{B298EC76-57FC-06C4-851C-D3352F9A0BD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1" creationId="{3569603E-6CFD-1F8C-25A3-7BEA18B5278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2" creationId="{C8168704-667D-7D29-B81D-20B747657F8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3" creationId="{2199D49C-A10F-8CCA-9AC6-E7A16F58321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4" creationId="{E98C4D69-944D-9448-BB23-D737C6A6757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5" creationId="{A23A28B9-FD33-BCD6-30D8-35DF3657A75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6" creationId="{B89C9435-D7A3-107A-8D6D-0A88E7E5C2C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7" creationId="{3E104008-2DFB-1091-1592-ABF87AC3CA6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8" creationId="{9F562F48-4D64-364F-6985-8EE07E15275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79" creationId="{A043A566-650F-030C-5255-8FDFCFC706F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0" creationId="{2D6667B9-E283-B3EC-91BB-2B8BE0A0DED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1" creationId="{DD594305-F0DC-CDCF-8453-5440DA66E06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2" creationId="{8391D7DE-307D-A8D3-92F6-D8EE2A8A644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3" creationId="{FFC956F3-3B37-2E17-6C29-76EAA36347A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4" creationId="{E270A6B4-3B86-8109-3F64-02FBFDB30DE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5" creationId="{E702409D-F9F5-2B5F-1320-FF2F2BD33A7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6" creationId="{284D95F8-6A13-6A5F-DC4F-B925A898221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7" creationId="{4AEEF5ED-25BB-6E03-7606-4487E8BE80D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8" creationId="{FE469FB1-B16B-FC01-B45D-8DC9D71461F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89" creationId="{C60F2998-0A01-C4B0-DB6A-18658F772BC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0" creationId="{1EF3D790-B7B5-712D-9A6D-5BC617F7CAE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1" creationId="{D2E649F8-9DAA-0669-A3F8-0B321439290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2" creationId="{3A3C5BB4-8FA6-6215-F70E-3BFE26D0D9E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3" creationId="{DBC75859-8DE4-8D99-A092-CC37E07FC8D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4" creationId="{69AF4CBF-9395-38D6-1F69-5B1CD07A281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5" creationId="{4A98D98C-4068-2D6E-9D7D-69604823658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6" creationId="{660747C4-3E12-859F-CD87-B2FE8442776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7" creationId="{D06839D2-38D4-5F80-5F8A-831E0966A1F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8" creationId="{3255A2A7-99D4-281D-A2AD-F29C58E5CCD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299" creationId="{BBDC4537-323F-5E8B-66F8-AB2D37EEE10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0" creationId="{7FBD1A38-504F-FDE2-DE81-77B8FD1ADD8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1" creationId="{CD5895CA-8264-1A51-E852-37EFD56C7BD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2" creationId="{689E3CEB-AD5F-4C34-27E2-68D758B9CBB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3" creationId="{6E13B3F5-C0EE-0E41-7616-134826E65C8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4" creationId="{C81F0807-D2D0-37F8-3EA4-CB0F4B5164C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5" creationId="{B9C0B56F-4918-D341-E1B3-9A7207D5E7C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6" creationId="{23C05634-F33C-FA1E-B1C9-60A2646C2FE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7" creationId="{76AD49DE-394E-7FE9-FC7C-B3D75994429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8" creationId="{D88AE2D4-EBA9-29D1-1548-023F441C721C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09" creationId="{1D828A55-AF17-A741-C72B-1F5CDC646ED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0" creationId="{E7C92771-B857-B0D8-A96E-069E3DF8BFC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1" creationId="{0E12719A-3DD0-058F-5D36-F86F12E0EED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2" creationId="{873F8353-9B70-2579-F459-CEC26E6B43F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3" creationId="{570C5EC4-5E13-7E2A-6089-67F784CD62A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4" creationId="{E7FCE00D-2E02-50F6-AF2B-AAB7AE3A556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5" creationId="{422519D0-7211-B32A-B35C-075B7836DE7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6" creationId="{9BB91F8B-8690-360D-472A-E58163D6005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7" creationId="{4E49F796-A1C6-E4F8-4813-D6DEEE0C94D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8" creationId="{FCF53FAC-7CF3-8D47-D5A7-A650D3ADE26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19" creationId="{B2A35CD3-D8A3-44D5-E79B-64957EAD7FD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0" creationId="{BD26FE78-A338-C438-4A0D-10B2ABEB26DC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1" creationId="{8F1F0C01-6B64-8706-93FD-F8472F566FD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2" creationId="{6D62683A-BAAF-7F45-4B47-2BD3F60BD95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3" creationId="{ECF6E44E-B760-B3B3-FD01-9E083422305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4" creationId="{D68E8A6D-2FD6-75F6-69F9-98D5174D43A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5" creationId="{4AE452FC-7357-AF74-72B6-FB0782095BC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6" creationId="{342D0C0C-9278-F8EF-AE8C-34A5F118EC7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7" creationId="{AC7F2F35-BA39-D5BE-2820-EF2284E4F64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8" creationId="{E7CDA4E6-EA1D-7182-5157-76789E31B32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29" creationId="{5DEF0675-04FB-AB7C-E494-92FB56DA1D4C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0" creationId="{1650992F-A96E-86B3-72F1-675ED7DFD10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1" creationId="{318E8F4B-FC67-479D-0C08-0A16FF2CD3A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2" creationId="{44609A72-6154-A775-0FBD-AC5552AE06B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3" creationId="{D292E79A-575E-D747-A88B-1A713F46891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4" creationId="{838B48B6-CCF7-7041-4661-6AAD1CC7344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5" creationId="{6E2FFE3E-9F1C-AFD8-91BA-312D20546C0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6" creationId="{1E26585C-767B-FDC1-BC0C-A33E7502EE0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7" creationId="{11685A68-F4CD-BC22-7056-A133D92B98A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8" creationId="{43424BC8-5979-7E70-F7F2-4982CE92913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39" creationId="{86E8EFD1-9F4A-2F88-2824-1B5E5F58656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0" creationId="{CAE11E99-F467-09F5-DF77-321C2C3BAF4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1" creationId="{052D0228-1634-FEA4-045C-0789DF789BD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2" creationId="{C56EBA66-8EF2-940B-4E6E-91FD7FE90B3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3" creationId="{3EF0416C-C0F0-EBCD-F716-A1B109AB7AC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4" creationId="{5EF7B0B9-58EA-7963-71E5-935B5121D7A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5" creationId="{A92EA55B-222B-6D2C-7BFB-8A788A41FF8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6" creationId="{2AC82216-766A-26CE-B5FB-5E8A20D2C20C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7" creationId="{0178533D-0212-C3A2-1C04-6EF8882F1DC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8" creationId="{1629CA01-084E-AF2C-6544-3DD406F5088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49" creationId="{858103AC-1994-2EA1-4DE3-D6FCFC9BEDD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0" creationId="{EE8EBA83-A360-E2F8-44BC-1958315275C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1" creationId="{29D64A57-5D25-6439-79BE-C2BE677A049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2" creationId="{8622E475-6EE2-F9F6-EAA7-F6E48BF62A4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3" creationId="{DE657AF1-B115-7DDB-16BC-3106D8CEA64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4" creationId="{A590836A-4D4B-1A17-0AA5-BFCC871C855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5" creationId="{9E54CB00-0EB5-D6B4-E29C-E71FAC52846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6" creationId="{3B0DF547-51D6-E9C1-0873-51B666399A8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7" creationId="{EFE9D3CB-AE5F-5A1A-B91C-9B1261EB568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8" creationId="{3FF384F4-BD1C-2AC9-6653-7B2C527D042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59" creationId="{7BE272E6-F1CE-F07D-76D2-B064D8A4CF3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0" creationId="{2188F162-C203-2886-6A66-C92870E8530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1" creationId="{0BC73FF3-5B44-2D01-1CB1-1E80262E86E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2" creationId="{6F174C20-7516-DE1B-AD12-678AA65B46E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3" creationId="{75782C34-9CDE-48EB-C4F5-01F79E351EC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4" creationId="{ABCEE552-C967-4D11-ED85-BB54B96BDE9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5" creationId="{41501BF0-8B95-DEE4-6F70-51A7CA47393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6" creationId="{93F844B7-1DCE-971F-4B1A-D136E7F1A5F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7" creationId="{3F111956-16C9-3F8A-9450-D28D8B68C67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8" creationId="{3AFE3C85-8C9A-4FC6-5C82-D69DB9245A2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69" creationId="{B79AF2D0-36E9-DB1C-3BEF-4C2F081B38B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0" creationId="{CD69377D-E638-8A44-A820-54ACA3C36D8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1" creationId="{41BC84D1-2024-05CC-B186-85D54212236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2" creationId="{60E630AF-2A98-1460-2FAB-291F1AD14C1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3" creationId="{3A9B32F6-8963-E662-9412-5EC9C60499A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4" creationId="{D2962379-28B1-53C7-227C-07F949A6027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5" creationId="{71C488F4-4D34-1192-00B7-F0CA1FBC9CE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6" creationId="{7631ADB3-6998-35F4-3318-7092BF330E4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7" creationId="{03DF64E0-CBC3-DBEE-32DB-8091DCBB8BA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8" creationId="{8C21857E-63A3-DF59-F309-290E739A022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79" creationId="{9B20FD58-A06C-387B-3912-7FBD77B9C2C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0" creationId="{E04CCA0F-0A05-8DF6-9DB0-FE0F50BA608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1" creationId="{760F80D1-61B2-3843-8201-7E4F716786AC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2" creationId="{6F063310-BB27-9C92-2273-83921D6E6DF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3" creationId="{6511BAD6-4FB6-D24B-8339-1C34CFD8287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4" creationId="{9DCD6DBE-C5BA-3CB1-021F-98BE3A88D95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5" creationId="{B09BB1EB-8219-57AA-33DC-6B91E53A4D0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6" creationId="{B72C6878-CA96-21AE-93E3-8FEB07950EF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7" creationId="{9183AC30-5FDD-910A-7779-569F766F82B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8" creationId="{261ABF91-BFD8-0508-8844-5C6CBB32AB9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89" creationId="{35374CB9-C299-A4C7-7CDD-5DC4B37131A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0" creationId="{8B50DB8B-99A9-85EB-ABF5-5AF3C1A3A51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1" creationId="{37A4E83B-03BA-F139-A501-64618CD7845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2" creationId="{CD32A12B-23A9-2824-8D8D-DCD3AC338F1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3" creationId="{4ABCB885-929A-8C45-9326-0F392CF5529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4" creationId="{0600824B-4B55-A97B-1392-9E836F64259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5" creationId="{EBE6C183-9E09-668E-0E24-39F4DFD13DC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6" creationId="{5E9B87E8-C647-8247-8262-1143AB68FD9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7" creationId="{E8B98C5A-32B8-1BD6-F951-5B6428C13B5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8" creationId="{5653B718-2A2F-412F-A7CB-601EDF285E8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399" creationId="{E19BB9E9-77A1-E36B-C3C6-3234504C137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0" creationId="{0A72B82E-049E-0029-B749-DD770217DBE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1" creationId="{29FE860D-4F55-751D-C0B6-66CD9ABE392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2" creationId="{B42CAE29-64A3-604F-CF5C-60A006C5ADE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3" creationId="{AB306427-1317-7EF1-7323-20547645681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4" creationId="{0C872DDF-FA09-13BD-FBCE-8EBB2927451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5" creationId="{036E3599-B763-2C3D-75C9-ADFAB116581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6" creationId="{04F49561-DE0F-7831-0984-7C0A3E32BEC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7" creationId="{EB06B42F-8F5A-FBF3-497A-71DC7D64F7BC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8" creationId="{522DC8B9-957A-4F36-E0C1-37E0B4AB69F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09" creationId="{3476CF3D-05AB-C02A-135C-C0E5C5F2E8D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0" creationId="{D9BC7F9F-E4F2-D640-57DA-B0F16CEB2D9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1" creationId="{A3D79FEC-D1EA-16BD-C0CD-E5F6DD12E95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2" creationId="{28EA30DB-6E86-8741-2105-E8808AC046D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3" creationId="{FDF1C2A8-8EBB-3D52-792C-815A8C03C16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4" creationId="{B780B543-452B-B0A1-6790-68608BD93B1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5" creationId="{4390FCE3-9952-5A7A-1ECA-949C7D79F7A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6" creationId="{896F499B-8222-4610-9CA7-7D5A95478FD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7" creationId="{8737DF87-2CB2-4BE6-7151-EE0CD5AA3B2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8" creationId="{CD611DB3-182D-44B2-9404-A5608CB2A26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19" creationId="{A3D50405-F351-6D83-48EB-80D3B2083C6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0" creationId="{3C989E39-DF7B-C5A4-BDAB-10F38C3FE65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1" creationId="{D2140519-19B9-5AD2-069E-F08F9AAB44A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2" creationId="{097CB64D-DD67-F193-152E-13DBE15F035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3" creationId="{5C48A666-56CF-4B35-F058-E8DC7283F8D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4" creationId="{04363FE7-E3CB-CD84-E5F8-9C92390B1F9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5" creationId="{C83C386F-E6D0-E1CF-FF8B-8421C4B4EAA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6" creationId="{B78B00BC-CF1B-9492-AA2B-F95A32626C7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7" creationId="{E240B51D-6984-63AF-430A-A3DBD520D89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8" creationId="{F40B5E90-840F-F6FE-CAB4-DCC0004A0E9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29" creationId="{FFF3DD05-38C6-DFDA-A92E-7A9405937D7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0" creationId="{B6007915-44F6-44E8-2230-A9667056D0F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1" creationId="{175E94BB-52B4-9DF9-A58B-B11E1F3FD76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2" creationId="{0AC58FF4-129F-9AB4-B50C-CCEE6119202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3" creationId="{20DE9B65-EDF7-401E-3433-B627978A737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4" creationId="{12F0EF06-E842-B5DA-3D26-4936BDBCB34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5" creationId="{8FBCC75F-C140-E5D0-F080-6A9916D8F22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6" creationId="{0C63502F-F801-CD83-85FB-1F4CD44EB09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7" creationId="{A42B0916-55BF-DC01-551D-A5F72826FD2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8" creationId="{AA3ECB73-8C40-43FB-1183-BEAAE922BFF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39" creationId="{B1F473BA-9794-979F-938B-2811ADBF724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0" creationId="{90F425C7-D9D1-098B-3FF6-4DF6EC6D9CB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1" creationId="{0282B34C-F2B7-7414-7292-A00E3AA3E19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2" creationId="{286DDE58-275C-E061-0A10-63C7E0ABA73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3" creationId="{451DEC9F-FD16-263C-B27C-3FC81E2DA6B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4" creationId="{3ECBFFCE-DB1C-A29F-570B-6CAD18B1965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5" creationId="{6F850E80-3523-80EF-1FFD-B3B7CC5E114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6" creationId="{6B6C2920-D2E0-0DF5-6955-FF08E24CFCB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7" creationId="{A63003D6-2FE8-47E7-D5B1-0473A528A02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8" creationId="{A7EB6377-F97F-0A43-2DBD-D96CE871CF6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49" creationId="{C46B559B-B33D-DB1F-EC4A-4BD0DDD68AD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0" creationId="{9C898167-A4A2-8DD8-C843-9C0B5D911E6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1" creationId="{F27714B8-C63E-3EAD-B0B7-8C0C6EAC2CC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2" creationId="{19539B19-2C44-0A6A-93E6-662FCB13BC4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3" creationId="{E0D9F368-F6EE-C33F-2C26-E2356EA143F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4" creationId="{35E803BA-A63E-7ED8-F5E7-E41E0CBAC87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5" creationId="{1672B3E1-8E4C-902E-A9B1-22AC12FDB993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6" creationId="{7F14A179-BD2B-734E-CBC7-2740D05750C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7" creationId="{898752DA-9652-44DE-1714-7E194A9E23B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8" creationId="{2E55BC33-C261-C440-5D70-37EE98A80E5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59" creationId="{189408E0-5217-5147-3F54-988AF3E660F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0" creationId="{3DCC32C3-0C43-34B5-14D6-45E9A46A33A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1" creationId="{504CE540-9D13-5448-5C09-6FD20539ABF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2" creationId="{AD60AF17-4322-E1DB-B1A8-B9C018D452D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3" creationId="{C077E2FB-B2DB-A9A9-F8B3-9A459F9F8C3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4" creationId="{CD5AF166-0FE6-7B6E-CFA9-06CBBCB118B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5" creationId="{6A18642F-F086-C5C4-E493-BE5E9AF10B7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6" creationId="{F94EC48C-84D6-D8A4-2C55-C130AAC60C0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7" creationId="{EF5959B9-3661-776B-BC9A-31EC7F22A26E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8" creationId="{3DB9953B-9A47-65AE-E24D-ED86EB41E80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69" creationId="{0DCCC729-4336-EF1B-6E4C-2F88A098E43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0" creationId="{7ECF40E5-816F-A293-E454-6E0ECE0D18D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1" creationId="{44E6DE9F-6601-B6AA-A33A-E471E053F6C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2" creationId="{FD3535AF-7A62-35E0-ED5C-9030389F1B41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3" creationId="{0E92711D-8770-3654-9EAB-C11FB022250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4" creationId="{E8CA5BA5-4453-1696-523C-0E544492EB54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5" creationId="{1EC0EF1D-B75B-3E01-533D-525265A90EF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6" creationId="{09BDB442-8293-0620-967D-2CD718EC1965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7" creationId="{287A6393-0C50-9A61-6996-ABF99FE3232B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8" creationId="{D725F1C8-263B-A44A-C03D-33CD0BF97DE7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79" creationId="{F17D3F23-8360-1EEA-3F85-4C33656F381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0" creationId="{6E88B082-3A56-DEA1-8649-DF28977AAED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1" creationId="{564030F4-386B-1490-2914-0BF8FA9D4FD9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2" creationId="{85DECEA8-548D-7708-4C8C-9EA2BBA8FD36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3" creationId="{3C532CC3-C17B-033A-0A86-29C804E2BBE8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4" creationId="{F4459CE5-3417-2653-2ED3-8DEB5CF11AF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5" creationId="{0E72B04D-FB7F-F961-2D38-E73130B7ED6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6" creationId="{24C98BEC-C2E5-6CCA-B80E-E2CA2E771DDD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7" creationId="{97D7F7C3-7163-81AE-B5B9-188FFE719EAA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8" creationId="{C48E7056-2A67-3256-1A5B-D37C37B19AF0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89" creationId="{2D8215A0-4B28-6FD8-64A5-F06C2A5B4462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90" creationId="{6A99D5E8-7097-FDD8-3348-661B75E6AE1F}"/>
          </ac:spMkLst>
        </pc:spChg>
        <pc:spChg chg="add mod">
          <ac:chgData name="MAKRIN Real" userId="9a9b7bc253003971" providerId="LiveId" clId="{7A809C10-28BE-4456-BBE6-1AB566FDAAC4}" dt="2024-06-08T11:54:08.576" v="4670"/>
          <ac:spMkLst>
            <pc:docMk/>
            <pc:sldMk cId="769144311" sldId="308"/>
            <ac:spMk id="491" creationId="{7E3D6D7B-A48B-5C6B-E5B6-80C2A097A25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492" creationId="{A4BC9A5F-AE8E-5BA1-8997-B33BDB57E23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493" creationId="{DA78526B-7FC8-6561-77DF-8FAF71B24CB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494" creationId="{CD278AA5-829C-9B80-F7CC-D2BA6BA1C9B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495" creationId="{67A83F82-20FE-506D-FFE9-5BCC6939476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496" creationId="{6FDE8CE3-B128-09A4-7537-072F1ED03C9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497" creationId="{DD6F6246-C92C-2777-23EA-A324EE52C88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498" creationId="{A94D464B-0DDE-DA8B-8AB2-A9CEBA403DF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499" creationId="{E4D6B4FD-A08B-C14C-E4C7-4F827C6B8F8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0" creationId="{371AAFE2-D479-F588-9284-9A1908B6618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1" creationId="{62371AF6-C29E-4016-4DB0-0D77580F228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2" creationId="{E7B11DA7-06E7-49A1-A3A9-BF3E0C716C2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3" creationId="{B091B5FF-4495-9209-95C3-6F0F6C957FE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4" creationId="{90F38094-E72B-D31D-582A-A6E796FDCCB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5" creationId="{A03FD53F-EEDD-E4C8-3012-4848DFE5785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6" creationId="{CC8D592F-B4B8-A999-F098-EEDD8A548E3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7" creationId="{968E3798-F0DE-D41B-9FA5-7D2F5CBCA24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8" creationId="{B70DCDB7-0256-643A-2ADA-EC62F338A11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09" creationId="{894F57D8-1558-7F2B-AEED-17960AB840C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0" creationId="{B6A5ACB1-0E5B-887B-5F55-58C59735945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1" creationId="{E025BC7D-BC41-C2F3-41E1-A7E2F8AC6C8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2" creationId="{64502C1A-55DB-CEB5-EBA1-7410B8117AA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3" creationId="{F0B22448-A18C-3B8B-1DD4-638C79BB411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4" creationId="{C5C26CE4-1413-A4CB-F1EA-60D6E0DE3CB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5" creationId="{C2CD06FA-68B0-574E-A418-6084EEE537E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6" creationId="{08DDD9D2-CA9E-41B6-91B1-5310CD9FCCA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7" creationId="{B1957F32-408B-E7CC-7A90-E4256D24A5C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8" creationId="{70500B42-C636-047F-E5B5-7A4F8687E8D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19" creationId="{95CA26BA-B31F-9D30-0F5B-7D11A63FE93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0" creationId="{D776C937-4AE3-E0A0-2BAC-8BD0E62013C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1" creationId="{CC26818C-2752-9A0B-52DB-F679CC9EC4B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2" creationId="{E10F368B-FFD5-71E7-F96F-64E6A1802BB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3" creationId="{F87EF2DC-08C8-2538-451F-1B4FB20E450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4" creationId="{FD00752A-688D-0719-94EB-CA32CE0A030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5" creationId="{826825C2-6171-2B85-0803-740B985819D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6" creationId="{84CBE1A5-8181-CB0B-5ABC-87BB20618DF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7" creationId="{6EC6C4C8-69B9-FD3D-B83F-2CFF34CF0EB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8" creationId="{CD4AF017-99D4-3EE9-C120-DBB75A61FF5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29" creationId="{C7C0232F-8855-A5B2-9CF7-82A543C504A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0" creationId="{2E9F7507-B166-97F0-CDE4-0E37FBEE4AB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1" creationId="{DFBA896F-3169-742A-F94C-EE7C3B4728D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2" creationId="{1EC1193A-170C-6E25-919F-11DF55F820E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3" creationId="{D1424B9E-8A51-53B9-571D-7C983E88241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4" creationId="{34C02F94-5289-58E0-CB67-03C3A261A29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5" creationId="{DF44124D-B573-5839-7858-6633B879F42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6" creationId="{8EC1BC57-B4DA-EBC7-D326-1006F8F755F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7" creationId="{7C87270C-9649-7B47-5B9C-A424CE6CEDB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8" creationId="{0096FF71-0361-4E5D-B1BA-1E3EED49F79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39" creationId="{29D1B571-2FB3-4D8E-BA6F-EEFA87EFC44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0" creationId="{7868B90F-7FC4-8876-D19C-DE030C716C3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1" creationId="{5AD29EBA-37B2-2457-CC99-8EC4CA3B457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2" creationId="{7F7105C4-6BDF-2C6E-4FEF-302C152F604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3" creationId="{840EB17A-FD8F-4780-F2C5-E56B51C7B25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4" creationId="{415EB171-CF0F-E9A1-AEE7-7627F94EC74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5" creationId="{C73C1DEC-C6DF-EFE3-6959-B282E68F1A2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6" creationId="{8DCD1E77-EE2C-2F63-960D-A9D3307021C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7" creationId="{EEBDF536-D063-3108-546A-48497C779C8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8" creationId="{4C6B512E-891D-199C-040F-6F60044C58B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49" creationId="{6115BE36-FFAD-BD52-AD1D-777C67FCC96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0" creationId="{85A2992C-CA58-C7CE-4B19-A411497E927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1" creationId="{B17E38F2-8F12-8905-7F4A-E140467D01C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2" creationId="{81AE325D-2099-933E-77EC-E4F4E179D1F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3" creationId="{7633DD3A-365C-ED74-AE86-63C5F5AF7CF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4" creationId="{434482FD-FD70-F539-1310-094EDE7EFCC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5" creationId="{CA4354C2-262E-A1F8-2DF3-F5CCE4E3A31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6" creationId="{F8403681-41A8-3A48-D6F1-FB00DBB6130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7" creationId="{0745D9FB-9AD9-3B35-42C5-A238B8816D5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8" creationId="{CC09CCED-E898-ED74-0D06-0AB8C5DC47D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59" creationId="{A6864ED0-5C80-5763-5428-41CA90AE29C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0" creationId="{090E3F6E-8FE6-5AE3-F534-4A418CEAB45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1" creationId="{64ABEAD1-4997-7E8C-79CC-C932EB92492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2" creationId="{E95B8FDA-DBF2-E24E-D58B-714DA6F1589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3" creationId="{9A24AD3D-EE7C-DA40-8B8D-8A1C2C66E80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4" creationId="{9C081850-33B1-BDE0-B659-B93E795B540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5" creationId="{39731794-B06B-CEC0-43B7-AF41C58A919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6" creationId="{F5C4E4FC-162B-3256-C53B-8ED1FB6017A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7" creationId="{B3AB1A7E-B963-69D3-386A-D5508292154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8" creationId="{9E38F029-CCBB-3356-FEBC-074A1CFCCDF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69" creationId="{C789EBFC-B623-489F-BADF-2CE2E05D581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0" creationId="{A86BC9F1-36E9-57D0-61E2-0DD769E6365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1" creationId="{7D5A7FE5-A96E-D3CA-FEDC-E3DC5670E2B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2" creationId="{90AB2299-2191-D895-9129-DC7D619CF41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3" creationId="{1D3E97C4-43F7-24FA-DF68-FF0D0533512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4" creationId="{9B2F1BA8-DE43-94DF-32CD-D74E323E1EF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5" creationId="{391E39F2-910C-E84C-FBFE-879A9BAAEE2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6" creationId="{5C2C4CE3-7219-00C6-54C5-5094E5DB624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7" creationId="{4A349143-CB29-CD13-48FB-86B2CE25229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8" creationId="{A232ED81-7156-69B6-AB00-B0557356B37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79" creationId="{3486BB16-DF36-6A02-68DC-2E8758A42A2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0" creationId="{222EC923-747C-113F-906C-21BAFE34421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1" creationId="{4DFE6114-E01E-15FF-AF7D-84177345A09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2" creationId="{48541107-F918-8C1D-0624-8DE7E78FA80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3" creationId="{0D9F9363-1A4C-23CD-E278-15E4FB647C7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4" creationId="{0545B3CD-4FEC-6634-EFF1-4812CC1CD4A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5" creationId="{47654849-8FF3-3CE9-23EA-2BF6E04E501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6" creationId="{0591154E-D882-9D35-87CB-BB1DDBAEBD6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7" creationId="{BD13D0A0-A83A-BE7D-F476-AD43CD8C67D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8" creationId="{1790EFB8-0856-79BB-81F1-F53E7E8EA23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89" creationId="{5AE97659-7D16-4850-DD8E-BAFFAA7E21D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0" creationId="{4927D8C6-4613-90AC-2307-4A28A5E74BE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1" creationId="{3F4E7E86-E6AB-CDD3-F756-9F03159B5E1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2" creationId="{ED228FA4-C6A7-9674-622E-A869450E7F7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3" creationId="{3E99FFBF-F880-3782-49A5-4537908F00E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4" creationId="{69F81D1E-89C7-4424-ED3D-0900B1F0928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5" creationId="{3B50B12D-B586-666C-027D-C525199DC17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6" creationId="{F586C1DA-2A48-99B0-E03D-0425D51A8D9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7" creationId="{76DE2277-B19C-73EF-93B8-1A5A5D07019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8" creationId="{A908F37F-AA7D-05A8-60A6-5106809500C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599" creationId="{B77FC934-5695-620B-6728-2FBD3900B80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0" creationId="{BFED7335-3561-B7C7-6AAA-78E16B930D1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1" creationId="{1A22501C-287A-14F0-1B95-2DB339FC364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2" creationId="{553EA5F8-42BD-D94D-187F-994E2D33B0D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3" creationId="{DE48D21C-6F22-15D5-67A6-38A58AD72A2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4" creationId="{4E6F0BFD-A40C-EC8D-F909-42FB684E2D4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5" creationId="{A029D4D6-6C9C-FFB0-8E60-A3C4F3018A8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6" creationId="{E3E25511-FA25-679B-DA63-2E518B773C2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7" creationId="{8A7D7179-2C25-8D75-67F1-4F1B0B62DDC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8" creationId="{2DB0FAD8-0BD7-CD90-82DF-74AF38B5EE5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09" creationId="{062BE1A9-5294-9558-6478-1417E1719A5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0" creationId="{1C03A758-8EB1-F4AA-9878-F9C07657509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1" creationId="{BB69EBF7-C97D-17EE-6421-556DAA9105D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2" creationId="{E2DFA7ED-729C-D080-09FF-3E4193BF72D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3" creationId="{DAA7D891-3A49-17F5-DCBF-CF398BD7187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4" creationId="{1FE9A3BB-7A6F-F1FC-7744-783C05A19DB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5" creationId="{549920CF-C749-FE3B-D431-8C350FE0214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6" creationId="{BA14F1D5-A76E-1036-FCFB-2EC02DB5AA8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7" creationId="{C29E6B16-EE96-0787-EEAC-A49311EEF21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8" creationId="{C32DC175-2AA3-74AE-C899-3586C0B47AB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19" creationId="{4BFF3BC2-3619-5F53-3402-A630DC2E9C0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0" creationId="{6D7BB5EC-8C3E-6090-2310-F64CBB5D561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1" creationId="{FDC403B7-7C15-917D-2D56-E8037CF339B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2" creationId="{37485552-E5F3-B0A1-19C4-318094A766D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3" creationId="{8B52455D-DF1C-9ED6-3F75-CE5F03C9F10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4" creationId="{85D2D408-98B8-EA3D-115B-72553296F06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5" creationId="{E82A5C56-CDE9-4D43-E06B-2213A18F047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6" creationId="{BB777E83-7B3D-7B68-0317-248EFDD891B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7" creationId="{88671F3F-964D-5100-5846-799A9EAAAC3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8" creationId="{9EA1AE2C-72C6-6A3C-BE9D-EAC66BB4D06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29" creationId="{7773EC60-E2B5-B03D-8320-542438B63B3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0" creationId="{66A8D866-C06E-DA2D-4B09-140994DAB59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1" creationId="{D6F2B38A-61CA-E0C2-5A36-553F8A35170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2" creationId="{CDA6FBD9-46B5-570F-CDFF-E42B712BADF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3" creationId="{BF6F9541-7EB0-E377-229F-C3591439E55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4" creationId="{BFCF5DE3-D52B-8C15-FF52-B3903A0D0A0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5" creationId="{77417C8E-8B74-1B85-F327-D314AA9DD88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6" creationId="{BAD376BF-3677-F114-A2F3-BB06FA27089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7" creationId="{16351910-323E-B39F-4448-C74A0BA8951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8" creationId="{CE2C9EA8-F815-B9C4-D301-4933F0AF47D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39" creationId="{4F1567B8-CF20-143F-5966-CC280AF935B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0" creationId="{2C6D0450-B901-E335-7111-F597F99FA40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1" creationId="{F64ACA53-C4D4-A690-81B2-C1A99935DC9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2" creationId="{66BE0660-E374-F6A3-1953-5F1A4141472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3" creationId="{61CE9AB5-CE70-F40F-4C1B-2B4D1F5FE5A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4" creationId="{63704B8B-66EB-FB25-FA4E-BC1226C26ED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5" creationId="{6694A5BF-D4E3-9948-819C-DE0EE503864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6" creationId="{E06FF50B-369C-CA23-E8CE-1800B155074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7" creationId="{CA6B19DE-6582-3C96-19C7-67540DEDC9B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8" creationId="{B36104C6-DC6F-08FE-8468-9E12ED1498D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49" creationId="{8CAA6D6E-EDD8-A003-CB11-EDB9DCE89BA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0" creationId="{5F9C8E88-FBFC-7A8A-6DED-CB99F1C363E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1" creationId="{98412DD4-0867-D0E3-C18C-AB4ACCEA62C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2" creationId="{8198D7CB-E27D-4EA9-0000-7A99AAFB222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3" creationId="{9F37775F-7036-A9A3-F86A-A8C389F0299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4" creationId="{2F3FC55B-6DEB-0F8B-EAB2-3637E610F8E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5" creationId="{6C5D0E76-4B58-BD9C-C55B-B50F7E3F96C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6" creationId="{53C3A6AC-866D-75AF-3593-5447BB0D118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7" creationId="{73DB83C0-A997-A951-1B31-96EAB3FBE51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8" creationId="{5EC0C251-389B-0F6E-410D-98B0A66599D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59" creationId="{92887A14-5C01-B9D0-B44C-7B766116786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0" creationId="{E1E0F967-1A38-D10A-09D5-B6EF57A5236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1" creationId="{1166A83E-5CA0-B814-B472-69ECAE24636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2" creationId="{AA539703-ACBC-AB84-11B6-6FBCA405ED1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3" creationId="{4853F072-643E-095A-C9FD-4A0E80CCAD5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4" creationId="{72F31025-6106-E9B0-B8A9-32552668B2C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5" creationId="{0017B457-0ACD-D16B-A8B3-932EF780197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6" creationId="{77813F17-7655-E2B6-B31B-5AFD28E9DE1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7" creationId="{87426AB5-5C16-EB59-5490-DDC7814DFC1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8" creationId="{9D4BE8F1-84DF-C936-8318-F7C126F8F0F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69" creationId="{CEB7CF5B-6701-8FC2-DA68-11E0B172243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0" creationId="{0BF1E64E-3690-6AAF-8943-8FF7F0E0A66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1" creationId="{7D7CCF06-9B5C-5AF5-EACC-8B490336FE6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2" creationId="{DDF74DD6-D48F-9D30-AEE2-8F9D180F460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3" creationId="{8978DAE3-0696-2B68-7C42-C07B3AB934A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4" creationId="{3C9388CF-814D-AC82-BB40-6C5300517EE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5" creationId="{A321C939-F316-6E94-A580-F5C6D16CCD4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6" creationId="{BF94110B-28BC-2A2A-326F-61560AE80DC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7" creationId="{750997A2-F79F-B2B3-0D37-49F0BEEABA3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8" creationId="{A2BF052F-7580-3885-2613-75FF0C50669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79" creationId="{722A76D9-5F09-5D38-DCE9-95A1896C03B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0" creationId="{43C51B98-F918-1471-C4FA-024222BFA5F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1" creationId="{9BA81855-4016-1EA6-B686-D5240BDD3AB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2" creationId="{326C6680-5B2E-BA06-9FE3-C38C20046A6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3" creationId="{E06A18A4-0016-D833-BD88-2A8B9DDFBCE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4" creationId="{C9C60041-3BD7-BC0D-1826-2345B904706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5" creationId="{CE7DB599-79F6-22C1-EAE2-7A3C6A9A4A5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6" creationId="{289DA6AA-7117-FF41-CFCB-6C762396AED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7" creationId="{9EC3C7D9-5938-EBB3-016F-91E583B00EA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8" creationId="{47B44900-8D4C-A717-405D-B5AC34FCC6D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89" creationId="{02B94B44-AD3B-C129-96C5-C7BAE5F3072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0" creationId="{34986FE7-B066-B7EE-A652-BAAE2C6D3ED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1" creationId="{A9F956F7-DB52-4F29-8CB2-0505EEFCFDE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2" creationId="{5602382D-668F-1F28-2A9D-FC817386C79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3" creationId="{717B2913-3678-4642-F26F-C6BF44BD08F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4" creationId="{EA4487AB-222C-B3A3-8448-C0A8C1CB6C1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5" creationId="{F78FE1C9-7B79-CACD-C3EF-7DAC8A05CEA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6" creationId="{064A14D6-58ED-7181-8B60-5B68C1D15AB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7" creationId="{9B3EE78C-BB44-E924-8C7A-68CFD48BB0DE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8" creationId="{3BB9FB2A-523E-C2B0-9E8F-404147D61C3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699" creationId="{0E783810-59B6-D2D8-E2B1-F6A6E169E18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0" creationId="{34306DC3-CAE4-1F7C-F906-F341AC872951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1" creationId="{F13A0146-E321-FC16-E4A5-364DB3D3075A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2" creationId="{B838D215-03D6-7C90-3CF5-5D1F17BDD13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3" creationId="{E9DDC61F-04FD-2B9A-C47F-665ECE660FB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4" creationId="{D0BF9C9A-7FC9-E620-F60A-547A58107D9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5" creationId="{1C09C03F-E899-56A6-ACD7-E1A97709A99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6" creationId="{07EC7A59-0626-51B8-8EB3-D278A0053AB8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7" creationId="{242D16A3-1B7C-97B3-A0A0-8E5E9CBD9C3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8" creationId="{60193F84-E72C-59DB-4E82-105A1B618D6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09" creationId="{7A198BB4-58FE-417C-3B64-4CECEAA535A5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0" creationId="{04A35B61-FCA0-5CA0-277B-E50BC21D592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1" creationId="{2D52F808-1AA8-1D52-7191-9704EFEDF2F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2" creationId="{9FF5A41C-F7B6-D61E-C4B1-68F2490D67A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3" creationId="{8F16681A-FDD3-AB3B-E062-E5B532657DB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4" creationId="{B606057F-3EB9-93B5-A68C-662ADD7E593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5" creationId="{D549D8F5-5DA4-2B86-8EF5-B7594FF5E15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6" creationId="{FA019F9D-6473-D25B-9237-65BB36AB983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7" creationId="{6B8540FF-7334-3D08-7CD4-3B1A7BC5A67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8" creationId="{EB9A3002-6D95-50BC-BAB8-0D0D52920B7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19" creationId="{0D5E64DE-9FF9-F296-2347-5288C891C39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0" creationId="{C68712A7-6CA6-14A8-AD99-F468B532096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1" creationId="{A6FD7CAE-230F-9325-F548-527B6C31C5ED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2" creationId="{8DEE88B3-FC23-E640-5F43-4AC690488DFF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3" creationId="{544884AF-D7D2-2B96-A29A-307850720CC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4" creationId="{D547E72D-18D3-1827-E7EA-2B1A80347324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5" creationId="{E953B9B1-BF2C-7018-5A15-318F1B0D83A2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6" creationId="{60E68EA4-278C-B209-87E1-05ADF7C605AB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7" creationId="{8E60A0EE-D71B-69DE-AC3E-3EBDD5404EE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8" creationId="{C529D121-1172-4733-63F7-D67616AD6B6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29" creationId="{03AAB5F8-CD68-E676-8A3B-E0EF8C94D40C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30" creationId="{76E1E4F0-7EBB-46AB-B066-A4470FFA0D3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31" creationId="{5A02A180-61CD-F480-CD8E-F27AFBE2F1A0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32" creationId="{0F915915-A7B0-3D00-3842-2E061A1DB797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33" creationId="{61229F35-B595-1A08-0BE8-1ABBE62566B6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34" creationId="{7506B3B9-C51F-C0A4-F6CE-515E371C3529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35" creationId="{61AD176E-7323-3DBF-5157-9A4791E50843}"/>
          </ac:spMkLst>
        </pc:spChg>
        <pc:spChg chg="add mod">
          <ac:chgData name="MAKRIN Real" userId="9a9b7bc253003971" providerId="LiveId" clId="{7A809C10-28BE-4456-BBE6-1AB566FDAAC4}" dt="2024-06-08T11:54:10.768" v="4671"/>
          <ac:spMkLst>
            <pc:docMk/>
            <pc:sldMk cId="769144311" sldId="308"/>
            <ac:spMk id="736" creationId="{BB9E0597-31C8-BC56-893B-58A828C3417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37" creationId="{D6C27DA7-0B5D-9C2A-7E8C-BA3CE155EB3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38" creationId="{C9E54E27-0DBB-3D0E-8FFB-4A5330F3024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39" creationId="{007D6077-0C79-6826-6465-37D4CA45B2B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0" creationId="{83852F2A-848F-CC66-B6D4-D307DACE7F4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1" creationId="{2D872C25-B8DD-39C5-81A9-F8F928DC480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2" creationId="{12C9A44E-E1B3-4E89-BBCB-C349C3F5B32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3" creationId="{82DAAE89-63FB-EEB2-5EA6-845AED4B962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4" creationId="{E1F9F8C2-A356-D29D-A601-46D239EE465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5" creationId="{F2E2EFFD-FD75-6855-4354-3D4B9E2CDDC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6" creationId="{C7DB9DB1-8FEC-D966-6B32-43B468AA305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7" creationId="{4D3BEA0D-4A3E-328A-AFD4-8DFAE33A90D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8" creationId="{C4710808-B60C-E834-92E4-20BD2CA246E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49" creationId="{3E1774A5-CCAA-D0DC-56F8-AEC49A9BED3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0" creationId="{90C76211-26C9-9F69-7AC8-28D739157D2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1" creationId="{DA14A979-3B23-32DD-BA13-071C724449F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2" creationId="{0D3B0666-F0A6-F8D6-22C6-BF9449BE741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3" creationId="{63B3330F-1220-E6A7-D7DC-D847EBAF18A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4" creationId="{387595B4-2AC8-4ACD-7453-22360ECC931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5" creationId="{8CDD9DA3-0D34-8624-C2DE-A8282511635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6" creationId="{60674FE9-DB81-F0DD-0479-8CCE8F0F725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7" creationId="{04BDFFFC-9D91-2751-0E0D-1B4269C0D2A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8" creationId="{CB7C20F9-3B5C-0D8D-BBCE-AAD8441A8FD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59" creationId="{B51908A0-053B-151D-E6F5-A7796B55C11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0" creationId="{2EFABB33-51FF-7A86-A759-65D3C0CD8C1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1" creationId="{A04D127F-6B9D-36FE-0780-9CD392C8AFC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2" creationId="{249C3952-A0D1-E0B8-F34E-AC99AE553FA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3" creationId="{084BF9DF-3E48-B5CF-D303-47B3FD50446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4" creationId="{362B5964-6EE5-EB9C-F975-C640B76DB1B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5" creationId="{F58EB71E-E266-36AB-2E2E-DD8F36E9901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6" creationId="{F9BB0B8B-F436-8AAF-6EC2-A09387EDE25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7" creationId="{7033B3ED-2305-A698-642C-63818B0D987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8" creationId="{A64F5188-1F22-B006-AED7-D52003E36AC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69" creationId="{976F717B-4CC8-F17B-E728-9A938F2C3B9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0" creationId="{192A117C-F8D2-5255-3223-3D5B0EEF03C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1" creationId="{4CC19A9C-E5B8-516D-72FB-76FFAD2DCCC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2" creationId="{34C68DBB-BD19-092F-17BC-9034CF133E35}"/>
          </ac:spMkLst>
        </pc:spChg>
        <pc:spChg chg="add del mod">
          <ac:chgData name="MAKRIN Real" userId="9a9b7bc253003971" providerId="LiveId" clId="{7A809C10-28BE-4456-BBE6-1AB566FDAAC4}" dt="2024-06-08T12:04:35.260" v="4881"/>
          <ac:spMkLst>
            <pc:docMk/>
            <pc:sldMk cId="769144311" sldId="308"/>
            <ac:spMk id="773" creationId="{2E784D02-9CE3-AD4E-844A-ADDC2C44D84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4" creationId="{A71FDF36-59BD-0B78-B2CC-1A444BD72FF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5" creationId="{03DDC4C1-7423-7EC1-32E9-5A68C0E9EA8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6" creationId="{D5A7D3C8-2FBA-A240-1BA5-EED92620374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7" creationId="{C47CD767-91B2-6FE8-BF4B-7A36BF99E77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8" creationId="{976D9F32-4FAB-97D3-7267-F9DB6D140C1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79" creationId="{6D3AFEDA-42B0-2A0D-DF27-7C77E0226D3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0" creationId="{5098A570-166F-6EFD-11B9-533EC0739FE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1" creationId="{2DCA7483-4C96-4BED-7ED5-75876943E75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2" creationId="{72414682-3448-373A-7F53-2B3FB13B4D3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3" creationId="{818ABC25-0C50-7D7F-ABC9-50C48257B70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4" creationId="{9194210E-4AEB-D66B-2647-403A05B6D63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5" creationId="{805FF098-BB54-DAE3-8B97-BC827577FA5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6" creationId="{F9AEE86F-3EC7-2472-731C-B5A0D7F8C80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7" creationId="{86A2E15F-FCD2-D71F-9D22-BBD26B1D033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8" creationId="{92F0C985-79E9-38FD-0645-31CAF33C862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89" creationId="{ECBE5995-329A-B951-59EF-4C1C1CD26FA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0" creationId="{184DBD7C-3569-21CE-8FD8-0D9D8C290C5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1" creationId="{1C5EEE9A-5196-2630-F6F9-054C2AA07BA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2" creationId="{FB723BF7-AF82-C054-DA42-77D2438E941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3" creationId="{DD3C7F64-7F18-BB06-8672-FA7557ECD4E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4" creationId="{B79223C7-B2ED-F090-08AC-9020E9EE333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5" creationId="{B7979D0E-9760-58F3-BC03-C5F158EE3C9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6" creationId="{F0EE583E-04F4-18F2-D819-60E5060BB36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7" creationId="{4AC83BBF-0618-4DC0-1F24-3BFDDEF1243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8" creationId="{EA428AF1-C08F-7C6F-4421-3A5AFA576D3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799" creationId="{653239DE-764A-B05D-9D22-4A3538CAE3F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0" creationId="{278C81A2-B42F-B13C-811F-216FDDED0E5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1" creationId="{71FE9401-6DA7-934A-CAB1-A6A21D1408D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2" creationId="{2373AED2-5426-A41E-D838-C49E6918F92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3" creationId="{447774E5-F86C-B0E7-7989-63B43488364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4" creationId="{4A56A89B-89F5-9EEA-5E23-CD934C69A99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5" creationId="{90B8BB55-5D02-64D8-B0DF-DCE6DD0AF2D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6" creationId="{083A0105-756E-9D07-0E02-11C12EF7205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7" creationId="{0708F723-CB8A-B992-C549-2AD1E6E0475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8" creationId="{7472C803-317A-A944-1615-FA6385929BD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09" creationId="{E63BBDFB-5858-ABEC-8176-E2736F5F63C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0" creationId="{F8BB032A-F5E3-1A96-ACEC-C0E43F5DE03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1" creationId="{3AC04E99-7269-0E9C-5641-91F1855556A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2" creationId="{1D83CD5B-8462-425C-F588-6A10F9814A0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3" creationId="{73A5AA15-D739-10B4-F760-D3D9532B4E2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4" creationId="{B64DCB38-5EF2-6EF8-DB60-E55F9C8D7C1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5" creationId="{C8FEA52B-C37D-84DA-4A82-AFAA14C6997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6" creationId="{C42BE7EC-4944-B98B-105C-837796E2EFD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7" creationId="{C73D90E9-45B8-F352-C2A5-B966C1224FF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8" creationId="{CED7CB6D-E00B-E563-4890-3F851B49BE5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19" creationId="{70B56D7F-944C-418F-348D-F22E1521F51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0" creationId="{3D60DC3C-60E5-4061-1583-A48DB613819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1" creationId="{60DBEE7B-458A-6F35-E71F-C7E532C6A70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2" creationId="{E68707AE-B784-55B4-460F-7B9C9F1488C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3" creationId="{6184B53B-4D05-4A62-EE24-6BADACA1FB4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4" creationId="{0434CDC0-2180-A7AB-7522-F1DB802B52C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5" creationId="{EA781E97-04D8-F629-7ABE-27BC673CB3D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6" creationId="{4E217A84-157E-43E2-1393-BC5B682F0F4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7" creationId="{C579933F-23BB-872B-4594-38CA2FBD866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8" creationId="{1A13394D-D581-35B8-EEB0-86B33E39F25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29" creationId="{CBD25DBC-5598-2D38-6BB5-9124493C109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0" creationId="{CC2EE940-4F66-F621-285C-29D4215D953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1" creationId="{1CFF14C4-4969-FEEB-C448-82A79DE79F1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2" creationId="{FD45A0C1-D291-F916-38B2-9543DA4E8B2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3" creationId="{ECCA09D6-0D44-D1E0-4116-813E0EBFB89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4" creationId="{79FBFAB9-0D25-0E64-4163-3414DC47361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5" creationId="{BE425867-9801-F99A-F387-2734AD37F71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6" creationId="{125277BA-E0B4-FE9A-9972-BAD92E77AE9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7" creationId="{7CB982E6-FA02-6A5E-7B2B-C69A5BDF6F3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8" creationId="{7D37E54F-4B79-CE45-BC9F-FA3CCC13FAF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39" creationId="{F24C3957-E6EE-7C06-740B-B99B8D38134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0" creationId="{6E2460D1-C4E4-3F1F-E7F1-CBB8277053B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1" creationId="{4C7D492F-B352-32E1-86A3-8FE139589AF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2" creationId="{27D7A507-8540-A33E-4C24-7390938A314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3" creationId="{F5B0731A-6794-D72E-7370-5DF054692EF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4" creationId="{108B2F78-12EB-0A4D-1B28-ACB0385BD38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5" creationId="{1ED1DAA4-B85E-1C26-C9FC-BE2B5F07253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6" creationId="{F78B585A-6993-16CB-837C-EF31E999337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7" creationId="{BD4AF576-F0C2-E2BF-42BC-F45363E0FC8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8" creationId="{B16DDF46-1F36-069D-29BE-F726BD3E4EE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49" creationId="{AAFA1EC4-9163-0E9A-2AEC-5DCFDA6CE99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0" creationId="{94F412DB-D8BC-FB7A-7444-BD82A77167F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1" creationId="{173F88B7-45BF-8720-F740-95F342F77AF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2" creationId="{3C220F86-6F0C-9B58-996B-B6FAF9147CE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3" creationId="{B328C1F9-5BF8-12A3-BB0E-B8357D54014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4" creationId="{3D30107D-45B1-E883-ADA6-1C102309708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5" creationId="{182B62AB-114F-45B6-5638-39E8C48E25E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6" creationId="{C318E595-EF2A-A75B-6AFF-3EA00334AD2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7" creationId="{3488BB0A-ECFB-65CD-104B-4676A55325A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8" creationId="{0FAF77FF-A962-F8DF-3D0D-D36D3A53129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59" creationId="{316BC1D8-7039-3135-23B9-E4B7DD2C984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0" creationId="{141FB184-BB30-2C3D-3C02-DF650E27A21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1" creationId="{0879DD41-9096-5E63-47D0-1B015ACC6BD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2" creationId="{0B1ECBE5-E640-2E1B-A472-BE17EBAEF27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3" creationId="{FE0D0FA6-E4EF-A078-D777-C1171F131AF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4" creationId="{166BF87D-3FC0-4098-4329-F875E48C78F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5" creationId="{BF14C4ED-DA51-A180-12EF-2C581CDDA6F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6" creationId="{24D60DF7-6B2D-6A41-09FB-06A13B4CCE1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7" creationId="{E6A3EFC2-CBD4-096F-14BD-E5CEA40C192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8" creationId="{1CF7EEF4-20EB-086B-C467-E1FE3D55512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69" creationId="{4CF22518-05E2-F134-B524-D700A8A885A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0" creationId="{5416B681-7FA8-DDDF-46FC-3712395DB83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1" creationId="{0BE61D70-B375-D068-8543-E68BCE54F35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2" creationId="{E4D1624E-5964-23F8-DC9A-3A0720BE75A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3" creationId="{FD3C74B6-9FFD-6315-FAB6-7EF2BBADD6A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4" creationId="{12F4F6E2-B33A-F0D9-5E5D-C4601074F2F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5" creationId="{8816AC8A-B432-4F84-06E4-8DD92B144EB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6" creationId="{92669FBC-0FA8-567D-4CC3-BC50D2B7C90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7" creationId="{1BFBEFAE-DB10-61C2-4D32-1A730DBA509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8" creationId="{783E8003-A4F7-D80D-B62D-7D34E8B225C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79" creationId="{2EE67A11-46F4-33EA-CC52-74254C9FEAB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0" creationId="{36AAB1A2-EC6A-86E4-F6A2-9A7D58DB63C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1" creationId="{35005892-6AD8-13F4-02C3-16362F3A46D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2" creationId="{97CA2E0F-C529-4A06-71A3-DEA6FB1D8AD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3" creationId="{69FBD59C-5E48-CD01-6317-409A7523698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4" creationId="{556CB5C9-EBFC-50EA-87B5-CD5F03D3E1A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5" creationId="{1832950D-4011-DDCC-9BDF-D424A9464D6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6" creationId="{9029C36E-7DF1-CFA6-67A9-50C1834DF31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7" creationId="{1223187A-ACF7-8D6D-2928-5502A35187C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8" creationId="{7FC38C2A-C6E3-AA14-E94C-18FEC1B60C2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89" creationId="{E0249824-28EB-B8D7-A651-B88B073DB22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0" creationId="{73ACC941-ACF4-78E1-9634-C9A158A9025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1" creationId="{23D2C42E-72A3-6102-3366-C8763FC18A5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2" creationId="{A0C1E910-E8A1-7772-FE57-588EB49FE8F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3" creationId="{3CC9B6E2-CDC6-A99B-AE80-F14F82223FE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4" creationId="{8D9DFCDF-AB90-CBC0-A6C8-F51EB3E2C31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5" creationId="{6798494C-9FC3-A916-1A11-EFE47A849F1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6" creationId="{D4AB884D-B520-BDC0-4EDB-FF91A190FF4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7" creationId="{8504A5A8-C68C-8808-990B-A0BD2BB2B07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8" creationId="{7BE8D327-4E60-1C77-2B6D-6F45322239F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899" creationId="{77FF6321-F15B-C4E1-B7F7-E21BD517E17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0" creationId="{326908D2-7C44-B41A-5808-0DACCF57090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1" creationId="{01D9A02B-6C95-5115-9315-7963B35E663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2" creationId="{39B7F10F-6DDE-5E63-8564-F0B08892EA5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3" creationId="{7E767C49-15E9-7694-3701-EB27BF3B9F7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4" creationId="{80C347AA-BF58-3AB3-7FD8-86BC4971CD7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5" creationId="{C014C34A-5449-5C0B-F8D1-A86F8E5D075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6" creationId="{DA1DAE2F-FE6B-6C19-1F84-F86135224EB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7" creationId="{C4F85155-859E-32A6-9AE2-255B9BB8B5F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8" creationId="{93CD0AE2-01F6-8515-7D5E-6F4B8108F36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09" creationId="{CA4D63AD-8836-378B-6FC9-569A44FE3C4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0" creationId="{6FC4BC4D-4572-7A8B-222D-36D871BD521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1" creationId="{DB65BC61-4929-BB87-DEC9-CBF45EBBD44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2" creationId="{423BC7BC-BCA6-8E12-F056-074820F038B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3" creationId="{15C44B97-E4FF-1EBA-FD19-1ADD5FC36C1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4" creationId="{D25FBE10-3839-70A7-0F3B-D8252C30D31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5" creationId="{B4C821C6-7E3F-E91E-AC30-F073D514D46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6" creationId="{4BB04A19-A4FA-488A-9D82-0402EB168ED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7" creationId="{59A5C07B-2614-451A-8BF4-14D9EAEC84F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8" creationId="{669EC7B6-7116-4A97-4435-A450D5113A0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19" creationId="{9D0B278E-CF32-A912-C604-01F756DC955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0" creationId="{C0563688-2D41-F2CA-811E-231A4F32223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1" creationId="{32D0530C-DAB8-0B3D-9285-0D1FBB28465F}"/>
          </ac:spMkLst>
        </pc:spChg>
        <pc:spChg chg="add del mod">
          <ac:chgData name="MAKRIN Real" userId="9a9b7bc253003971" providerId="LiveId" clId="{7A809C10-28BE-4456-BBE6-1AB566FDAAC4}" dt="2024-06-08T14:53:04.761" v="5683" actId="478"/>
          <ac:spMkLst>
            <pc:docMk/>
            <pc:sldMk cId="769144311" sldId="308"/>
            <ac:spMk id="922" creationId="{BAC00708-4AA0-FBB7-6C04-6A5C9F62728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3" creationId="{4E821703-E1B0-75FC-7486-F93C3E07592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4" creationId="{47172E43-26EA-7B67-16DA-FA20BEC9C69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5" creationId="{13ECD610-B3F9-6775-26C1-4106850F13A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6" creationId="{43160DBC-FFAC-D586-FF98-C1DCA51D4B2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7" creationId="{CE56FA2B-5AEF-109A-4677-E04BA0783FF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8" creationId="{357CE979-4AA6-96EA-38FA-1A8957024E8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29" creationId="{A452B008-B5AA-B886-03A3-CA9040AEDF2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0" creationId="{15B51810-85AF-D451-4FF7-EC48C9CC083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1" creationId="{EBDDF1B5-9282-B2A2-6EBC-77F6827EDA7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2" creationId="{0D6C4BF4-A51B-DC9F-6995-DACADA71376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3" creationId="{57BF843D-6546-B762-3410-A647F7CE417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4" creationId="{AABDF872-C52B-F44C-642C-36774E7DD09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5" creationId="{F753C3B3-9E96-2CC9-CE54-9D3B8331B7D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6" creationId="{BD22228C-6937-169C-4DB3-372A7A3FA74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7" creationId="{22A15BD0-BE19-927E-E6E4-893FC001FC4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8" creationId="{14B6D4FC-217F-E343-0214-5D71365E060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39" creationId="{4CDBF371-4103-3E6C-1102-2A2C5543F55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0" creationId="{DD1F8485-C797-0D11-281F-9759B7B8CA3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1" creationId="{31199507-BA47-6D5C-8F1B-823DE0D8D67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2" creationId="{0E749935-15D6-8DAF-B960-4CECEECF0D4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3" creationId="{1A06AC5B-D4BB-6A68-4263-26B5894C9698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4" creationId="{53344471-C533-A586-4AF7-AC31BA13B12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5" creationId="{417E2DE0-CDC7-4CCF-21C8-1A2C114A6897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6" creationId="{3616F408-B4D6-4C46-C5BA-B04C5467A08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7" creationId="{F40740DD-A191-8876-2AEF-842DB9F1CE3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8" creationId="{5E1E486E-CAE0-B7D1-0227-D1FCAF6967F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49" creationId="{36828702-843A-E1BC-4395-19AB331864E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0" creationId="{BB90282C-26E4-CE04-C943-1C282FD96D0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1" creationId="{8C29542F-AB33-B5BC-3716-FBB7BCC81C2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2" creationId="{AEFCDF75-D01A-8C5F-860C-F9F44DA3B91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3" creationId="{5660BF90-3D49-0FFB-6AFA-C1285E49EB0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4" creationId="{BB83D10B-34BC-FBEE-FE16-BCBF54CB479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5" creationId="{2DDE3248-21E2-8B31-B27A-DAA2BBA0411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6" creationId="{F93B6FA8-2FA9-59E5-A678-1669480EF29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7" creationId="{C3B72C6C-35D1-8FE6-6FAD-542C24EE236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8" creationId="{D82C6AA3-58B3-5D14-8C91-960DE190EC7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59" creationId="{47C1A932-C472-3E67-A85B-8C099F87EC8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0" creationId="{3522F438-0EBB-FE2D-8A25-AACDE5D502FF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1" creationId="{4D273349-11B4-21FF-675F-0CE78697D6B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2" creationId="{CA0CAE67-0E00-0B4F-9E73-8932B0F9B45D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3" creationId="{0431C3C0-97E7-90D1-EF3A-1C75B2C48E39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4" creationId="{819E25B5-3A56-2380-A435-AECF43B999DA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5" creationId="{E3C502CD-53F2-77B3-3E8C-6BFC36E3D795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6" creationId="{8129E807-003D-078C-410C-F84C00ED8BA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7" creationId="{F5185913-38EF-9E92-ABD8-F879A9CAED3C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8" creationId="{01BA524D-81AE-BDAA-2EAB-C816C3A6FE10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69" creationId="{052DE989-AAA8-CC26-43E9-EE599A754B5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0" creationId="{B002ADD8-7803-2961-C7DB-931A9A1D2814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1" creationId="{C1CE39D0-110D-2508-9310-68E48398AB9E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2" creationId="{15035DE2-9BD4-F951-1BE7-75F1D7C8F92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3" creationId="{C1DB46D9-B088-5D68-35EF-7354279752F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4" creationId="{5BED7E12-31FF-69A7-D093-8CA5F6C501B6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5" creationId="{4A4F74A5-B615-19B7-A97C-7B4E59DCFB5B}"/>
          </ac:spMkLst>
        </pc:spChg>
        <pc:spChg chg="add del mod">
          <ac:chgData name="MAKRIN Real" userId="9a9b7bc253003971" providerId="LiveId" clId="{7A809C10-28BE-4456-BBE6-1AB566FDAAC4}" dt="2024-06-08T12:04:35.260" v="4881"/>
          <ac:spMkLst>
            <pc:docMk/>
            <pc:sldMk cId="769144311" sldId="308"/>
            <ac:spMk id="976" creationId="{3FBD8A62-38D0-20BF-0165-AB353F994772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7" creationId="{1270C78F-8222-8777-9AB1-F1515CF08B7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8" creationId="{065B1AFE-ECB6-507E-693F-F04A3CC312C1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79" creationId="{CF81080F-FE7D-3D80-8B7F-8D0A489C9DFB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80" creationId="{58C99D43-3959-FCE0-B537-135B01CC6263}"/>
          </ac:spMkLst>
        </pc:spChg>
        <pc:spChg chg="add mod">
          <ac:chgData name="MAKRIN Real" userId="9a9b7bc253003971" providerId="LiveId" clId="{7A809C10-28BE-4456-BBE6-1AB566FDAAC4}" dt="2024-06-08T11:54:10.990" v="4672"/>
          <ac:spMkLst>
            <pc:docMk/>
            <pc:sldMk cId="769144311" sldId="308"/>
            <ac:spMk id="981" creationId="{34362BF8-BFC4-5F16-5B42-F2C7C1031642}"/>
          </ac:spMkLst>
        </pc:spChg>
        <pc:spChg chg="add mod">
          <ac:chgData name="MAKRIN Real" userId="9a9b7bc253003971" providerId="LiveId" clId="{7A809C10-28BE-4456-BBE6-1AB566FDAAC4}" dt="2024-06-08T11:54:20.120" v="4673"/>
          <ac:spMkLst>
            <pc:docMk/>
            <pc:sldMk cId="769144311" sldId="308"/>
            <ac:spMk id="982" creationId="{25E3D5A7-65D9-4D12-7228-B2E47E9A53F3}"/>
          </ac:spMkLst>
        </pc:spChg>
        <pc:spChg chg="add mod">
          <ac:chgData name="MAKRIN Real" userId="9a9b7bc253003971" providerId="LiveId" clId="{7A809C10-28BE-4456-BBE6-1AB566FDAAC4}" dt="2024-06-08T11:54:20.120" v="4673"/>
          <ac:spMkLst>
            <pc:docMk/>
            <pc:sldMk cId="769144311" sldId="308"/>
            <ac:spMk id="983" creationId="{4BCC67AD-89BA-6699-5803-F8F18559B2BA}"/>
          </ac:spMkLst>
        </pc:spChg>
        <pc:spChg chg="add mod">
          <ac:chgData name="MAKRIN Real" userId="9a9b7bc253003971" providerId="LiveId" clId="{7A809C10-28BE-4456-BBE6-1AB566FDAAC4}" dt="2024-06-08T11:54:20.120" v="4673"/>
          <ac:spMkLst>
            <pc:docMk/>
            <pc:sldMk cId="769144311" sldId="308"/>
            <ac:spMk id="984" creationId="{41725062-4F15-80A1-558C-423097E223B4}"/>
          </ac:spMkLst>
        </pc:spChg>
        <pc:spChg chg="add mod">
          <ac:chgData name="MAKRIN Real" userId="9a9b7bc253003971" providerId="LiveId" clId="{7A809C10-28BE-4456-BBE6-1AB566FDAAC4}" dt="2024-06-08T11:54:20.120" v="4673"/>
          <ac:spMkLst>
            <pc:docMk/>
            <pc:sldMk cId="769144311" sldId="308"/>
            <ac:spMk id="985" creationId="{AFDD47D3-D2E1-772E-1B33-1FE023B17472}"/>
          </ac:spMkLst>
        </pc:spChg>
        <pc:spChg chg="add mod">
          <ac:chgData name="MAKRIN Real" userId="9a9b7bc253003971" providerId="LiveId" clId="{7A809C10-28BE-4456-BBE6-1AB566FDAAC4}" dt="2024-06-08T11:54:20.120" v="4673"/>
          <ac:spMkLst>
            <pc:docMk/>
            <pc:sldMk cId="769144311" sldId="308"/>
            <ac:spMk id="986" creationId="{99FB33ED-C9DD-AC86-A714-04AD13909FE7}"/>
          </ac:spMkLst>
        </pc:spChg>
        <pc:spChg chg="add mod">
          <ac:chgData name="MAKRIN Real" userId="9a9b7bc253003971" providerId="LiveId" clId="{7A809C10-28BE-4456-BBE6-1AB566FDAAC4}" dt="2024-06-08T11:54:20.120" v="4673"/>
          <ac:spMkLst>
            <pc:docMk/>
            <pc:sldMk cId="769144311" sldId="308"/>
            <ac:spMk id="987" creationId="{A2725B59-87D7-7C89-1E70-CA8A2CCF67F5}"/>
          </ac:spMkLst>
        </pc:spChg>
        <pc:spChg chg="add mod">
          <ac:chgData name="MAKRIN Real" userId="9a9b7bc253003971" providerId="LiveId" clId="{7A809C10-28BE-4456-BBE6-1AB566FDAAC4}" dt="2024-06-08T11:54:20.120" v="4673"/>
          <ac:spMkLst>
            <pc:docMk/>
            <pc:sldMk cId="769144311" sldId="308"/>
            <ac:spMk id="988" creationId="{E3C1CA6B-DBB8-D42D-2045-128F8AB69A58}"/>
          </ac:spMkLst>
        </pc:spChg>
        <pc:spChg chg="add mod">
          <ac:chgData name="MAKRIN Real" userId="9a9b7bc253003971" providerId="LiveId" clId="{7A809C10-28BE-4456-BBE6-1AB566FDAAC4}" dt="2024-06-08T11:54:20.120" v="4673"/>
          <ac:spMkLst>
            <pc:docMk/>
            <pc:sldMk cId="769144311" sldId="308"/>
            <ac:spMk id="989" creationId="{7CBF3584-CFB1-C75A-EEDD-68FC41133479}"/>
          </ac:spMkLst>
        </pc:spChg>
        <pc:spChg chg="add mod">
          <ac:chgData name="MAKRIN Real" userId="9a9b7bc253003971" providerId="LiveId" clId="{7A809C10-28BE-4456-BBE6-1AB566FDAAC4}" dt="2024-06-08T11:54:21.154" v="4674"/>
          <ac:spMkLst>
            <pc:docMk/>
            <pc:sldMk cId="769144311" sldId="308"/>
            <ac:spMk id="990" creationId="{84E6AC91-4D45-FE89-50CB-790B18E57CE5}"/>
          </ac:spMkLst>
        </pc:spChg>
        <pc:spChg chg="add mod">
          <ac:chgData name="MAKRIN Real" userId="9a9b7bc253003971" providerId="LiveId" clId="{7A809C10-28BE-4456-BBE6-1AB566FDAAC4}" dt="2024-06-08T11:54:21.154" v="4674"/>
          <ac:spMkLst>
            <pc:docMk/>
            <pc:sldMk cId="769144311" sldId="308"/>
            <ac:spMk id="991" creationId="{0CEBBAB5-A7F9-5A5A-24C8-AF78B1D89926}"/>
          </ac:spMkLst>
        </pc:spChg>
        <pc:spChg chg="add mod">
          <ac:chgData name="MAKRIN Real" userId="9a9b7bc253003971" providerId="LiveId" clId="{7A809C10-28BE-4456-BBE6-1AB566FDAAC4}" dt="2024-06-08T11:54:21.154" v="4674"/>
          <ac:spMkLst>
            <pc:docMk/>
            <pc:sldMk cId="769144311" sldId="308"/>
            <ac:spMk id="992" creationId="{ED319E4A-AF32-D2B7-F438-550E528B42E8}"/>
          </ac:spMkLst>
        </pc:spChg>
        <pc:spChg chg="add mod">
          <ac:chgData name="MAKRIN Real" userId="9a9b7bc253003971" providerId="LiveId" clId="{7A809C10-28BE-4456-BBE6-1AB566FDAAC4}" dt="2024-06-08T11:54:21.154" v="4674"/>
          <ac:spMkLst>
            <pc:docMk/>
            <pc:sldMk cId="769144311" sldId="308"/>
            <ac:spMk id="993" creationId="{E54E6639-358F-E018-52E8-E56BBD7B581D}"/>
          </ac:spMkLst>
        </pc:spChg>
        <pc:spChg chg="add mod">
          <ac:chgData name="MAKRIN Real" userId="9a9b7bc253003971" providerId="LiveId" clId="{7A809C10-28BE-4456-BBE6-1AB566FDAAC4}" dt="2024-06-08T11:54:21.154" v="4674"/>
          <ac:spMkLst>
            <pc:docMk/>
            <pc:sldMk cId="769144311" sldId="308"/>
            <ac:spMk id="994" creationId="{AEB8C828-6F43-1878-C27F-6B07308EB47B}"/>
          </ac:spMkLst>
        </pc:spChg>
        <pc:spChg chg="add mod">
          <ac:chgData name="MAKRIN Real" userId="9a9b7bc253003971" providerId="LiveId" clId="{7A809C10-28BE-4456-BBE6-1AB566FDAAC4}" dt="2024-06-08T11:54:21.154" v="4674"/>
          <ac:spMkLst>
            <pc:docMk/>
            <pc:sldMk cId="769144311" sldId="308"/>
            <ac:spMk id="995" creationId="{5D3ECA0C-B241-884B-B2C8-1503E7563A98}"/>
          </ac:spMkLst>
        </pc:spChg>
        <pc:spChg chg="add mod">
          <ac:chgData name="MAKRIN Real" userId="9a9b7bc253003971" providerId="LiveId" clId="{7A809C10-28BE-4456-BBE6-1AB566FDAAC4}" dt="2024-06-08T11:54:21.154" v="4674"/>
          <ac:spMkLst>
            <pc:docMk/>
            <pc:sldMk cId="769144311" sldId="308"/>
            <ac:spMk id="996" creationId="{796EF3D9-FA5E-97E5-E2A3-8E44D1797577}"/>
          </ac:spMkLst>
        </pc:spChg>
        <pc:spChg chg="add mod">
          <ac:chgData name="MAKRIN Real" userId="9a9b7bc253003971" providerId="LiveId" clId="{7A809C10-28BE-4456-BBE6-1AB566FDAAC4}" dt="2024-06-08T11:54:21.154" v="4674"/>
          <ac:spMkLst>
            <pc:docMk/>
            <pc:sldMk cId="769144311" sldId="308"/>
            <ac:spMk id="997" creationId="{65277CEE-848F-CB93-616B-52607A28283E}"/>
          </ac:spMkLst>
        </pc:spChg>
        <pc:spChg chg="add mod">
          <ac:chgData name="MAKRIN Real" userId="9a9b7bc253003971" providerId="LiveId" clId="{7A809C10-28BE-4456-BBE6-1AB566FDAAC4}" dt="2024-06-08T11:54:21.177" v="4675"/>
          <ac:spMkLst>
            <pc:docMk/>
            <pc:sldMk cId="769144311" sldId="308"/>
            <ac:spMk id="998" creationId="{974B014E-2F8E-5914-CB6A-D624C2D57280}"/>
          </ac:spMkLst>
        </pc:spChg>
        <pc:spChg chg="add mod">
          <ac:chgData name="MAKRIN Real" userId="9a9b7bc253003971" providerId="LiveId" clId="{7A809C10-28BE-4456-BBE6-1AB566FDAAC4}" dt="2024-06-08T11:54:21.177" v="4675"/>
          <ac:spMkLst>
            <pc:docMk/>
            <pc:sldMk cId="769144311" sldId="308"/>
            <ac:spMk id="999" creationId="{28C0248B-0244-C50D-3181-0383D93C89BF}"/>
          </ac:spMkLst>
        </pc:spChg>
        <pc:spChg chg="add mod">
          <ac:chgData name="MAKRIN Real" userId="9a9b7bc253003971" providerId="LiveId" clId="{7A809C10-28BE-4456-BBE6-1AB566FDAAC4}" dt="2024-06-08T11:54:21.177" v="4675"/>
          <ac:spMkLst>
            <pc:docMk/>
            <pc:sldMk cId="769144311" sldId="308"/>
            <ac:spMk id="1000" creationId="{E85DB695-F4AA-1DAA-5E6D-6DB8266F3E70}"/>
          </ac:spMkLst>
        </pc:spChg>
        <pc:spChg chg="add mod">
          <ac:chgData name="MAKRIN Real" userId="9a9b7bc253003971" providerId="LiveId" clId="{7A809C10-28BE-4456-BBE6-1AB566FDAAC4}" dt="2024-06-08T11:54:21.177" v="4675"/>
          <ac:spMkLst>
            <pc:docMk/>
            <pc:sldMk cId="769144311" sldId="308"/>
            <ac:spMk id="1001" creationId="{4E2C4558-AD2F-F414-DADB-715025A5379D}"/>
          </ac:spMkLst>
        </pc:spChg>
        <pc:spChg chg="add mod">
          <ac:chgData name="MAKRIN Real" userId="9a9b7bc253003971" providerId="LiveId" clId="{7A809C10-28BE-4456-BBE6-1AB566FDAAC4}" dt="2024-06-08T11:54:21.177" v="4675"/>
          <ac:spMkLst>
            <pc:docMk/>
            <pc:sldMk cId="769144311" sldId="308"/>
            <ac:spMk id="1002" creationId="{C9272336-6482-1E9E-E7B4-EF6232B06B8A}"/>
          </ac:spMkLst>
        </pc:spChg>
        <pc:spChg chg="add mod">
          <ac:chgData name="MAKRIN Real" userId="9a9b7bc253003971" providerId="LiveId" clId="{7A809C10-28BE-4456-BBE6-1AB566FDAAC4}" dt="2024-06-08T11:54:21.177" v="4675"/>
          <ac:spMkLst>
            <pc:docMk/>
            <pc:sldMk cId="769144311" sldId="308"/>
            <ac:spMk id="1003" creationId="{46A9B78E-A085-96FC-32D9-3C1808DB7161}"/>
          </ac:spMkLst>
        </pc:spChg>
        <pc:spChg chg="add mod">
          <ac:chgData name="MAKRIN Real" userId="9a9b7bc253003971" providerId="LiveId" clId="{7A809C10-28BE-4456-BBE6-1AB566FDAAC4}" dt="2024-06-08T11:54:21.177" v="4675"/>
          <ac:spMkLst>
            <pc:docMk/>
            <pc:sldMk cId="769144311" sldId="308"/>
            <ac:spMk id="1004" creationId="{3B477987-29F6-0FE1-4E42-EE8B0B1DF2CE}"/>
          </ac:spMkLst>
        </pc:spChg>
        <pc:spChg chg="add mod">
          <ac:chgData name="MAKRIN Real" userId="9a9b7bc253003971" providerId="LiveId" clId="{7A809C10-28BE-4456-BBE6-1AB566FDAAC4}" dt="2024-06-08T11:54:21.177" v="4675"/>
          <ac:spMkLst>
            <pc:docMk/>
            <pc:sldMk cId="769144311" sldId="308"/>
            <ac:spMk id="1005" creationId="{AD4046EF-4D50-788E-DF65-5277AA971558}"/>
          </ac:spMkLst>
        </pc:spChg>
        <pc:spChg chg="add mod">
          <ac:chgData name="MAKRIN Real" userId="9a9b7bc253003971" providerId="LiveId" clId="{7A809C10-28BE-4456-BBE6-1AB566FDAAC4}" dt="2024-06-08T11:54:21.210" v="4676"/>
          <ac:spMkLst>
            <pc:docMk/>
            <pc:sldMk cId="769144311" sldId="308"/>
            <ac:spMk id="1006" creationId="{96AFC146-3CF0-0D8D-352C-0B9751D79BC5}"/>
          </ac:spMkLst>
        </pc:spChg>
        <pc:spChg chg="add mod">
          <ac:chgData name="MAKRIN Real" userId="9a9b7bc253003971" providerId="LiveId" clId="{7A809C10-28BE-4456-BBE6-1AB566FDAAC4}" dt="2024-06-08T11:54:21.210" v="4676"/>
          <ac:spMkLst>
            <pc:docMk/>
            <pc:sldMk cId="769144311" sldId="308"/>
            <ac:spMk id="1007" creationId="{1F44F13E-CB8D-9A80-5DEA-838A0813F7F5}"/>
          </ac:spMkLst>
        </pc:spChg>
        <pc:spChg chg="add mod">
          <ac:chgData name="MAKRIN Real" userId="9a9b7bc253003971" providerId="LiveId" clId="{7A809C10-28BE-4456-BBE6-1AB566FDAAC4}" dt="2024-06-08T11:54:21.210" v="4676"/>
          <ac:spMkLst>
            <pc:docMk/>
            <pc:sldMk cId="769144311" sldId="308"/>
            <ac:spMk id="1008" creationId="{D28DCA24-CCBC-A503-1F95-FAF1DE71376A}"/>
          </ac:spMkLst>
        </pc:spChg>
        <pc:spChg chg="add mod">
          <ac:chgData name="MAKRIN Real" userId="9a9b7bc253003971" providerId="LiveId" clId="{7A809C10-28BE-4456-BBE6-1AB566FDAAC4}" dt="2024-06-08T11:54:21.210" v="4676"/>
          <ac:spMkLst>
            <pc:docMk/>
            <pc:sldMk cId="769144311" sldId="308"/>
            <ac:spMk id="1009" creationId="{659CD74B-9443-E373-EB2D-8DA2F533E0F2}"/>
          </ac:spMkLst>
        </pc:spChg>
        <pc:spChg chg="add mod">
          <ac:chgData name="MAKRIN Real" userId="9a9b7bc253003971" providerId="LiveId" clId="{7A809C10-28BE-4456-BBE6-1AB566FDAAC4}" dt="2024-06-08T11:54:21.210" v="4676"/>
          <ac:spMkLst>
            <pc:docMk/>
            <pc:sldMk cId="769144311" sldId="308"/>
            <ac:spMk id="1010" creationId="{79E57375-BACC-4A52-82CF-9573F9D19D59}"/>
          </ac:spMkLst>
        </pc:spChg>
        <pc:spChg chg="add mod">
          <ac:chgData name="MAKRIN Real" userId="9a9b7bc253003971" providerId="LiveId" clId="{7A809C10-28BE-4456-BBE6-1AB566FDAAC4}" dt="2024-06-08T11:54:21.210" v="4676"/>
          <ac:spMkLst>
            <pc:docMk/>
            <pc:sldMk cId="769144311" sldId="308"/>
            <ac:spMk id="1011" creationId="{C9341266-027A-ACC3-1388-6299C03E82D6}"/>
          </ac:spMkLst>
        </pc:spChg>
        <pc:spChg chg="add mod">
          <ac:chgData name="MAKRIN Real" userId="9a9b7bc253003971" providerId="LiveId" clId="{7A809C10-28BE-4456-BBE6-1AB566FDAAC4}" dt="2024-06-08T11:54:21.210" v="4676"/>
          <ac:spMkLst>
            <pc:docMk/>
            <pc:sldMk cId="769144311" sldId="308"/>
            <ac:spMk id="1012" creationId="{1A65A4A4-567A-B306-9C72-47873D9E76CB}"/>
          </ac:spMkLst>
        </pc:spChg>
        <pc:spChg chg="add mod">
          <ac:chgData name="MAKRIN Real" userId="9a9b7bc253003971" providerId="LiveId" clId="{7A809C10-28BE-4456-BBE6-1AB566FDAAC4}" dt="2024-06-08T11:54:21.210" v="4676"/>
          <ac:spMkLst>
            <pc:docMk/>
            <pc:sldMk cId="769144311" sldId="308"/>
            <ac:spMk id="1013" creationId="{F58D14B9-9751-B3C1-98A5-BDED91D61D18}"/>
          </ac:spMkLst>
        </pc:spChg>
        <pc:spChg chg="add mod">
          <ac:chgData name="MAKRIN Real" userId="9a9b7bc253003971" providerId="LiveId" clId="{7A809C10-28BE-4456-BBE6-1AB566FDAAC4}" dt="2024-06-08T11:54:21.254" v="4677"/>
          <ac:spMkLst>
            <pc:docMk/>
            <pc:sldMk cId="769144311" sldId="308"/>
            <ac:spMk id="1014" creationId="{E8AFCEBF-EBC6-4259-FC4B-39EC5EE6C47A}"/>
          </ac:spMkLst>
        </pc:spChg>
        <pc:spChg chg="add mod">
          <ac:chgData name="MAKRIN Real" userId="9a9b7bc253003971" providerId="LiveId" clId="{7A809C10-28BE-4456-BBE6-1AB566FDAAC4}" dt="2024-06-08T11:54:21.254" v="4677"/>
          <ac:spMkLst>
            <pc:docMk/>
            <pc:sldMk cId="769144311" sldId="308"/>
            <ac:spMk id="1015" creationId="{9002FD7C-ADA8-C961-08A4-ED18622E27E1}"/>
          </ac:spMkLst>
        </pc:spChg>
        <pc:spChg chg="add mod">
          <ac:chgData name="MAKRIN Real" userId="9a9b7bc253003971" providerId="LiveId" clId="{7A809C10-28BE-4456-BBE6-1AB566FDAAC4}" dt="2024-06-08T11:54:21.254" v="4677"/>
          <ac:spMkLst>
            <pc:docMk/>
            <pc:sldMk cId="769144311" sldId="308"/>
            <ac:spMk id="1016" creationId="{E489571C-43FB-779F-53FC-D8F7C657B4E9}"/>
          </ac:spMkLst>
        </pc:spChg>
        <pc:spChg chg="add mod">
          <ac:chgData name="MAKRIN Real" userId="9a9b7bc253003971" providerId="LiveId" clId="{7A809C10-28BE-4456-BBE6-1AB566FDAAC4}" dt="2024-06-08T11:54:21.254" v="4677"/>
          <ac:spMkLst>
            <pc:docMk/>
            <pc:sldMk cId="769144311" sldId="308"/>
            <ac:spMk id="1017" creationId="{13E27CFD-A053-08E8-EEF4-BCBC38273629}"/>
          </ac:spMkLst>
        </pc:spChg>
        <pc:spChg chg="add mod">
          <ac:chgData name="MAKRIN Real" userId="9a9b7bc253003971" providerId="LiveId" clId="{7A809C10-28BE-4456-BBE6-1AB566FDAAC4}" dt="2024-06-08T11:54:21.254" v="4677"/>
          <ac:spMkLst>
            <pc:docMk/>
            <pc:sldMk cId="769144311" sldId="308"/>
            <ac:spMk id="1018" creationId="{3C649D1E-9E6A-EAC7-3D82-9124236CD5E6}"/>
          </ac:spMkLst>
        </pc:spChg>
        <pc:spChg chg="add mod">
          <ac:chgData name="MAKRIN Real" userId="9a9b7bc253003971" providerId="LiveId" clId="{7A809C10-28BE-4456-BBE6-1AB566FDAAC4}" dt="2024-06-08T11:54:21.254" v="4677"/>
          <ac:spMkLst>
            <pc:docMk/>
            <pc:sldMk cId="769144311" sldId="308"/>
            <ac:spMk id="1019" creationId="{964D29EB-C30E-0E6A-9B2A-578D4AA20738}"/>
          </ac:spMkLst>
        </pc:spChg>
        <pc:spChg chg="add mod">
          <ac:chgData name="MAKRIN Real" userId="9a9b7bc253003971" providerId="LiveId" clId="{7A809C10-28BE-4456-BBE6-1AB566FDAAC4}" dt="2024-06-08T11:54:21.254" v="4677"/>
          <ac:spMkLst>
            <pc:docMk/>
            <pc:sldMk cId="769144311" sldId="308"/>
            <ac:spMk id="1020" creationId="{7F426465-DBDD-8EF2-82AC-3AC6BC71F12A}"/>
          </ac:spMkLst>
        </pc:spChg>
        <pc:spChg chg="add mod">
          <ac:chgData name="MAKRIN Real" userId="9a9b7bc253003971" providerId="LiveId" clId="{7A809C10-28BE-4456-BBE6-1AB566FDAAC4}" dt="2024-06-08T11:54:21.254" v="4677"/>
          <ac:spMkLst>
            <pc:docMk/>
            <pc:sldMk cId="769144311" sldId="308"/>
            <ac:spMk id="1021" creationId="{2BB7DD72-C1BC-4A5A-DAD6-9C6EFF5D603C}"/>
          </ac:spMkLst>
        </pc:spChg>
        <pc:spChg chg="add mod">
          <ac:chgData name="MAKRIN Real" userId="9a9b7bc253003971" providerId="LiveId" clId="{7A809C10-28BE-4456-BBE6-1AB566FDAAC4}" dt="2024-06-08T11:54:21.279" v="4678"/>
          <ac:spMkLst>
            <pc:docMk/>
            <pc:sldMk cId="769144311" sldId="308"/>
            <ac:spMk id="1022" creationId="{C06D8606-1217-26E2-FC25-88005A9D5BDD}"/>
          </ac:spMkLst>
        </pc:spChg>
        <pc:spChg chg="add mod">
          <ac:chgData name="MAKRIN Real" userId="9a9b7bc253003971" providerId="LiveId" clId="{7A809C10-28BE-4456-BBE6-1AB566FDAAC4}" dt="2024-06-08T11:54:21.279" v="4678"/>
          <ac:spMkLst>
            <pc:docMk/>
            <pc:sldMk cId="769144311" sldId="308"/>
            <ac:spMk id="1023" creationId="{BCA6198B-F3DC-2FB7-10A4-BD0AF931E055}"/>
          </ac:spMkLst>
        </pc:spChg>
        <pc:spChg chg="add mod">
          <ac:chgData name="MAKRIN Real" userId="9a9b7bc253003971" providerId="LiveId" clId="{7A809C10-28BE-4456-BBE6-1AB566FDAAC4}" dt="2024-06-08T11:54:21.279" v="4678"/>
          <ac:spMkLst>
            <pc:docMk/>
            <pc:sldMk cId="769144311" sldId="308"/>
            <ac:spMk id="1024" creationId="{AE295A60-2942-B6FB-A3D5-C53B8ECD2BA8}"/>
          </ac:spMkLst>
        </pc:spChg>
        <pc:spChg chg="add mod">
          <ac:chgData name="MAKRIN Real" userId="9a9b7bc253003971" providerId="LiveId" clId="{7A809C10-28BE-4456-BBE6-1AB566FDAAC4}" dt="2024-06-08T11:54:21.279" v="4678"/>
          <ac:spMkLst>
            <pc:docMk/>
            <pc:sldMk cId="769144311" sldId="308"/>
            <ac:spMk id="1025" creationId="{F77E351B-0B84-F75E-01FF-FC4EBABB9032}"/>
          </ac:spMkLst>
        </pc:spChg>
        <pc:spChg chg="add mod">
          <ac:chgData name="MAKRIN Real" userId="9a9b7bc253003971" providerId="LiveId" clId="{7A809C10-28BE-4456-BBE6-1AB566FDAAC4}" dt="2024-06-08T11:54:21.279" v="4678"/>
          <ac:spMkLst>
            <pc:docMk/>
            <pc:sldMk cId="769144311" sldId="308"/>
            <ac:spMk id="1026" creationId="{B9F98888-9602-4A77-F5C3-7EA69F54FEB8}"/>
          </ac:spMkLst>
        </pc:spChg>
        <pc:spChg chg="add mod">
          <ac:chgData name="MAKRIN Real" userId="9a9b7bc253003971" providerId="LiveId" clId="{7A809C10-28BE-4456-BBE6-1AB566FDAAC4}" dt="2024-06-08T11:54:21.279" v="4678"/>
          <ac:spMkLst>
            <pc:docMk/>
            <pc:sldMk cId="769144311" sldId="308"/>
            <ac:spMk id="1027" creationId="{37B69FD7-0A7F-F645-E20E-2737BD0125BF}"/>
          </ac:spMkLst>
        </pc:spChg>
        <pc:spChg chg="add mod">
          <ac:chgData name="MAKRIN Real" userId="9a9b7bc253003971" providerId="LiveId" clId="{7A809C10-28BE-4456-BBE6-1AB566FDAAC4}" dt="2024-06-08T11:54:21.279" v="4678"/>
          <ac:spMkLst>
            <pc:docMk/>
            <pc:sldMk cId="769144311" sldId="308"/>
            <ac:spMk id="1028" creationId="{DAB86D75-2BC8-9014-43AC-B5C39D604F24}"/>
          </ac:spMkLst>
        </pc:spChg>
        <pc:spChg chg="add mod">
          <ac:chgData name="MAKRIN Real" userId="9a9b7bc253003971" providerId="LiveId" clId="{7A809C10-28BE-4456-BBE6-1AB566FDAAC4}" dt="2024-06-08T11:54:21.279" v="4678"/>
          <ac:spMkLst>
            <pc:docMk/>
            <pc:sldMk cId="769144311" sldId="308"/>
            <ac:spMk id="1029" creationId="{E20F5403-2A2D-4CF7-5528-8E41EB03380B}"/>
          </ac:spMkLst>
        </pc:spChg>
        <pc:spChg chg="add mod">
          <ac:chgData name="MAKRIN Real" userId="9a9b7bc253003971" providerId="LiveId" clId="{7A809C10-28BE-4456-BBE6-1AB566FDAAC4}" dt="2024-06-08T11:54:21.302" v="4679"/>
          <ac:spMkLst>
            <pc:docMk/>
            <pc:sldMk cId="769144311" sldId="308"/>
            <ac:spMk id="1030" creationId="{A1FB5D9B-6F14-E409-1FB3-9D35E4495947}"/>
          </ac:spMkLst>
        </pc:spChg>
        <pc:spChg chg="add mod">
          <ac:chgData name="MAKRIN Real" userId="9a9b7bc253003971" providerId="LiveId" clId="{7A809C10-28BE-4456-BBE6-1AB566FDAAC4}" dt="2024-06-08T11:54:21.302" v="4679"/>
          <ac:spMkLst>
            <pc:docMk/>
            <pc:sldMk cId="769144311" sldId="308"/>
            <ac:spMk id="1031" creationId="{7AD6B725-1D90-EB80-54BA-9F1EDF4250E4}"/>
          </ac:spMkLst>
        </pc:spChg>
        <pc:spChg chg="add mod">
          <ac:chgData name="MAKRIN Real" userId="9a9b7bc253003971" providerId="LiveId" clId="{7A809C10-28BE-4456-BBE6-1AB566FDAAC4}" dt="2024-06-08T11:54:21.302" v="4679"/>
          <ac:spMkLst>
            <pc:docMk/>
            <pc:sldMk cId="769144311" sldId="308"/>
            <ac:spMk id="1032" creationId="{3194975D-D0DD-8907-9CCF-22C1FF1A6AB2}"/>
          </ac:spMkLst>
        </pc:spChg>
        <pc:spChg chg="add mod">
          <ac:chgData name="MAKRIN Real" userId="9a9b7bc253003971" providerId="LiveId" clId="{7A809C10-28BE-4456-BBE6-1AB566FDAAC4}" dt="2024-06-08T11:54:21.302" v="4679"/>
          <ac:spMkLst>
            <pc:docMk/>
            <pc:sldMk cId="769144311" sldId="308"/>
            <ac:spMk id="1033" creationId="{0DD3298F-AD9B-0751-C9B6-97D52167ED8A}"/>
          </ac:spMkLst>
        </pc:spChg>
        <pc:spChg chg="add mod">
          <ac:chgData name="MAKRIN Real" userId="9a9b7bc253003971" providerId="LiveId" clId="{7A809C10-28BE-4456-BBE6-1AB566FDAAC4}" dt="2024-06-08T11:54:21.302" v="4679"/>
          <ac:spMkLst>
            <pc:docMk/>
            <pc:sldMk cId="769144311" sldId="308"/>
            <ac:spMk id="1034" creationId="{C57D72E2-6300-18BB-402E-B1ECC3BC8207}"/>
          </ac:spMkLst>
        </pc:spChg>
        <pc:spChg chg="add mod">
          <ac:chgData name="MAKRIN Real" userId="9a9b7bc253003971" providerId="LiveId" clId="{7A809C10-28BE-4456-BBE6-1AB566FDAAC4}" dt="2024-06-08T11:54:21.302" v="4679"/>
          <ac:spMkLst>
            <pc:docMk/>
            <pc:sldMk cId="769144311" sldId="308"/>
            <ac:spMk id="1035" creationId="{D14C06D6-BB28-738A-EE12-AB804BBDF2EB}"/>
          </ac:spMkLst>
        </pc:spChg>
        <pc:spChg chg="add mod">
          <ac:chgData name="MAKRIN Real" userId="9a9b7bc253003971" providerId="LiveId" clId="{7A809C10-28BE-4456-BBE6-1AB566FDAAC4}" dt="2024-06-08T11:54:21.302" v="4679"/>
          <ac:spMkLst>
            <pc:docMk/>
            <pc:sldMk cId="769144311" sldId="308"/>
            <ac:spMk id="1036" creationId="{73DCE69B-6754-BCEF-D5B7-7EC987C5D559}"/>
          </ac:spMkLst>
        </pc:spChg>
        <pc:spChg chg="add mod">
          <ac:chgData name="MAKRIN Real" userId="9a9b7bc253003971" providerId="LiveId" clId="{7A809C10-28BE-4456-BBE6-1AB566FDAAC4}" dt="2024-06-08T11:54:21.302" v="4679"/>
          <ac:spMkLst>
            <pc:docMk/>
            <pc:sldMk cId="769144311" sldId="308"/>
            <ac:spMk id="1037" creationId="{66F9CAE6-BBDE-056B-B1CF-E70EB9FBD200}"/>
          </ac:spMkLst>
        </pc:spChg>
        <pc:spChg chg="add mod">
          <ac:chgData name="MAKRIN Real" userId="9a9b7bc253003971" providerId="LiveId" clId="{7A809C10-28BE-4456-BBE6-1AB566FDAAC4}" dt="2024-06-08T11:54:21.329" v="4680"/>
          <ac:spMkLst>
            <pc:docMk/>
            <pc:sldMk cId="769144311" sldId="308"/>
            <ac:spMk id="1038" creationId="{4B2DC2F0-5D84-BED9-76BD-8C2D90468559}"/>
          </ac:spMkLst>
        </pc:spChg>
        <pc:spChg chg="add mod">
          <ac:chgData name="MAKRIN Real" userId="9a9b7bc253003971" providerId="LiveId" clId="{7A809C10-28BE-4456-BBE6-1AB566FDAAC4}" dt="2024-06-08T11:54:21.329" v="4680"/>
          <ac:spMkLst>
            <pc:docMk/>
            <pc:sldMk cId="769144311" sldId="308"/>
            <ac:spMk id="1039" creationId="{E37B6661-5368-298C-DCF1-40F2809CDA62}"/>
          </ac:spMkLst>
        </pc:spChg>
        <pc:spChg chg="add mod">
          <ac:chgData name="MAKRIN Real" userId="9a9b7bc253003971" providerId="LiveId" clId="{7A809C10-28BE-4456-BBE6-1AB566FDAAC4}" dt="2024-06-08T11:54:21.329" v="4680"/>
          <ac:spMkLst>
            <pc:docMk/>
            <pc:sldMk cId="769144311" sldId="308"/>
            <ac:spMk id="1040" creationId="{FB87788D-A35F-20B0-35FE-C55FC71ABEE1}"/>
          </ac:spMkLst>
        </pc:spChg>
        <pc:spChg chg="add mod">
          <ac:chgData name="MAKRIN Real" userId="9a9b7bc253003971" providerId="LiveId" clId="{7A809C10-28BE-4456-BBE6-1AB566FDAAC4}" dt="2024-06-08T11:54:21.329" v="4680"/>
          <ac:spMkLst>
            <pc:docMk/>
            <pc:sldMk cId="769144311" sldId="308"/>
            <ac:spMk id="1041" creationId="{98C8AB06-39B4-2E7A-0C45-86DE8D1A781E}"/>
          </ac:spMkLst>
        </pc:spChg>
        <pc:spChg chg="add mod">
          <ac:chgData name="MAKRIN Real" userId="9a9b7bc253003971" providerId="LiveId" clId="{7A809C10-28BE-4456-BBE6-1AB566FDAAC4}" dt="2024-06-08T11:54:21.329" v="4680"/>
          <ac:spMkLst>
            <pc:docMk/>
            <pc:sldMk cId="769144311" sldId="308"/>
            <ac:spMk id="1042" creationId="{72425EB1-999D-55C0-A1DD-7A2368FE89F1}"/>
          </ac:spMkLst>
        </pc:spChg>
        <pc:spChg chg="add mod">
          <ac:chgData name="MAKRIN Real" userId="9a9b7bc253003971" providerId="LiveId" clId="{7A809C10-28BE-4456-BBE6-1AB566FDAAC4}" dt="2024-06-08T11:54:21.329" v="4680"/>
          <ac:spMkLst>
            <pc:docMk/>
            <pc:sldMk cId="769144311" sldId="308"/>
            <ac:spMk id="1043" creationId="{35F0C345-4586-557D-D148-E26D75314CB4}"/>
          </ac:spMkLst>
        </pc:spChg>
        <pc:spChg chg="add mod">
          <ac:chgData name="MAKRIN Real" userId="9a9b7bc253003971" providerId="LiveId" clId="{7A809C10-28BE-4456-BBE6-1AB566FDAAC4}" dt="2024-06-08T11:54:21.329" v="4680"/>
          <ac:spMkLst>
            <pc:docMk/>
            <pc:sldMk cId="769144311" sldId="308"/>
            <ac:spMk id="1044" creationId="{2A7DF49B-7AF3-485E-5DF6-F4E34C8D3FCF}"/>
          </ac:spMkLst>
        </pc:spChg>
        <pc:spChg chg="add mod">
          <ac:chgData name="MAKRIN Real" userId="9a9b7bc253003971" providerId="LiveId" clId="{7A809C10-28BE-4456-BBE6-1AB566FDAAC4}" dt="2024-06-08T11:54:21.329" v="4680"/>
          <ac:spMkLst>
            <pc:docMk/>
            <pc:sldMk cId="769144311" sldId="308"/>
            <ac:spMk id="1045" creationId="{0F0F90DE-014F-2E2D-C07C-1EC9A612E83A}"/>
          </ac:spMkLst>
        </pc:spChg>
        <pc:spChg chg="add mod">
          <ac:chgData name="MAKRIN Real" userId="9a9b7bc253003971" providerId="LiveId" clId="{7A809C10-28BE-4456-BBE6-1AB566FDAAC4}" dt="2024-06-08T11:54:21.721" v="4681"/>
          <ac:spMkLst>
            <pc:docMk/>
            <pc:sldMk cId="769144311" sldId="308"/>
            <ac:spMk id="1046" creationId="{186915A7-6089-202F-C000-DE7712393F2D}"/>
          </ac:spMkLst>
        </pc:spChg>
        <pc:spChg chg="add mod">
          <ac:chgData name="MAKRIN Real" userId="9a9b7bc253003971" providerId="LiveId" clId="{7A809C10-28BE-4456-BBE6-1AB566FDAAC4}" dt="2024-06-08T11:54:21.721" v="4681"/>
          <ac:spMkLst>
            <pc:docMk/>
            <pc:sldMk cId="769144311" sldId="308"/>
            <ac:spMk id="1047" creationId="{639AA712-30E2-DAC4-E91A-5579504E3F01}"/>
          </ac:spMkLst>
        </pc:spChg>
        <pc:spChg chg="add mod">
          <ac:chgData name="MAKRIN Real" userId="9a9b7bc253003971" providerId="LiveId" clId="{7A809C10-28BE-4456-BBE6-1AB566FDAAC4}" dt="2024-06-08T11:54:21.721" v="4681"/>
          <ac:spMkLst>
            <pc:docMk/>
            <pc:sldMk cId="769144311" sldId="308"/>
            <ac:spMk id="1048" creationId="{84B40256-6262-3A04-1F8A-83B961BD7B58}"/>
          </ac:spMkLst>
        </pc:spChg>
        <pc:spChg chg="add mod">
          <ac:chgData name="MAKRIN Real" userId="9a9b7bc253003971" providerId="LiveId" clId="{7A809C10-28BE-4456-BBE6-1AB566FDAAC4}" dt="2024-06-08T11:54:21.721" v="4681"/>
          <ac:spMkLst>
            <pc:docMk/>
            <pc:sldMk cId="769144311" sldId="308"/>
            <ac:spMk id="1049" creationId="{74064900-6392-7DB6-D58A-484913FE8AA9}"/>
          </ac:spMkLst>
        </pc:spChg>
        <pc:spChg chg="add mod">
          <ac:chgData name="MAKRIN Real" userId="9a9b7bc253003971" providerId="LiveId" clId="{7A809C10-28BE-4456-BBE6-1AB566FDAAC4}" dt="2024-06-08T11:54:21.721" v="4681"/>
          <ac:spMkLst>
            <pc:docMk/>
            <pc:sldMk cId="769144311" sldId="308"/>
            <ac:spMk id="1050" creationId="{BF15039C-5983-E0F5-D019-AEF59F48DBB6}"/>
          </ac:spMkLst>
        </pc:spChg>
        <pc:spChg chg="add mod">
          <ac:chgData name="MAKRIN Real" userId="9a9b7bc253003971" providerId="LiveId" clId="{7A809C10-28BE-4456-BBE6-1AB566FDAAC4}" dt="2024-06-08T11:54:21.721" v="4681"/>
          <ac:spMkLst>
            <pc:docMk/>
            <pc:sldMk cId="769144311" sldId="308"/>
            <ac:spMk id="1051" creationId="{32142624-883E-AD1E-AA08-F089B4A0940F}"/>
          </ac:spMkLst>
        </pc:spChg>
        <pc:spChg chg="add mod">
          <ac:chgData name="MAKRIN Real" userId="9a9b7bc253003971" providerId="LiveId" clId="{7A809C10-28BE-4456-BBE6-1AB566FDAAC4}" dt="2024-06-08T11:54:21.721" v="4681"/>
          <ac:spMkLst>
            <pc:docMk/>
            <pc:sldMk cId="769144311" sldId="308"/>
            <ac:spMk id="1052" creationId="{8912AD68-89F7-3950-E515-E2F7D4DA0668}"/>
          </ac:spMkLst>
        </pc:spChg>
        <pc:spChg chg="add mod">
          <ac:chgData name="MAKRIN Real" userId="9a9b7bc253003971" providerId="LiveId" clId="{7A809C10-28BE-4456-BBE6-1AB566FDAAC4}" dt="2024-06-08T11:54:21.721" v="4681"/>
          <ac:spMkLst>
            <pc:docMk/>
            <pc:sldMk cId="769144311" sldId="308"/>
            <ac:spMk id="1053" creationId="{592574C5-2A69-FF82-BE04-2321C06276A7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54" creationId="{EC3E3842-A8B7-78CD-3BCB-0A578965492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55" creationId="{E9814237-8E33-8EAB-D870-A928012AF2E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56" creationId="{8EE4BBAE-7A91-D09D-176C-70F090363871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57" creationId="{0D41EBB7-8FB6-B348-DC5E-36221423DCE5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58" creationId="{E343C3BA-773E-76DB-FCC0-D6338FDE4A9B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59" creationId="{6642AB23-A87C-AD6A-930A-D6C5B4E8028B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0" creationId="{1E3DE4D7-E04E-D47A-A87F-79798F58422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1" creationId="{1745FE64-C5EC-7B4B-6DB6-9D587E4990A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2" creationId="{41DD608F-B275-59BC-1210-45BEECD1C17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3" creationId="{84543B82-4E7A-6ADC-FC62-CE6C9CF04FD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4" creationId="{C7DC3B72-4B90-B2DD-EC4E-C4B6D966FAB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5" creationId="{7F1E9470-FC11-3612-3BCE-084311B6133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6" creationId="{0CF99BC2-FF3A-3554-E9D2-26487360765A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7" creationId="{968D22A7-92DA-AF76-4CED-2DEB74563764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8" creationId="{3E7090C7-2AA4-0819-5DA1-461785B1F020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69" creationId="{70521411-1D66-EAE3-207F-83A8E8C6929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0" creationId="{0CC071B2-8321-AF8E-E2CD-55FDA9A418C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1" creationId="{EACF8AB2-CCB2-0A84-49E1-BB9DB649FFFA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2" creationId="{BA48A848-A7B1-132A-8292-838F34D0BFC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3" creationId="{130A9645-D71A-438B-9C9E-D6D5DD50E0E4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4" creationId="{906500A6-1445-A57F-6FFD-0EF19B5B4A4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5" creationId="{8853B99B-3D90-2481-09D9-46052E286F6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6" creationId="{21FFC97E-5BB4-E459-A0EF-0E939391929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7" creationId="{C3E4BA6F-3680-F175-8A23-5F38CA526F81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8" creationId="{7A2650AC-F1B6-BE24-C6AC-DCE9708FFF20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79" creationId="{3EC0D3B1-81B9-DEDF-FDF3-6BA6A77F502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0" creationId="{C5E24815-2626-5314-F3DE-81F3595E9654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1" creationId="{C43AD039-F8F9-78A8-7B7F-34C70D255B8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2" creationId="{71BAFD2C-6A9F-A917-7603-52AAEEC485C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3" creationId="{FC4C6A30-4BAA-B287-D4A5-564FF9CBB5FB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4" creationId="{18FAF168-88C5-6CBF-9958-E7A298185E6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5" creationId="{801857BC-27CD-2FDC-3C32-7438E6DED23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6" creationId="{ACD26496-8821-F233-773A-27AE2B8A05A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7" creationId="{63C12AAC-CECE-6461-9F46-0FADD2EFD63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8" creationId="{15A9EF30-4AC8-1E6A-4F1B-7E5C0379E623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89" creationId="{20639851-525B-E266-5935-AAA3690462C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0" creationId="{D0C570FA-29BF-5354-2C8E-58B37A70353A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1" creationId="{16C0B64E-C968-C407-08BD-1C2E9014DE83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2" creationId="{58BD168A-E6B7-2E0F-09EF-717C6977F4C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3" creationId="{BC621DFD-2CF8-24BE-53E5-B452FEC0721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4" creationId="{EE75E564-A53B-25B7-A0BE-722C99775CF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5" creationId="{12B5CCC8-C56D-092F-8918-A4DDC44F937A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6" creationId="{13351E07-3E60-6005-D3C1-221C6982B29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7" creationId="{ECAF557B-EF79-8F98-05B0-88446272C41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8" creationId="{F62250AE-85EA-B504-CD4F-B38E83B15F03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099" creationId="{249896FA-5638-1A4B-C172-E3F22F75ED61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0" creationId="{A6B99F20-EB6F-2B64-F60D-860D2448114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1" creationId="{78579E07-4B00-14D7-C148-9E80490B70D0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2" creationId="{CB6CDC2F-1361-9C6D-B37C-7E29EF3FBE9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3" creationId="{953906BE-FA6C-FD84-40EB-1FFEA99B21E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4" creationId="{88234AC1-922D-1A76-F1A7-42CCE407DEE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5" creationId="{F3F3475F-B308-6CEC-2A0E-66DBCD698695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6" creationId="{7ABBCCD1-4924-2C7A-242C-DDC49FD3410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7" creationId="{B4F25C33-6E9D-4EC6-51EE-C1E6044A7FCB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8" creationId="{FEFA1FC2-C544-9E82-2DBB-13C22C1D1C20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09" creationId="{8470C7A1-CC2F-2DDD-A6BE-0A5513A1A8D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0" creationId="{C8480044-07D6-50F6-CCAF-C736A8D35C1B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1" creationId="{8D6DC873-ADAE-382C-F0E4-89CD6A368F3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2" creationId="{63AEBB70-E70F-5CBC-E955-E0CDF67A5E3A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3" creationId="{855B653F-BF66-DF69-2012-F37B9ED6C345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4" creationId="{759B9652-84A3-1426-6867-9242F630952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5" creationId="{0207D00F-0678-899A-559E-F689B79ECC5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6" creationId="{C1BB40FD-3B3D-F106-5676-2F1A118168E4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7" creationId="{1D592453-921C-EBA1-DEC1-FB7D9B1E47B0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8" creationId="{C349ECFF-6F23-3DC7-EF86-E0947C723AE4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19" creationId="{92406995-E392-2355-DAE7-B1E96EEE0BE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0" creationId="{7F02C4C8-1535-8996-FBFD-7A6E18BF4C75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1" creationId="{DF562104-1B90-BCC5-0DC6-4FD9BA1E1705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2" creationId="{3BEBEB59-34B4-346C-DBC1-4FC039ED26C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3" creationId="{91D3F8FC-B63C-4BAB-E361-72C2A7D2BB5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4" creationId="{39F452AD-77DF-D52C-47A2-F911AEEBE51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5" creationId="{502BBB01-24DC-10CC-F7D3-AC95CB99890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6" creationId="{1E8927A1-6E98-298A-96A9-25909DF63DE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7" creationId="{4D6835F7-A2CE-E795-7F18-8B437F83254B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8" creationId="{7D0BD73D-9A84-822F-BC94-79FB4D7905B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29" creationId="{F5C29E01-93E7-C725-7448-02B2A5A8D78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0" creationId="{2F9A6C6B-2839-75A4-E16E-9E7C0AC5C04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1" creationId="{9BB3D7A5-590A-848D-678B-70748D57CBC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2" creationId="{5A94D458-82FC-BB99-A2D0-0673FC8FD45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3" creationId="{CC9D3CBE-2022-666B-F1C0-EBEA21BBE4D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4" creationId="{6B905002-25B9-25E4-E02F-A52BFAA4EC4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5" creationId="{64DB6749-05D4-1F94-214B-FCB46D7B653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6" creationId="{FEA1F61C-8A6A-1F26-C35E-B2793350A22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7" creationId="{B18D0E85-374B-7E43-50CC-3D9377E4102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8" creationId="{605B0418-B20D-9166-63C1-901560471DF5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39" creationId="{46EC1915-3667-5060-55CB-4C1E6B48173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0" creationId="{96744E9D-9711-D296-DB18-9BC42582EF97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1" creationId="{642DD2FE-9E81-7A31-46BD-62E77DE48E7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2" creationId="{29192B95-D6B8-66B5-D568-C41B28BA5AE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3" creationId="{58EBF5E0-065B-CFDA-E360-6666138D9A13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4" creationId="{C1C71F45-D07C-35DA-056E-6C6789BE6081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5" creationId="{15BD4401-93A9-B87E-8EDD-16B3DEC8449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6" creationId="{121A38C0-A2CC-53B4-43EA-305D4EA5DC8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7" creationId="{53D2AA50-D579-D28B-25A1-E062E398F0E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8" creationId="{6A3DE2E4-6E63-A290-5AA3-8B812F9CDDA5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49" creationId="{E5059924-7A0D-3744-96AE-B0CB6265C2D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0" creationId="{0322D9DF-1D09-1C11-8C1C-FB16084789A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1" creationId="{1F4D6C3C-3545-F903-09AF-13CE87994870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2" creationId="{AAAFA218-552E-4FCB-3469-6A2D4EDEA8E7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3" creationId="{99B7D3F9-A637-3027-D564-7CF34F2289AB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4" creationId="{97AAFFD5-5455-509A-817F-8C80F559EB9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5" creationId="{31CA50FB-414F-E148-0026-32EB640C5EC3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6" creationId="{0D406CEA-3008-70FE-0149-F23CA32EDA9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7" creationId="{E6702574-2359-C6C5-F440-23CA0887F82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8" creationId="{0EEE55BE-E718-5A3C-9116-985F87CF9DF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59" creationId="{7B51D796-DFFC-B54A-2C2E-27F829EB6587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0" creationId="{2C3A5A3E-9C85-CC26-FA22-23DC037FCB1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1" creationId="{5B03A2D4-BC26-24BD-C40F-B78E7D620AA3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2" creationId="{E2A24514-E512-9644-BBE6-199BF1FD3B0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3" creationId="{AECDDD62-E940-1EA9-6627-DE7FFB863289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4" creationId="{585C6728-569A-8F42-8F17-8C0A38747B45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5" creationId="{0F9263C5-AA18-E5E7-C9DF-463270A4E0C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6" creationId="{CEB245ED-2E70-EE07-C7E1-6477BDBF275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7" creationId="{CD9ECBC2-6A21-98C7-062C-A94821F682D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8" creationId="{B91D7CCC-2478-D64A-835E-4A99C89D9330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69" creationId="{F24FE0B0-7946-5C77-FEA6-87736AFF3C0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0" creationId="{3293E976-EB93-5352-0788-A4607A6B37F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1" creationId="{B018E3D0-5D7C-EFF5-DF3F-5B503F6D847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2" creationId="{E0A63F60-8DA6-D642-6248-69CB61278FE2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3" creationId="{9DDC0900-2ABE-D9D2-61CB-66D3C18D908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4" creationId="{84E2A595-9A7D-5820-6DC2-89F5B9B08151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5" creationId="{370EA1E9-E444-A607-CAF7-C49ACCED2E01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6" creationId="{C137884F-374A-4736-D786-864311F4EE8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7" creationId="{66988EF8-006F-C1CD-F0F5-5C4931CD5C4F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8" creationId="{E0C90BBB-ED9C-BB3D-96DD-EFE15B04B47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79" creationId="{9C836D15-1BCF-FF96-D0F4-372DA6B98E9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80" creationId="{44439C63-92B3-7118-BE4A-AD612C78C358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81" creationId="{CBB13B08-EF59-F2E0-9E84-9B37BD07699C}"/>
          </ac:spMkLst>
        </pc:spChg>
        <pc:spChg chg="add del mod">
          <ac:chgData name="MAKRIN Real" userId="9a9b7bc253003971" providerId="LiveId" clId="{7A809C10-28BE-4456-BBE6-1AB566FDAAC4}" dt="2024-06-08T12:03:55.574" v="4879"/>
          <ac:spMkLst>
            <pc:docMk/>
            <pc:sldMk cId="769144311" sldId="308"/>
            <ac:spMk id="1182" creationId="{C3619B42-04F3-6C78-67A0-5F88D2A490B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83" creationId="{8664A94B-8C70-F08E-490D-3C8B7B28AA8C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84" creationId="{B34863A1-7916-543F-A3E0-D4D97688BD17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85" creationId="{6CAAC3CC-7C5A-9ECC-98B0-24AEC8903F8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86" creationId="{ED64537D-88CC-0856-3C30-B316CF93421C}"/>
          </ac:spMkLst>
        </pc:spChg>
        <pc:spChg chg="add del mod">
          <ac:chgData name="MAKRIN Real" userId="9a9b7bc253003971" providerId="LiveId" clId="{7A809C10-28BE-4456-BBE6-1AB566FDAAC4}" dt="2024-06-08T12:03:55.574" v="4879"/>
          <ac:spMkLst>
            <pc:docMk/>
            <pc:sldMk cId="769144311" sldId="308"/>
            <ac:spMk id="1187" creationId="{B7C9D4B3-BB13-EEF2-47A0-C4ECA6EF255D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88" creationId="{4840A2AB-9DF4-BDBF-0D4E-77907209D61E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89" creationId="{0BFDBF41-7E06-9899-6D7F-B83EEC30BC0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90" creationId="{E3D281BC-2412-89D7-7320-ADA555B18786}"/>
          </ac:spMkLst>
        </pc:spChg>
        <pc:spChg chg="add mod">
          <ac:chgData name="MAKRIN Real" userId="9a9b7bc253003971" providerId="LiveId" clId="{7A809C10-28BE-4456-BBE6-1AB566FDAAC4}" dt="2024-06-08T11:54:43.638" v="4683" actId="1076"/>
          <ac:spMkLst>
            <pc:docMk/>
            <pc:sldMk cId="769144311" sldId="308"/>
            <ac:spMk id="1191" creationId="{0BAC6BC2-3B2E-FC47-F025-A407DF422948}"/>
          </ac:spMkLst>
        </pc:spChg>
        <pc:spChg chg="add mod">
          <ac:chgData name="MAKRIN Real" userId="9a9b7bc253003971" providerId="LiveId" clId="{7A809C10-28BE-4456-BBE6-1AB566FDAAC4}" dt="2024-06-08T11:56:03.456" v="4692" actId="1076"/>
          <ac:spMkLst>
            <pc:docMk/>
            <pc:sldMk cId="769144311" sldId="308"/>
            <ac:spMk id="1192" creationId="{AA2BE097-0E5D-1E88-BA3B-82123AF23747}"/>
          </ac:spMkLst>
        </pc:spChg>
        <pc:spChg chg="add mod">
          <ac:chgData name="MAKRIN Real" userId="9a9b7bc253003971" providerId="LiveId" clId="{7A809C10-28BE-4456-BBE6-1AB566FDAAC4}" dt="2024-06-08T11:56:13.694" v="4694" actId="1076"/>
          <ac:spMkLst>
            <pc:docMk/>
            <pc:sldMk cId="769144311" sldId="308"/>
            <ac:spMk id="1193" creationId="{43E4B16E-AE3A-01B2-DF44-F9044DA2F39F}"/>
          </ac:spMkLst>
        </pc:spChg>
        <pc:spChg chg="add mod">
          <ac:chgData name="MAKRIN Real" userId="9a9b7bc253003971" providerId="LiveId" clId="{7A809C10-28BE-4456-BBE6-1AB566FDAAC4}" dt="2024-06-08T11:57:27.398" v="4747" actId="1076"/>
          <ac:spMkLst>
            <pc:docMk/>
            <pc:sldMk cId="769144311" sldId="308"/>
            <ac:spMk id="1194" creationId="{ACCFCCD4-6D3B-25C9-DF63-18A2E64999C8}"/>
          </ac:spMkLst>
        </pc:spChg>
        <pc:spChg chg="mod">
          <ac:chgData name="MAKRIN Real" userId="9a9b7bc253003971" providerId="LiveId" clId="{7A809C10-28BE-4456-BBE6-1AB566FDAAC4}" dt="2024-06-08T12:04:01.653" v="4880" actId="1076"/>
          <ac:spMkLst>
            <pc:docMk/>
            <pc:sldMk cId="769144311" sldId="308"/>
            <ac:spMk id="1195" creationId="{412C5C3A-7DD0-B664-95E9-98529A3A29C6}"/>
          </ac:spMkLst>
        </pc:spChg>
        <pc:spChg chg="mod">
          <ac:chgData name="MAKRIN Real" userId="9a9b7bc253003971" providerId="LiveId" clId="{7A809C10-28BE-4456-BBE6-1AB566FDAAC4}" dt="2024-06-08T12:04:01.653" v="4880" actId="1076"/>
          <ac:spMkLst>
            <pc:docMk/>
            <pc:sldMk cId="769144311" sldId="308"/>
            <ac:spMk id="1196" creationId="{2EEEC105-A2CA-78D8-A327-226362A938EF}"/>
          </ac:spMkLst>
        </pc:spChg>
        <pc:spChg chg="del mod">
          <ac:chgData name="MAKRIN Real" userId="9a9b7bc253003971" providerId="LiveId" clId="{7A809C10-28BE-4456-BBE6-1AB566FDAAC4}" dt="2024-06-08T12:04:35.260" v="4881"/>
          <ac:spMkLst>
            <pc:docMk/>
            <pc:sldMk cId="769144311" sldId="308"/>
            <ac:spMk id="1197" creationId="{38285574-0EF5-5587-2868-48560F420D91}"/>
          </ac:spMkLst>
        </pc:spChg>
        <pc:spChg chg="mod">
          <ac:chgData name="MAKRIN Real" userId="9a9b7bc253003971" providerId="LiveId" clId="{7A809C10-28BE-4456-BBE6-1AB566FDAAC4}" dt="2024-06-08T12:04:41.224" v="4882" actId="1076"/>
          <ac:spMkLst>
            <pc:docMk/>
            <pc:sldMk cId="769144311" sldId="308"/>
            <ac:spMk id="1198" creationId="{B6EB55D8-84BA-7508-DAD8-E205782FCCE4}"/>
          </ac:spMkLst>
        </pc:spChg>
      </pc:sldChg>
      <pc:sldChg chg="add modTransition">
        <pc:chgData name="MAKRIN Real" userId="9a9b7bc253003971" providerId="LiveId" clId="{7A809C10-28BE-4456-BBE6-1AB566FDAAC4}" dt="2024-06-08T11:57:55.069" v="4753"/>
        <pc:sldMkLst>
          <pc:docMk/>
          <pc:sldMk cId="1887098730" sldId="309"/>
        </pc:sldMkLst>
      </pc:sldChg>
      <pc:sldChg chg="add del">
        <pc:chgData name="MAKRIN Real" userId="9a9b7bc253003971" providerId="LiveId" clId="{7A809C10-28BE-4456-BBE6-1AB566FDAAC4}" dt="2024-06-08T12:00:45.025" v="4860" actId="47"/>
        <pc:sldMkLst>
          <pc:docMk/>
          <pc:sldMk cId="1160981852" sldId="310"/>
        </pc:sldMkLst>
      </pc:sldChg>
      <pc:sldChg chg="addSp delSp modSp add mod">
        <pc:chgData name="MAKRIN Real" userId="9a9b7bc253003971" providerId="LiveId" clId="{7A809C10-28BE-4456-BBE6-1AB566FDAAC4}" dt="2024-06-08T12:26:33.901" v="5246" actId="478"/>
        <pc:sldMkLst>
          <pc:docMk/>
          <pc:sldMk cId="2734079477" sldId="310"/>
        </pc:sldMkLst>
        <pc:spChg chg="add del mod">
          <ac:chgData name="MAKRIN Real" userId="9a9b7bc253003971" providerId="LiveId" clId="{7A809C10-28BE-4456-BBE6-1AB566FDAAC4}" dt="2024-06-08T12:26:33.901" v="5246" actId="478"/>
          <ac:spMkLst>
            <pc:docMk/>
            <pc:sldMk cId="2734079477" sldId="310"/>
            <ac:spMk id="30" creationId="{1CFD4E28-A1B1-E3D1-2AA3-56ADDB9143B3}"/>
          </ac:spMkLst>
        </pc:spChg>
      </pc:sldChg>
      <pc:sldChg chg="addSp delSp modSp add mod modTransition modAnim">
        <pc:chgData name="MAKRIN Real" userId="9a9b7bc253003971" providerId="LiveId" clId="{7A809C10-28BE-4456-BBE6-1AB566FDAAC4}" dt="2024-06-08T12:25:17.729" v="5229" actId="3626"/>
        <pc:sldMkLst>
          <pc:docMk/>
          <pc:sldMk cId="189579521" sldId="311"/>
        </pc:sldMkLst>
        <pc:spChg chg="add mod">
          <ac:chgData name="MAKRIN Real" userId="9a9b7bc253003971" providerId="LiveId" clId="{7A809C10-28BE-4456-BBE6-1AB566FDAAC4}" dt="2024-06-08T12:07:36.145" v="5023" actId="1076"/>
          <ac:spMkLst>
            <pc:docMk/>
            <pc:sldMk cId="189579521" sldId="311"/>
            <ac:spMk id="5" creationId="{D34EB744-94A4-8E00-282C-059A0DB35FA6}"/>
          </ac:spMkLst>
        </pc:spChg>
        <pc:spChg chg="add mod">
          <ac:chgData name="MAKRIN Real" userId="9a9b7bc253003971" providerId="LiveId" clId="{7A809C10-28BE-4456-BBE6-1AB566FDAAC4}" dt="2024-06-08T12:10:07.301" v="5074" actId="14100"/>
          <ac:spMkLst>
            <pc:docMk/>
            <pc:sldMk cId="189579521" sldId="311"/>
            <ac:spMk id="6" creationId="{4EAB05F2-EF72-187C-1626-737A9406DF2A}"/>
          </ac:spMkLst>
        </pc:spChg>
        <pc:spChg chg="mod">
          <ac:chgData name="MAKRIN Real" userId="9a9b7bc253003971" providerId="LiveId" clId="{7A809C10-28BE-4456-BBE6-1AB566FDAAC4}" dt="2024-06-08T12:25:17.729" v="5229" actId="3626"/>
          <ac:spMkLst>
            <pc:docMk/>
            <pc:sldMk cId="189579521" sldId="311"/>
            <ac:spMk id="15" creationId="{26DA4DB9-802F-639A-8C53-0DECFCC4D023}"/>
          </ac:spMkLst>
        </pc:spChg>
        <pc:spChg chg="mod">
          <ac:chgData name="MAKRIN Real" userId="9a9b7bc253003971" providerId="LiveId" clId="{7A809C10-28BE-4456-BBE6-1AB566FDAAC4}" dt="2024-06-08T12:25:14.336" v="5228" actId="3626"/>
          <ac:spMkLst>
            <pc:docMk/>
            <pc:sldMk cId="189579521" sldId="311"/>
            <ac:spMk id="16" creationId="{5D278507-6631-00BA-7862-1F6049BF7017}"/>
          </ac:spMkLst>
        </pc:spChg>
        <pc:spChg chg="mod">
          <ac:chgData name="MAKRIN Real" userId="9a9b7bc253003971" providerId="LiveId" clId="{7A809C10-28BE-4456-BBE6-1AB566FDAAC4}" dt="2024-06-08T12:25:09.351" v="5226" actId="3626"/>
          <ac:spMkLst>
            <pc:docMk/>
            <pc:sldMk cId="189579521" sldId="311"/>
            <ac:spMk id="28" creationId="{ECFD1AF9-0599-CD0D-13AA-E37D8D5771A2}"/>
          </ac:spMkLst>
        </pc:spChg>
        <pc:spChg chg="del">
          <ac:chgData name="MAKRIN Real" userId="9a9b7bc253003971" providerId="LiveId" clId="{7A809C10-28BE-4456-BBE6-1AB566FDAAC4}" dt="2024-06-08T12:05:19.822" v="4900" actId="478"/>
          <ac:spMkLst>
            <pc:docMk/>
            <pc:sldMk cId="189579521" sldId="311"/>
            <ac:spMk id="31" creationId="{5D868FA1-CC4A-8CC1-A69C-3C47805DE8FF}"/>
          </ac:spMkLst>
        </pc:spChg>
        <pc:spChg chg="mod">
          <ac:chgData name="MAKRIN Real" userId="9a9b7bc253003971" providerId="LiveId" clId="{7A809C10-28BE-4456-BBE6-1AB566FDAAC4}" dt="2024-06-08T12:25:11.421" v="5227" actId="3626"/>
          <ac:spMkLst>
            <pc:docMk/>
            <pc:sldMk cId="189579521" sldId="311"/>
            <ac:spMk id="34" creationId="{BFFA2E26-AB68-7BFA-A006-9AAA142F1B05}"/>
          </ac:spMkLst>
        </pc:spChg>
        <pc:spChg chg="del">
          <ac:chgData name="MAKRIN Real" userId="9a9b7bc253003971" providerId="LiveId" clId="{7A809C10-28BE-4456-BBE6-1AB566FDAAC4}" dt="2024-06-08T12:05:19.050" v="4899" actId="478"/>
          <ac:spMkLst>
            <pc:docMk/>
            <pc:sldMk cId="189579521" sldId="311"/>
            <ac:spMk id="37" creationId="{FCD2F0A1-F135-7997-9B07-F897649B3885}"/>
          </ac:spMkLst>
        </pc:spChg>
        <pc:spChg chg="del">
          <ac:chgData name="MAKRIN Real" userId="9a9b7bc253003971" providerId="LiveId" clId="{7A809C10-28BE-4456-BBE6-1AB566FDAAC4}" dt="2024-06-08T12:05:18.626" v="4898" actId="478"/>
          <ac:spMkLst>
            <pc:docMk/>
            <pc:sldMk cId="189579521" sldId="311"/>
            <ac:spMk id="38" creationId="{E9E7657D-0EE1-3CAD-118E-9D0CE66302EC}"/>
          </ac:spMkLst>
        </pc:spChg>
        <pc:spChg chg="del">
          <ac:chgData name="MAKRIN Real" userId="9a9b7bc253003971" providerId="LiveId" clId="{7A809C10-28BE-4456-BBE6-1AB566FDAAC4}" dt="2024-06-08T12:05:18.280" v="4897" actId="478"/>
          <ac:spMkLst>
            <pc:docMk/>
            <pc:sldMk cId="189579521" sldId="311"/>
            <ac:spMk id="39" creationId="{18A88390-80C1-830A-CE17-89BB21FAE9C4}"/>
          </ac:spMkLst>
        </pc:spChg>
        <pc:spChg chg="del">
          <ac:chgData name="MAKRIN Real" userId="9a9b7bc253003971" providerId="LiveId" clId="{7A809C10-28BE-4456-BBE6-1AB566FDAAC4}" dt="2024-06-08T12:05:16.829" v="4895" actId="478"/>
          <ac:spMkLst>
            <pc:docMk/>
            <pc:sldMk cId="189579521" sldId="311"/>
            <ac:spMk id="40" creationId="{8EEFCA51-26B1-6BA4-12C8-92FEB2FBA1BC}"/>
          </ac:spMkLst>
        </pc:spChg>
        <pc:spChg chg="del">
          <ac:chgData name="MAKRIN Real" userId="9a9b7bc253003971" providerId="LiveId" clId="{7A809C10-28BE-4456-BBE6-1AB566FDAAC4}" dt="2024-06-08T12:05:17.536" v="4896" actId="478"/>
          <ac:spMkLst>
            <pc:docMk/>
            <pc:sldMk cId="189579521" sldId="311"/>
            <ac:spMk id="41" creationId="{3EACE20F-39B0-E94A-E5A9-0DBBFF95809A}"/>
          </ac:spMkLst>
        </pc:spChg>
      </pc:sldChg>
      <pc:sldChg chg="add modTransition">
        <pc:chgData name="MAKRIN Real" userId="9a9b7bc253003971" providerId="LiveId" clId="{7A809C10-28BE-4456-BBE6-1AB566FDAAC4}" dt="2024-06-08T12:13:07.118" v="5101"/>
        <pc:sldMkLst>
          <pc:docMk/>
          <pc:sldMk cId="249337961" sldId="312"/>
        </pc:sldMkLst>
      </pc:sldChg>
      <pc:sldChg chg="addSp modSp add mod modTransition modAnim">
        <pc:chgData name="MAKRIN Real" userId="9a9b7bc253003971" providerId="LiveId" clId="{7A809C10-28BE-4456-BBE6-1AB566FDAAC4}" dt="2024-06-08T12:25:31.130" v="5233" actId="3626"/>
        <pc:sldMkLst>
          <pc:docMk/>
          <pc:sldMk cId="1421270776" sldId="313"/>
        </pc:sldMkLst>
        <pc:spChg chg="add mod">
          <ac:chgData name="MAKRIN Real" userId="9a9b7bc253003971" providerId="LiveId" clId="{7A809C10-28BE-4456-BBE6-1AB566FDAAC4}" dt="2024-06-08T12:12:06.064" v="5093"/>
          <ac:spMkLst>
            <pc:docMk/>
            <pc:sldMk cId="1421270776" sldId="313"/>
            <ac:spMk id="5" creationId="{597167EE-DB66-594F-8CF8-526C051539BA}"/>
          </ac:spMkLst>
        </pc:spChg>
        <pc:spChg chg="mod">
          <ac:chgData name="MAKRIN Real" userId="9a9b7bc253003971" providerId="LiveId" clId="{7A809C10-28BE-4456-BBE6-1AB566FDAAC4}" dt="2024-06-08T12:25:31.130" v="5233" actId="3626"/>
          <ac:spMkLst>
            <pc:docMk/>
            <pc:sldMk cId="1421270776" sldId="313"/>
            <ac:spMk id="15" creationId="{26DA4DB9-802F-639A-8C53-0DECFCC4D023}"/>
          </ac:spMkLst>
        </pc:spChg>
        <pc:spChg chg="mod">
          <ac:chgData name="MAKRIN Real" userId="9a9b7bc253003971" providerId="LiveId" clId="{7A809C10-28BE-4456-BBE6-1AB566FDAAC4}" dt="2024-06-08T12:25:23.487" v="5230" actId="3626"/>
          <ac:spMkLst>
            <pc:docMk/>
            <pc:sldMk cId="1421270776" sldId="313"/>
            <ac:spMk id="16" creationId="{5D278507-6631-00BA-7862-1F6049BF7017}"/>
          </ac:spMkLst>
        </pc:spChg>
        <pc:spChg chg="mod">
          <ac:chgData name="MAKRIN Real" userId="9a9b7bc253003971" providerId="LiveId" clId="{7A809C10-28BE-4456-BBE6-1AB566FDAAC4}" dt="2024-06-08T12:25:25.909" v="5231" actId="3626"/>
          <ac:spMkLst>
            <pc:docMk/>
            <pc:sldMk cId="1421270776" sldId="313"/>
            <ac:spMk id="28" creationId="{ECFD1AF9-0599-CD0D-13AA-E37D8D5771A2}"/>
          </ac:spMkLst>
        </pc:spChg>
        <pc:spChg chg="mod">
          <ac:chgData name="MAKRIN Real" userId="9a9b7bc253003971" providerId="LiveId" clId="{7A809C10-28BE-4456-BBE6-1AB566FDAAC4}" dt="2024-06-08T12:07:06.377" v="5017" actId="1037"/>
          <ac:spMkLst>
            <pc:docMk/>
            <pc:sldMk cId="1421270776" sldId="313"/>
            <ac:spMk id="30" creationId="{1FBB9D3D-68F9-CDD6-05F9-CB3F0B5C5AEF}"/>
          </ac:spMkLst>
        </pc:spChg>
        <pc:spChg chg="mod">
          <ac:chgData name="MAKRIN Real" userId="9a9b7bc253003971" providerId="LiveId" clId="{7A809C10-28BE-4456-BBE6-1AB566FDAAC4}" dt="2024-06-08T12:25:28.037" v="5232" actId="3626"/>
          <ac:spMkLst>
            <pc:docMk/>
            <pc:sldMk cId="1421270776" sldId="313"/>
            <ac:spMk id="34" creationId="{BFFA2E26-AB68-7BFA-A006-9AAA142F1B05}"/>
          </ac:spMkLst>
        </pc:spChg>
      </pc:sldChg>
      <pc:sldChg chg="modSp add mod">
        <pc:chgData name="MAKRIN Real" userId="9a9b7bc253003971" providerId="LiveId" clId="{7A809C10-28BE-4456-BBE6-1AB566FDAAC4}" dt="2024-06-08T12:25:49.890" v="5236" actId="3626"/>
        <pc:sldMkLst>
          <pc:docMk/>
          <pc:sldMk cId="3050265752" sldId="314"/>
        </pc:sldMkLst>
        <pc:spChg chg="mod">
          <ac:chgData name="MAKRIN Real" userId="9a9b7bc253003971" providerId="LiveId" clId="{7A809C10-28BE-4456-BBE6-1AB566FDAAC4}" dt="2024-06-08T12:14:07.078" v="5115" actId="1076"/>
          <ac:spMkLst>
            <pc:docMk/>
            <pc:sldMk cId="3050265752" sldId="314"/>
            <ac:spMk id="5" creationId="{597167EE-DB66-594F-8CF8-526C051539BA}"/>
          </ac:spMkLst>
        </pc:spChg>
        <pc:spChg chg="mod">
          <ac:chgData name="MAKRIN Real" userId="9a9b7bc253003971" providerId="LiveId" clId="{7A809C10-28BE-4456-BBE6-1AB566FDAAC4}" dt="2024-06-08T12:13:57.512" v="5111" actId="207"/>
          <ac:spMkLst>
            <pc:docMk/>
            <pc:sldMk cId="3050265752" sldId="314"/>
            <ac:spMk id="14" creationId="{50D00E67-966C-66BC-2F39-EB13B7148E83}"/>
          </ac:spMkLst>
        </pc:spChg>
        <pc:spChg chg="mod">
          <ac:chgData name="MAKRIN Real" userId="9a9b7bc253003971" providerId="LiveId" clId="{7A809C10-28BE-4456-BBE6-1AB566FDAAC4}" dt="2024-06-08T12:25:49.890" v="5236" actId="3626"/>
          <ac:spMkLst>
            <pc:docMk/>
            <pc:sldMk cId="3050265752" sldId="314"/>
            <ac:spMk id="15" creationId="{26DA4DB9-802F-639A-8C53-0DECFCC4D023}"/>
          </ac:spMkLst>
        </pc:spChg>
        <pc:spChg chg="mod">
          <ac:chgData name="MAKRIN Real" userId="9a9b7bc253003971" providerId="LiveId" clId="{7A809C10-28BE-4456-BBE6-1AB566FDAAC4}" dt="2024-06-08T12:25:36.538" v="5234" actId="3626"/>
          <ac:spMkLst>
            <pc:docMk/>
            <pc:sldMk cId="3050265752" sldId="314"/>
            <ac:spMk id="16" creationId="{5D278507-6631-00BA-7862-1F6049BF7017}"/>
          </ac:spMkLst>
        </pc:spChg>
        <pc:spChg chg="mod">
          <ac:chgData name="MAKRIN Real" userId="9a9b7bc253003971" providerId="LiveId" clId="{7A809C10-28BE-4456-BBE6-1AB566FDAAC4}" dt="2024-06-08T12:25:40.780" v="5235" actId="3626"/>
          <ac:spMkLst>
            <pc:docMk/>
            <pc:sldMk cId="3050265752" sldId="314"/>
            <ac:spMk id="28" creationId="{ECFD1AF9-0599-CD0D-13AA-E37D8D5771A2}"/>
          </ac:spMkLst>
        </pc:spChg>
        <pc:spChg chg="mod">
          <ac:chgData name="MAKRIN Real" userId="9a9b7bc253003971" providerId="LiveId" clId="{7A809C10-28BE-4456-BBE6-1AB566FDAAC4}" dt="2024-06-08T12:13:41.337" v="5109" actId="207"/>
          <ac:spMkLst>
            <pc:docMk/>
            <pc:sldMk cId="3050265752" sldId="314"/>
            <ac:spMk id="33" creationId="{703FC4E7-186C-32F0-2493-796605E85818}"/>
          </ac:spMkLst>
        </pc:spChg>
        <pc:spChg chg="mod">
          <ac:chgData name="MAKRIN Real" userId="9a9b7bc253003971" providerId="LiveId" clId="{7A809C10-28BE-4456-BBE6-1AB566FDAAC4}" dt="2024-06-08T12:13:35.661" v="5107" actId="207"/>
          <ac:spMkLst>
            <pc:docMk/>
            <pc:sldMk cId="3050265752" sldId="314"/>
            <ac:spMk id="34" creationId="{BFFA2E26-AB68-7BFA-A006-9AAA142F1B05}"/>
          </ac:spMkLst>
        </pc:spChg>
      </pc:sldChg>
      <pc:sldChg chg="addSp modSp add mod setBg">
        <pc:chgData name="MAKRIN Real" userId="9a9b7bc253003971" providerId="LiveId" clId="{7A809C10-28BE-4456-BBE6-1AB566FDAAC4}" dt="2024-06-08T12:26:03.152" v="5240" actId="3626"/>
        <pc:sldMkLst>
          <pc:docMk/>
          <pc:sldMk cId="1945131747" sldId="315"/>
        </pc:sldMkLst>
        <pc:spChg chg="mod">
          <ac:chgData name="MAKRIN Real" userId="9a9b7bc253003971" providerId="LiveId" clId="{7A809C10-28BE-4456-BBE6-1AB566FDAAC4}" dt="2024-06-08T12:15:48.003" v="5129" actId="1076"/>
          <ac:spMkLst>
            <pc:docMk/>
            <pc:sldMk cId="1945131747" sldId="315"/>
            <ac:spMk id="5" creationId="{597167EE-DB66-594F-8CF8-526C051539BA}"/>
          </ac:spMkLst>
        </pc:spChg>
        <pc:spChg chg="add mod ord modCrop">
          <ac:chgData name="MAKRIN Real" userId="9a9b7bc253003971" providerId="LiveId" clId="{7A809C10-28BE-4456-BBE6-1AB566FDAAC4}" dt="2024-06-08T12:16:39.801" v="5136" actId="14100"/>
          <ac:spMkLst>
            <pc:docMk/>
            <pc:sldMk cId="1945131747" sldId="315"/>
            <ac:spMk id="6" creationId="{0E26C20C-89B2-03B0-A37F-7FF11548E421}"/>
          </ac:spMkLst>
        </pc:spChg>
        <pc:spChg chg="mod">
          <ac:chgData name="MAKRIN Real" userId="9a9b7bc253003971" providerId="LiveId" clId="{7A809C10-28BE-4456-BBE6-1AB566FDAAC4}" dt="2024-06-08T12:26:03.152" v="5240" actId="3626"/>
          <ac:spMkLst>
            <pc:docMk/>
            <pc:sldMk cId="1945131747" sldId="315"/>
            <ac:spMk id="15" creationId="{26DA4DB9-802F-639A-8C53-0DECFCC4D023}"/>
          </ac:spMkLst>
        </pc:spChg>
        <pc:spChg chg="mod">
          <ac:chgData name="MAKRIN Real" userId="9a9b7bc253003971" providerId="LiveId" clId="{7A809C10-28BE-4456-BBE6-1AB566FDAAC4}" dt="2024-06-08T12:25:59.970" v="5239" actId="3626"/>
          <ac:spMkLst>
            <pc:docMk/>
            <pc:sldMk cId="1945131747" sldId="315"/>
            <ac:spMk id="16" creationId="{5D278507-6631-00BA-7862-1F6049BF7017}"/>
          </ac:spMkLst>
        </pc:spChg>
        <pc:spChg chg="mod">
          <ac:chgData name="MAKRIN Real" userId="9a9b7bc253003971" providerId="LiveId" clId="{7A809C10-28BE-4456-BBE6-1AB566FDAAC4}" dt="2024-06-08T12:14:36.908" v="5121" actId="207"/>
          <ac:spMkLst>
            <pc:docMk/>
            <pc:sldMk cId="1945131747" sldId="315"/>
            <ac:spMk id="27" creationId="{7286F684-3CC0-0D96-4C14-095FEE812C62}"/>
          </ac:spMkLst>
        </pc:spChg>
        <pc:spChg chg="mod">
          <ac:chgData name="MAKRIN Real" userId="9a9b7bc253003971" providerId="LiveId" clId="{7A809C10-28BE-4456-BBE6-1AB566FDAAC4}" dt="2024-06-08T12:25:57.871" v="5238" actId="3626"/>
          <ac:spMkLst>
            <pc:docMk/>
            <pc:sldMk cId="1945131747" sldId="315"/>
            <ac:spMk id="28" creationId="{ECFD1AF9-0599-CD0D-13AA-E37D8D5771A2}"/>
          </ac:spMkLst>
        </pc:spChg>
        <pc:spChg chg="mod">
          <ac:chgData name="MAKRIN Real" userId="9a9b7bc253003971" providerId="LiveId" clId="{7A809C10-28BE-4456-BBE6-1AB566FDAAC4}" dt="2024-06-08T12:25:55.549" v="5237" actId="3626"/>
          <ac:spMkLst>
            <pc:docMk/>
            <pc:sldMk cId="1945131747" sldId="315"/>
            <ac:spMk id="34" creationId="{BFFA2E26-AB68-7BFA-A006-9AAA142F1B05}"/>
          </ac:spMkLst>
        </pc:spChg>
        <pc:spChg chg="mod">
          <ac:chgData name="MAKRIN Real" userId="9a9b7bc253003971" providerId="LiveId" clId="{7A809C10-28BE-4456-BBE6-1AB566FDAAC4}" dt="2024-06-08T12:14:32.814" v="5120" actId="207"/>
          <ac:spMkLst>
            <pc:docMk/>
            <pc:sldMk cId="1945131747" sldId="315"/>
            <ac:spMk id="35" creationId="{23FE24EC-E819-3DEE-19A6-46FFDC13C9E5}"/>
          </ac:spMkLst>
        </pc:spChg>
      </pc:sldChg>
      <pc:sldChg chg="addSp modSp add mod setBg">
        <pc:chgData name="MAKRIN Real" userId="9a9b7bc253003971" providerId="LiveId" clId="{7A809C10-28BE-4456-BBE6-1AB566FDAAC4}" dt="2024-06-08T12:26:18.393" v="5243" actId="3626"/>
        <pc:sldMkLst>
          <pc:docMk/>
          <pc:sldMk cId="3683628815" sldId="316"/>
        </pc:sldMkLst>
        <pc:spChg chg="add mod ord modCrop">
          <ac:chgData name="MAKRIN Real" userId="9a9b7bc253003971" providerId="LiveId" clId="{7A809C10-28BE-4456-BBE6-1AB566FDAAC4}" dt="2024-06-08T12:17:22.562" v="5142" actId="18131"/>
          <ac:spMkLst>
            <pc:docMk/>
            <pc:sldMk cId="3683628815" sldId="316"/>
            <ac:spMk id="6" creationId="{1E1D89FC-23DC-5C27-35E2-E86777315C80}"/>
          </ac:spMkLst>
        </pc:spChg>
        <pc:spChg chg="mod">
          <ac:chgData name="MAKRIN Real" userId="9a9b7bc253003971" providerId="LiveId" clId="{7A809C10-28BE-4456-BBE6-1AB566FDAAC4}" dt="2024-06-08T12:26:18.393" v="5243" actId="3626"/>
          <ac:spMkLst>
            <pc:docMk/>
            <pc:sldMk cId="3683628815" sldId="316"/>
            <ac:spMk id="15" creationId="{26DA4DB9-802F-639A-8C53-0DECFCC4D023}"/>
          </ac:spMkLst>
        </pc:spChg>
        <pc:spChg chg="mod">
          <ac:chgData name="MAKRIN Real" userId="9a9b7bc253003971" providerId="LiveId" clId="{7A809C10-28BE-4456-BBE6-1AB566FDAAC4}" dt="2024-06-08T12:26:09.584" v="5241" actId="3626"/>
          <ac:spMkLst>
            <pc:docMk/>
            <pc:sldMk cId="3683628815" sldId="316"/>
            <ac:spMk id="16" creationId="{5D278507-6631-00BA-7862-1F6049BF7017}"/>
          </ac:spMkLst>
        </pc:spChg>
        <pc:spChg chg="mod">
          <ac:chgData name="MAKRIN Real" userId="9a9b7bc253003971" providerId="LiveId" clId="{7A809C10-28BE-4456-BBE6-1AB566FDAAC4}" dt="2024-06-08T12:26:12.579" v="5242" actId="3626"/>
          <ac:spMkLst>
            <pc:docMk/>
            <pc:sldMk cId="3683628815" sldId="316"/>
            <ac:spMk id="28" creationId="{ECFD1AF9-0599-CD0D-13AA-E37D8D5771A2}"/>
          </ac:spMkLst>
        </pc:spChg>
      </pc:sldChg>
      <pc:sldChg chg="delSp modSp add mod">
        <pc:chgData name="MAKRIN Real" userId="9a9b7bc253003971" providerId="LiveId" clId="{7A809C10-28BE-4456-BBE6-1AB566FDAAC4}" dt="2024-06-08T12:18:23.635" v="5153"/>
        <pc:sldMkLst>
          <pc:docMk/>
          <pc:sldMk cId="3049490059" sldId="317"/>
        </pc:sldMkLst>
        <pc:spChg chg="del mod">
          <ac:chgData name="MAKRIN Real" userId="9a9b7bc253003971" providerId="LiveId" clId="{7A809C10-28BE-4456-BBE6-1AB566FDAAC4}" dt="2024-06-08T12:17:39.149" v="5146" actId="478"/>
          <ac:spMkLst>
            <pc:docMk/>
            <pc:sldMk cId="3049490059" sldId="317"/>
            <ac:spMk id="5" creationId="{597167EE-DB66-594F-8CF8-526C051539BA}"/>
          </ac:spMkLst>
        </pc:spChg>
        <pc:spChg chg="mod">
          <ac:chgData name="MAKRIN Real" userId="9a9b7bc253003971" providerId="LiveId" clId="{7A809C10-28BE-4456-BBE6-1AB566FDAAC4}" dt="2024-06-08T12:18:23.635" v="5153"/>
          <ac:spMkLst>
            <pc:docMk/>
            <pc:sldMk cId="3049490059" sldId="317"/>
            <ac:spMk id="15" creationId="{26DA4DB9-802F-639A-8C53-0DECFCC4D023}"/>
          </ac:spMkLst>
        </pc:spChg>
        <pc:spChg chg="mod">
          <ac:chgData name="MAKRIN Real" userId="9a9b7bc253003971" providerId="LiveId" clId="{7A809C10-28BE-4456-BBE6-1AB566FDAAC4}" dt="2024-06-08T12:18:00.477" v="5148"/>
          <ac:spMkLst>
            <pc:docMk/>
            <pc:sldMk cId="3049490059" sldId="317"/>
            <ac:spMk id="16" creationId="{5D278507-6631-00BA-7862-1F6049BF7017}"/>
          </ac:spMkLst>
        </pc:spChg>
        <pc:spChg chg="del">
          <ac:chgData name="MAKRIN Real" userId="9a9b7bc253003971" providerId="LiveId" clId="{7A809C10-28BE-4456-BBE6-1AB566FDAAC4}" dt="2024-06-08T12:18:03.352" v="5149" actId="478"/>
          <ac:spMkLst>
            <pc:docMk/>
            <pc:sldMk cId="3049490059" sldId="317"/>
            <ac:spMk id="17" creationId="{28AD9C67-6722-C0DF-7EB6-9C1CFD0EC305}"/>
          </ac:spMkLst>
        </pc:spChg>
        <pc:spChg chg="del">
          <ac:chgData name="MAKRIN Real" userId="9a9b7bc253003971" providerId="LiveId" clId="{7A809C10-28BE-4456-BBE6-1AB566FDAAC4}" dt="2024-06-08T12:18:05.779" v="5150" actId="478"/>
          <ac:spMkLst>
            <pc:docMk/>
            <pc:sldMk cId="3049490059" sldId="317"/>
            <ac:spMk id="27" creationId="{7286F684-3CC0-0D96-4C14-095FEE812C62}"/>
          </ac:spMkLst>
        </pc:spChg>
        <pc:spChg chg="mod">
          <ac:chgData name="MAKRIN Real" userId="9a9b7bc253003971" providerId="LiveId" clId="{7A809C10-28BE-4456-BBE6-1AB566FDAAC4}" dt="2024-06-08T12:17:51.416" v="5147"/>
          <ac:spMkLst>
            <pc:docMk/>
            <pc:sldMk cId="3049490059" sldId="317"/>
            <ac:spMk id="33" creationId="{703FC4E7-186C-32F0-2493-796605E85818}"/>
          </ac:spMkLst>
        </pc:spChg>
        <pc:spChg chg="del">
          <ac:chgData name="MAKRIN Real" userId="9a9b7bc253003971" providerId="LiveId" clId="{7A809C10-28BE-4456-BBE6-1AB566FDAAC4}" dt="2024-06-08T12:18:07.366" v="5151" actId="478"/>
          <ac:spMkLst>
            <pc:docMk/>
            <pc:sldMk cId="3049490059" sldId="317"/>
            <ac:spMk id="35" creationId="{23FE24EC-E819-3DEE-19A6-46FFDC13C9E5}"/>
          </ac:spMkLst>
        </pc:spChg>
        <pc:spChg chg="del">
          <ac:chgData name="MAKRIN Real" userId="9a9b7bc253003971" providerId="LiveId" clId="{7A809C10-28BE-4456-BBE6-1AB566FDAAC4}" dt="2024-06-08T12:18:12.669" v="5152" actId="478"/>
          <ac:spMkLst>
            <pc:docMk/>
            <pc:sldMk cId="3049490059" sldId="317"/>
            <ac:spMk id="36" creationId="{7EFEB005-D2BC-1A7F-66AD-FCCF7EFE44F7}"/>
          </ac:spMkLst>
        </pc:spChg>
      </pc:sldChg>
      <pc:sldChg chg="modSp add mod modTransition">
        <pc:chgData name="MAKRIN Real" userId="9a9b7bc253003971" providerId="LiveId" clId="{7A809C10-28BE-4456-BBE6-1AB566FDAAC4}" dt="2024-06-08T12:20:34.978" v="5195"/>
        <pc:sldMkLst>
          <pc:docMk/>
          <pc:sldMk cId="3771785788" sldId="318"/>
        </pc:sldMkLst>
        <pc:spChg chg="mod ord">
          <ac:chgData name="MAKRIN Real" userId="9a9b7bc253003971" providerId="LiveId" clId="{7A809C10-28BE-4456-BBE6-1AB566FDAAC4}" dt="2024-06-08T12:19:29.390" v="5173" actId="688"/>
          <ac:spMkLst>
            <pc:docMk/>
            <pc:sldMk cId="3771785788" sldId="318"/>
            <ac:spMk id="30" creationId="{1FBAE2BD-5C3F-F07B-F77C-A9EFFEB0DB58}"/>
          </ac:spMkLst>
        </pc:spChg>
      </pc:sldChg>
      <pc:sldChg chg="delSp modSp add mod modTransition">
        <pc:chgData name="MAKRIN Real" userId="9a9b7bc253003971" providerId="LiveId" clId="{7A809C10-28BE-4456-BBE6-1AB566FDAAC4}" dt="2024-06-08T12:26:56.704" v="5258" actId="478"/>
        <pc:sldMkLst>
          <pc:docMk/>
          <pc:sldMk cId="1294585307" sldId="319"/>
        </pc:sldMkLst>
        <pc:spChg chg="del">
          <ac:chgData name="MAKRIN Real" userId="9a9b7bc253003971" providerId="LiveId" clId="{7A809C10-28BE-4456-BBE6-1AB566FDAAC4}" dt="2024-06-08T12:26:55" v="5255" actId="478"/>
          <ac:spMkLst>
            <pc:docMk/>
            <pc:sldMk cId="1294585307" sldId="319"/>
            <ac:spMk id="16" creationId="{5D278507-6631-00BA-7862-1F6049BF7017}"/>
          </ac:spMkLst>
        </pc:spChg>
        <pc:spChg chg="mod">
          <ac:chgData name="MAKRIN Real" userId="9a9b7bc253003971" providerId="LiveId" clId="{7A809C10-28BE-4456-BBE6-1AB566FDAAC4}" dt="2024-06-08T12:19:36.148" v="5175" actId="1076"/>
          <ac:spMkLst>
            <pc:docMk/>
            <pc:sldMk cId="1294585307" sldId="319"/>
            <ac:spMk id="30" creationId="{1FBAE2BD-5C3F-F07B-F77C-A9EFFEB0DB58}"/>
          </ac:spMkLst>
        </pc:spChg>
        <pc:spChg chg="del">
          <ac:chgData name="MAKRIN Real" userId="9a9b7bc253003971" providerId="LiveId" clId="{7A809C10-28BE-4456-BBE6-1AB566FDAAC4}" dt="2024-06-08T12:26:56.040" v="5257" actId="478"/>
          <ac:spMkLst>
            <pc:docMk/>
            <pc:sldMk cId="1294585307" sldId="319"/>
            <ac:spMk id="31" creationId="{24C63FCD-4D20-E895-4A08-4E06EAA7671F}"/>
          </ac:spMkLst>
        </pc:spChg>
        <pc:spChg chg="del">
          <ac:chgData name="MAKRIN Real" userId="9a9b7bc253003971" providerId="LiveId" clId="{7A809C10-28BE-4456-BBE6-1AB566FDAAC4}" dt="2024-06-08T12:26:55.570" v="5256" actId="478"/>
          <ac:spMkLst>
            <pc:docMk/>
            <pc:sldMk cId="1294585307" sldId="319"/>
            <ac:spMk id="33" creationId="{703FC4E7-186C-32F0-2493-796605E85818}"/>
          </ac:spMkLst>
        </pc:spChg>
        <pc:spChg chg="del">
          <ac:chgData name="MAKRIN Real" userId="9a9b7bc253003971" providerId="LiveId" clId="{7A809C10-28BE-4456-BBE6-1AB566FDAAC4}" dt="2024-06-08T12:26:56.704" v="5258" actId="478"/>
          <ac:spMkLst>
            <pc:docMk/>
            <pc:sldMk cId="1294585307" sldId="319"/>
            <ac:spMk id="37" creationId="{AB81EC2F-4653-56EC-BD3D-BF9B950472BC}"/>
          </ac:spMkLst>
        </pc:spChg>
      </pc:sldChg>
      <pc:sldChg chg="addSp modSp add mod modTransition modAnim">
        <pc:chgData name="MAKRIN Real" userId="9a9b7bc253003971" providerId="LiveId" clId="{7A809C10-28BE-4456-BBE6-1AB566FDAAC4}" dt="2024-06-08T12:20:34.978" v="5195"/>
        <pc:sldMkLst>
          <pc:docMk/>
          <pc:sldMk cId="3368256079" sldId="320"/>
        </pc:sldMkLst>
        <pc:spChg chg="mod">
          <ac:chgData name="MAKRIN Real" userId="9a9b7bc253003971" providerId="LiveId" clId="{7A809C10-28BE-4456-BBE6-1AB566FDAAC4}" dt="2024-06-08T12:19:43.273" v="5178" actId="14100"/>
          <ac:spMkLst>
            <pc:docMk/>
            <pc:sldMk cId="3368256079" sldId="320"/>
            <ac:spMk id="30" creationId="{1FBAE2BD-5C3F-F07B-F77C-A9EFFEB0DB58}"/>
          </ac:spMkLst>
        </pc:spChg>
        <pc:spChg chg="add mod">
          <ac:chgData name="MAKRIN Real" userId="9a9b7bc253003971" providerId="LiveId" clId="{7A809C10-28BE-4456-BBE6-1AB566FDAAC4}" dt="2024-06-08T12:19:44.973" v="5180" actId="1076"/>
          <ac:spMkLst>
            <pc:docMk/>
            <pc:sldMk cId="3368256079" sldId="320"/>
            <ac:spMk id="34" creationId="{015EA25F-D5C6-2028-1548-41CE3802D27B}"/>
          </ac:spMkLst>
        </pc:spChg>
        <pc:spChg chg="add mod">
          <ac:chgData name="MAKRIN Real" userId="9a9b7bc253003971" providerId="LiveId" clId="{7A809C10-28BE-4456-BBE6-1AB566FDAAC4}" dt="2024-06-08T12:19:46.657" v="5182" actId="1076"/>
          <ac:spMkLst>
            <pc:docMk/>
            <pc:sldMk cId="3368256079" sldId="320"/>
            <ac:spMk id="35" creationId="{8ECB2320-12C6-C80A-6830-13BAFB3016D4}"/>
          </ac:spMkLst>
        </pc:spChg>
        <pc:spChg chg="add mod">
          <ac:chgData name="MAKRIN Real" userId="9a9b7bc253003971" providerId="LiveId" clId="{7A809C10-28BE-4456-BBE6-1AB566FDAAC4}" dt="2024-06-08T12:19:52.971" v="5186" actId="1076"/>
          <ac:spMkLst>
            <pc:docMk/>
            <pc:sldMk cId="3368256079" sldId="320"/>
            <ac:spMk id="40" creationId="{C123414A-7767-C564-4C7D-BD8CF10B9750}"/>
          </ac:spMkLst>
        </pc:spChg>
      </pc:sldChg>
      <pc:sldChg chg="modSp add mod modTransition">
        <pc:chgData name="MAKRIN Real" userId="9a9b7bc253003971" providerId="LiveId" clId="{7A809C10-28BE-4456-BBE6-1AB566FDAAC4}" dt="2024-06-08T12:20:34.978" v="5195"/>
        <pc:sldMkLst>
          <pc:docMk/>
          <pc:sldMk cId="424055604" sldId="321"/>
        </pc:sldMkLst>
        <pc:spChg chg="mod">
          <ac:chgData name="MAKRIN Real" userId="9a9b7bc253003971" providerId="LiveId" clId="{7A809C10-28BE-4456-BBE6-1AB566FDAAC4}" dt="2024-06-08T12:20:05.957" v="5191" actId="1076"/>
          <ac:spMkLst>
            <pc:docMk/>
            <pc:sldMk cId="424055604" sldId="321"/>
            <ac:spMk id="40" creationId="{C123414A-7767-C564-4C7D-BD8CF10B9750}"/>
          </ac:spMkLst>
        </pc:spChg>
      </pc:sldChg>
      <pc:sldChg chg="addSp delSp modSp add mod delAnim">
        <pc:chgData name="MAKRIN Real" userId="9a9b7bc253003971" providerId="LiveId" clId="{7A809C10-28BE-4456-BBE6-1AB566FDAAC4}" dt="2024-06-08T14:51:51.590" v="5681" actId="1076"/>
        <pc:sldMkLst>
          <pc:docMk/>
          <pc:sldMk cId="3860163796" sldId="322"/>
        </pc:sldMkLst>
        <pc:spChg chg="mod">
          <ac:chgData name="MAKRIN Real" userId="9a9b7bc253003971" providerId="LiveId" clId="{7A809C10-28BE-4456-BBE6-1AB566FDAAC4}" dt="2024-06-08T12:29:41.199" v="5296" actId="1076"/>
          <ac:spMkLst>
            <pc:docMk/>
            <pc:sldMk cId="3860163796" sldId="322"/>
            <ac:spMk id="4" creationId="{264FA686-DA03-91B3-D06F-5781312368ED}"/>
          </ac:spMkLst>
        </pc:spChg>
        <pc:spChg chg="mod">
          <ac:chgData name="MAKRIN Real" userId="9a9b7bc253003971" providerId="LiveId" clId="{7A809C10-28BE-4456-BBE6-1AB566FDAAC4}" dt="2024-06-08T12:29:30.230" v="5291" actId="1076"/>
          <ac:spMkLst>
            <pc:docMk/>
            <pc:sldMk cId="3860163796" sldId="322"/>
            <ac:spMk id="5" creationId="{5D51BEDA-B0B8-956D-0E60-A4E5E4B9D067}"/>
          </ac:spMkLst>
        </pc:spChg>
        <pc:spChg chg="del">
          <ac:chgData name="MAKRIN Real" userId="9a9b7bc253003971" providerId="LiveId" clId="{7A809C10-28BE-4456-BBE6-1AB566FDAAC4}" dt="2024-06-08T12:29:05.463" v="5266" actId="478"/>
          <ac:spMkLst>
            <pc:docMk/>
            <pc:sldMk cId="3860163796" sldId="322"/>
            <ac:spMk id="6" creationId="{D7E2A255-B495-A32B-ABBB-FE56CB9D87B1}"/>
          </ac:spMkLst>
        </pc:spChg>
        <pc:spChg chg="mod">
          <ac:chgData name="MAKRIN Real" userId="9a9b7bc253003971" providerId="LiveId" clId="{7A809C10-28BE-4456-BBE6-1AB566FDAAC4}" dt="2024-06-08T12:29:56.698" v="5307" actId="20577"/>
          <ac:spMkLst>
            <pc:docMk/>
            <pc:sldMk cId="3860163796" sldId="322"/>
            <ac:spMk id="12" creationId="{3927A4D0-0A1C-C850-D4DA-9C269E63E09D}"/>
          </ac:spMkLst>
        </pc:spChg>
        <pc:spChg chg="mod">
          <ac:chgData name="MAKRIN Real" userId="9a9b7bc253003971" providerId="LiveId" clId="{7A809C10-28BE-4456-BBE6-1AB566FDAAC4}" dt="2024-06-08T14:51:51.590" v="5681" actId="1076"/>
          <ac:spMkLst>
            <pc:docMk/>
            <pc:sldMk cId="3860163796" sldId="322"/>
            <ac:spMk id="14" creationId="{A1642F7D-DF64-A7A6-4063-1871B3476824}"/>
          </ac:spMkLst>
        </pc:spChg>
        <pc:spChg chg="del mod">
          <ac:chgData name="MAKRIN Real" userId="9a9b7bc253003971" providerId="LiveId" clId="{7A809C10-28BE-4456-BBE6-1AB566FDAAC4}" dt="2024-06-08T12:29:45.642" v="5298" actId="478"/>
          <ac:spMkLst>
            <pc:docMk/>
            <pc:sldMk cId="3860163796" sldId="322"/>
            <ac:spMk id="15" creationId="{26DA4DB9-802F-639A-8C53-0DECFCC4D023}"/>
          </ac:spMkLst>
        </pc:spChg>
        <pc:spChg chg="del">
          <ac:chgData name="MAKRIN Real" userId="9a9b7bc253003971" providerId="LiveId" clId="{7A809C10-28BE-4456-BBE6-1AB566FDAAC4}" dt="2024-06-08T12:29:16.088" v="5282" actId="478"/>
          <ac:spMkLst>
            <pc:docMk/>
            <pc:sldMk cId="3860163796" sldId="322"/>
            <ac:spMk id="16" creationId="{5D278507-6631-00BA-7862-1F6049BF7017}"/>
          </ac:spMkLst>
        </pc:spChg>
        <pc:spChg chg="del">
          <ac:chgData name="MAKRIN Real" userId="9a9b7bc253003971" providerId="LiveId" clId="{7A809C10-28BE-4456-BBE6-1AB566FDAAC4}" dt="2024-06-08T12:29:16.655" v="5283" actId="478"/>
          <ac:spMkLst>
            <pc:docMk/>
            <pc:sldMk cId="3860163796" sldId="322"/>
            <ac:spMk id="18" creationId="{A37BC8CC-C8D7-FAD8-98A0-68B3451462C4}"/>
          </ac:spMkLst>
        </pc:spChg>
        <pc:spChg chg="mod">
          <ac:chgData name="MAKRIN Real" userId="9a9b7bc253003971" providerId="LiveId" clId="{7A809C10-28BE-4456-BBE6-1AB566FDAAC4}" dt="2024-06-08T12:29:47.713" v="5299" actId="1076"/>
          <ac:spMkLst>
            <pc:docMk/>
            <pc:sldMk cId="3860163796" sldId="322"/>
            <ac:spMk id="19" creationId="{BA1EA2F9-899E-AEAB-1F6E-24511A0C661D}"/>
          </ac:spMkLst>
        </pc:spChg>
        <pc:spChg chg="del">
          <ac:chgData name="MAKRIN Real" userId="9a9b7bc253003971" providerId="LiveId" clId="{7A809C10-28BE-4456-BBE6-1AB566FDAAC4}" dt="2024-06-08T12:29:17.151" v="5284" actId="478"/>
          <ac:spMkLst>
            <pc:docMk/>
            <pc:sldMk cId="3860163796" sldId="322"/>
            <ac:spMk id="20" creationId="{36FAF832-DE7D-F22E-5653-5C13DDCE5823}"/>
          </ac:spMkLst>
        </pc:spChg>
        <pc:spChg chg="del mod">
          <ac:chgData name="MAKRIN Real" userId="9a9b7bc253003971" providerId="LiveId" clId="{7A809C10-28BE-4456-BBE6-1AB566FDAAC4}" dt="2024-06-08T12:29:08.589" v="5272" actId="478"/>
          <ac:spMkLst>
            <pc:docMk/>
            <pc:sldMk cId="3860163796" sldId="322"/>
            <ac:spMk id="21" creationId="{49AA0616-7789-0B7F-AC07-EE10FE327355}"/>
          </ac:spMkLst>
        </pc:spChg>
        <pc:spChg chg="del">
          <ac:chgData name="MAKRIN Real" userId="9a9b7bc253003971" providerId="LiveId" clId="{7A809C10-28BE-4456-BBE6-1AB566FDAAC4}" dt="2024-06-08T12:29:05.973" v="5267" actId="478"/>
          <ac:spMkLst>
            <pc:docMk/>
            <pc:sldMk cId="3860163796" sldId="322"/>
            <ac:spMk id="22" creationId="{CC236760-6FFB-B368-26B4-9787582819DB}"/>
          </ac:spMkLst>
        </pc:spChg>
        <pc:spChg chg="del mod">
          <ac:chgData name="MAKRIN Real" userId="9a9b7bc253003971" providerId="LiveId" clId="{7A809C10-28BE-4456-BBE6-1AB566FDAAC4}" dt="2024-06-08T12:29:08.143" v="5271" actId="478"/>
          <ac:spMkLst>
            <pc:docMk/>
            <pc:sldMk cId="3860163796" sldId="322"/>
            <ac:spMk id="23" creationId="{4125EC6A-BF19-9572-B9B7-F2962DABF52F}"/>
          </ac:spMkLst>
        </pc:spChg>
        <pc:spChg chg="del">
          <ac:chgData name="MAKRIN Real" userId="9a9b7bc253003971" providerId="LiveId" clId="{7A809C10-28BE-4456-BBE6-1AB566FDAAC4}" dt="2024-06-08T12:29:06.206" v="5268" actId="478"/>
          <ac:spMkLst>
            <pc:docMk/>
            <pc:sldMk cId="3860163796" sldId="322"/>
            <ac:spMk id="24" creationId="{1AF7EBC9-1023-CFEC-FEB8-C396B17A8D4D}"/>
          </ac:spMkLst>
        </pc:spChg>
        <pc:spChg chg="del mod">
          <ac:chgData name="MAKRIN Real" userId="9a9b7bc253003971" providerId="LiveId" clId="{7A809C10-28BE-4456-BBE6-1AB566FDAAC4}" dt="2024-06-08T12:29:13.807" v="5278" actId="478"/>
          <ac:spMkLst>
            <pc:docMk/>
            <pc:sldMk cId="3860163796" sldId="322"/>
            <ac:spMk id="25" creationId="{19EB9430-7092-E28B-A8F2-7D5B7232BE64}"/>
          </ac:spMkLst>
        </pc:spChg>
        <pc:spChg chg="del mod">
          <ac:chgData name="MAKRIN Real" userId="9a9b7bc253003971" providerId="LiveId" clId="{7A809C10-28BE-4456-BBE6-1AB566FDAAC4}" dt="2024-06-08T12:29:11.618" v="5276" actId="478"/>
          <ac:spMkLst>
            <pc:docMk/>
            <pc:sldMk cId="3860163796" sldId="322"/>
            <ac:spMk id="26" creationId="{FF83BD27-0724-3F5A-1B95-E757D9062BC3}"/>
          </ac:spMkLst>
        </pc:spChg>
        <pc:spChg chg="del">
          <ac:chgData name="MAKRIN Real" userId="9a9b7bc253003971" providerId="LiveId" clId="{7A809C10-28BE-4456-BBE6-1AB566FDAAC4}" dt="2024-06-08T12:29:10.419" v="5274" actId="478"/>
          <ac:spMkLst>
            <pc:docMk/>
            <pc:sldMk cId="3860163796" sldId="322"/>
            <ac:spMk id="29" creationId="{45388F94-E5A0-8EB5-E83B-95BF1AA68E2F}"/>
          </ac:spMkLst>
        </pc:spChg>
        <pc:spChg chg="del">
          <ac:chgData name="MAKRIN Real" userId="9a9b7bc253003971" providerId="LiveId" clId="{7A809C10-28BE-4456-BBE6-1AB566FDAAC4}" dt="2024-06-08T12:29:03.584" v="5265" actId="478"/>
          <ac:spMkLst>
            <pc:docMk/>
            <pc:sldMk cId="3860163796" sldId="322"/>
            <ac:spMk id="30" creationId="{1FBAE2BD-5C3F-F07B-F77C-A9EFFEB0DB58}"/>
          </ac:spMkLst>
        </pc:spChg>
        <pc:spChg chg="del">
          <ac:chgData name="MAKRIN Real" userId="9a9b7bc253003971" providerId="LiveId" clId="{7A809C10-28BE-4456-BBE6-1AB566FDAAC4}" dt="2024-06-08T12:29:14.983" v="5280" actId="478"/>
          <ac:spMkLst>
            <pc:docMk/>
            <pc:sldMk cId="3860163796" sldId="322"/>
            <ac:spMk id="31" creationId="{24C63FCD-4D20-E895-4A08-4E06EAA7671F}"/>
          </ac:spMkLst>
        </pc:spChg>
        <pc:spChg chg="del">
          <ac:chgData name="MAKRIN Real" userId="9a9b7bc253003971" providerId="LiveId" clId="{7A809C10-28BE-4456-BBE6-1AB566FDAAC4}" dt="2024-06-08T12:29:15.318" v="5281" actId="478"/>
          <ac:spMkLst>
            <pc:docMk/>
            <pc:sldMk cId="3860163796" sldId="322"/>
            <ac:spMk id="33" creationId="{703FC4E7-186C-32F0-2493-796605E85818}"/>
          </ac:spMkLst>
        </pc:spChg>
        <pc:spChg chg="del">
          <ac:chgData name="MAKRIN Real" userId="9a9b7bc253003971" providerId="LiveId" clId="{7A809C10-28BE-4456-BBE6-1AB566FDAAC4}" dt="2024-06-08T12:29:03.174" v="5264" actId="478"/>
          <ac:spMkLst>
            <pc:docMk/>
            <pc:sldMk cId="3860163796" sldId="322"/>
            <ac:spMk id="34" creationId="{015EA25F-D5C6-2028-1548-41CE3802D27B}"/>
          </ac:spMkLst>
        </pc:spChg>
        <pc:spChg chg="del">
          <ac:chgData name="MAKRIN Real" userId="9a9b7bc253003971" providerId="LiveId" clId="{7A809C10-28BE-4456-BBE6-1AB566FDAAC4}" dt="2024-06-08T12:29:02.500" v="5263" actId="478"/>
          <ac:spMkLst>
            <pc:docMk/>
            <pc:sldMk cId="3860163796" sldId="322"/>
            <ac:spMk id="35" creationId="{8ECB2320-12C6-C80A-6830-13BAFB3016D4}"/>
          </ac:spMkLst>
        </pc:spChg>
        <pc:spChg chg="del">
          <ac:chgData name="MAKRIN Real" userId="9a9b7bc253003971" providerId="LiveId" clId="{7A809C10-28BE-4456-BBE6-1AB566FDAAC4}" dt="2024-06-08T12:29:14.793" v="5279" actId="478"/>
          <ac:spMkLst>
            <pc:docMk/>
            <pc:sldMk cId="3860163796" sldId="322"/>
            <ac:spMk id="37" creationId="{AB81EC2F-4653-56EC-BD3D-BF9B950472BC}"/>
          </ac:spMkLst>
        </pc:spChg>
        <pc:spChg chg="del">
          <ac:chgData name="MAKRIN Real" userId="9a9b7bc253003971" providerId="LiveId" clId="{7A809C10-28BE-4456-BBE6-1AB566FDAAC4}" dt="2024-06-08T12:29:19.527" v="5285" actId="478"/>
          <ac:spMkLst>
            <pc:docMk/>
            <pc:sldMk cId="3860163796" sldId="322"/>
            <ac:spMk id="38" creationId="{9E1E8D46-8B8A-5C82-4936-9464FCDA4FB5}"/>
          </ac:spMkLst>
        </pc:spChg>
        <pc:spChg chg="mod">
          <ac:chgData name="MAKRIN Real" userId="9a9b7bc253003971" providerId="LiveId" clId="{7A809C10-28BE-4456-BBE6-1AB566FDAAC4}" dt="2024-06-08T12:30:14.702" v="5311" actId="3626"/>
          <ac:spMkLst>
            <pc:docMk/>
            <pc:sldMk cId="3860163796" sldId="322"/>
            <ac:spMk id="39" creationId="{63294E86-4915-3FC3-C899-6FAAF44E3C6C}"/>
          </ac:spMkLst>
        </pc:spChg>
        <pc:spChg chg="del">
          <ac:chgData name="MAKRIN Real" userId="9a9b7bc253003971" providerId="LiveId" clId="{7A809C10-28BE-4456-BBE6-1AB566FDAAC4}" dt="2024-06-08T12:29:02.017" v="5262" actId="478"/>
          <ac:spMkLst>
            <pc:docMk/>
            <pc:sldMk cId="3860163796" sldId="322"/>
            <ac:spMk id="40" creationId="{C123414A-7767-C564-4C7D-BD8CF10B9750}"/>
          </ac:spMkLst>
        </pc:spChg>
        <pc:spChg chg="add del mod">
          <ac:chgData name="MAKRIN Real" userId="9a9b7bc253003971" providerId="LiveId" clId="{7A809C10-28BE-4456-BBE6-1AB566FDAAC4}" dt="2024-06-08T12:30:09.277" v="5310" actId="478"/>
          <ac:spMkLst>
            <pc:docMk/>
            <pc:sldMk cId="3860163796" sldId="322"/>
            <ac:spMk id="41" creationId="{43084D57-601D-90DF-A392-EE0BB5A96C3E}"/>
          </ac:spMkLst>
        </pc:spChg>
      </pc:sldChg>
      <pc:sldChg chg="modSp mod">
        <pc:chgData name="MAKRIN Real" userId="9a9b7bc253003971" providerId="LiveId" clId="{7A809C10-28BE-4456-BBE6-1AB566FDAAC4}" dt="2024-07-10T11:05:36.046" v="6180" actId="14100"/>
        <pc:sldMkLst>
          <pc:docMk/>
          <pc:sldMk cId="4043865006" sldId="327"/>
        </pc:sldMkLst>
        <pc:spChg chg="mod">
          <ac:chgData name="MAKRIN Real" userId="9a9b7bc253003971" providerId="LiveId" clId="{7A809C10-28BE-4456-BBE6-1AB566FDAAC4}" dt="2024-07-10T11:05:36.046" v="6180" actId="14100"/>
          <ac:spMkLst>
            <pc:docMk/>
            <pc:sldMk cId="4043865006" sldId="327"/>
            <ac:spMk id="39" creationId="{81CA059D-B16B-FEEE-D8F4-3195B25F0FD7}"/>
          </ac:spMkLst>
        </pc:spChg>
      </pc:sldChg>
      <pc:sldChg chg="modSp add mod">
        <pc:chgData name="MAKRIN Real" userId="9a9b7bc253003971" providerId="LiveId" clId="{7A809C10-28BE-4456-BBE6-1AB566FDAAC4}" dt="2024-07-08T20:35:46.086" v="5737" actId="14100"/>
        <pc:sldMkLst>
          <pc:docMk/>
          <pc:sldMk cId="111070944" sldId="331"/>
        </pc:sldMkLst>
        <pc:spChg chg="mod">
          <ac:chgData name="MAKRIN Real" userId="9a9b7bc253003971" providerId="LiveId" clId="{7A809C10-28BE-4456-BBE6-1AB566FDAAC4}" dt="2024-07-08T20:35:46.086" v="5737" actId="14100"/>
          <ac:spMkLst>
            <pc:docMk/>
            <pc:sldMk cId="111070944" sldId="331"/>
            <ac:spMk id="6" creationId="{AC671B80-77CA-C835-4A33-50662E8E04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1158A-1073-4280-8635-80E0D937529E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A9A37-9E34-452D-B67F-EE9D8D95125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02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D5B3C-0690-DB1D-BA0F-022EEF8F2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F4E77E-C3C1-0FEA-7E48-1FAC4537C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5CFF42-1317-188B-C611-242691CCB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50607F-4E79-03ED-EDF0-B703DC28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35FA85-7266-8D1C-3D76-E2963349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610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1B896B-BF64-DF70-3D47-24254D74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89C2D7-6C6C-DCFC-5F0A-D0FC89E78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CAB1AA-B6C7-4C25-8D90-64751B95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003B4E-4C0C-C441-8C7C-91BD92FF2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3D134-A4BF-63D0-EE32-809BB813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9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2E14F-ABF6-AEEB-30CF-8E3BA603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365663-F87D-7F35-E86C-A376220E2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994A21-6594-2614-CA83-B9B7E5C18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2F3D5E-2743-59FC-1826-32E4D4B4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B4B572-7B41-7B6E-5CA0-848E5137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217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86ABC6-A6A1-1AFE-3259-7418DD0C8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9C610A-703C-7F8C-F09B-2CFF6EEDD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A06C69-98CD-4AB4-5ECA-B5B9D0D79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D31190-1D47-9E83-93A7-373818E4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2175BE-5D5E-17A3-E621-85DDCCE0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C9DBEE-8417-2FA8-4374-9585D83B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432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564DF-653C-A1E4-1449-61D81FDC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92AC59-5F01-34AC-05DF-955FEE81C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0BB028-0397-2CB7-3D63-6A2A50228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C8CBEB-7674-36D3-F6A2-E864CC6A0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5BEBE5-271E-BEA3-2EE0-6C00D72F2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AFA5C4-71FA-28A2-8E0C-E780BDE4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8B55A3-4BB6-547A-984D-72B7CD36E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9C51CE-6C3E-0CD9-D7B2-774FF07D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94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29F8B-7C43-414A-ED78-60B2EA8E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4CC798-CF4E-A936-0804-99D89A61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57A511-2A11-7CBC-8768-2EC04BE4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F6F975-0E8C-4F7B-1B40-3377BC2B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350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E6AF7B-BCC7-B358-554D-193829F4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459168-9D4F-BD55-5213-73077B2F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BF8CFE-0EC1-C9ED-2D7B-DD74212E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32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A3DD7-3B30-13C2-5B76-2C54193CC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DEBA2-88FA-7E7D-79C6-18BD02706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A303E4-2097-29EA-C92D-DA6F7EB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E554D2-1FE2-2C9C-C616-367203CE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0A3ED7-B1AD-802A-B02D-635F4021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4D9B0B-C415-1974-D03E-155BE8DE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21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25E49-984A-F8DF-FE6D-BDCF8CEA8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4831D0-AF1A-E882-4F1B-8A2F098A7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CC945B-AD61-778C-0B81-790457810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5CF2FC-EA6B-565E-27C6-AE69541FB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1FD840-C639-B214-0233-BEBA2DEBD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0102A8-DF3A-3C82-0D42-F012E397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522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6B89D-748C-6A0E-18E8-81F29771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BF50A6-95A9-9A65-BD22-769B07BEF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5829E-9FBB-B646-1D77-DF5609DD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684035-5D1D-ACAB-950C-D13EBE91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71479A-9FE3-F574-C03C-08C17E69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48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2818CDA-061E-7B64-CF25-A1401B478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416E22-5A5D-5955-E60F-D379175ED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04F9CC-3EB4-A040-D296-407F4F7B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4DB638-E97A-D623-9161-69FF028A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4B82F3-C0F6-DF48-A9A9-10254773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133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4BA80-16ED-620C-F3D9-5DAB3CA9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5ABE7D-D63A-8C03-BE32-2D0CD2636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A19920-67A5-E107-9235-FB35FBC10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52814-19BE-4C8D-AB20-1E66E33EE3B6}" type="datetimeFigureOut">
              <a:rPr lang="ru-RU" smtClean="0"/>
              <a:t>08.07.2024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7A2A3C-5644-22C2-3204-AC9D4E912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F00CF6-731D-4875-7A31-D991445F0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E41B7-081D-47A9-8B69-7264808E69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51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Layout" Target="../slideLayouts/slideLayout1.xml"/><Relationship Id="rId1" Type="http://schemas.openxmlformats.org/officeDocument/2006/relationships/control" Target="../activeX/activeX1.xml"/><Relationship Id="rId4" Type="http://schemas.openxmlformats.org/officeDocument/2006/relationships/image" Target="../media/image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4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slide" Target="slide26.xml"/><Relationship Id="rId18" Type="http://schemas.openxmlformats.org/officeDocument/2006/relationships/image" Target="../media/image11.svg"/><Relationship Id="rId3" Type="http://schemas.openxmlformats.org/officeDocument/2006/relationships/slide" Target="slide31.xml"/><Relationship Id="rId7" Type="http://schemas.openxmlformats.org/officeDocument/2006/relationships/slide" Target="slide66.xml"/><Relationship Id="rId12" Type="http://schemas.openxmlformats.org/officeDocument/2006/relationships/image" Target="../media/image8.png"/><Relationship Id="rId17" Type="http://schemas.openxmlformats.org/officeDocument/2006/relationships/image" Target="../media/image10.png"/><Relationship Id="rId2" Type="http://schemas.openxmlformats.org/officeDocument/2006/relationships/image" Target="../media/image3.png"/><Relationship Id="rId16" Type="http://schemas.openxmlformats.org/officeDocument/2006/relationships/slide" Target="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slide" Target="slide30.xml"/><Relationship Id="rId5" Type="http://schemas.openxmlformats.org/officeDocument/2006/relationships/slide" Target="slide68.xml"/><Relationship Id="rId15" Type="http://schemas.openxmlformats.org/officeDocument/2006/relationships/slide" Target="slide75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slide" Target="slide25.xml"/><Relationship Id="rId1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75.xml"/><Relationship Id="rId13" Type="http://schemas.openxmlformats.org/officeDocument/2006/relationships/slide" Target="slide27.xml"/><Relationship Id="rId18" Type="http://schemas.openxmlformats.org/officeDocument/2006/relationships/image" Target="../media/image16.png"/><Relationship Id="rId26" Type="http://schemas.openxmlformats.org/officeDocument/2006/relationships/image" Target="../media/image11.svg"/><Relationship Id="rId3" Type="http://schemas.openxmlformats.org/officeDocument/2006/relationships/slide" Target="slide31.xml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17" Type="http://schemas.openxmlformats.org/officeDocument/2006/relationships/slide" Target="slide28.xml"/><Relationship Id="rId25" Type="http://schemas.openxmlformats.org/officeDocument/2006/relationships/image" Target="../media/image10.png"/><Relationship Id="rId2" Type="http://schemas.openxmlformats.org/officeDocument/2006/relationships/image" Target="../media/image12.png"/><Relationship Id="rId16" Type="http://schemas.openxmlformats.org/officeDocument/2006/relationships/image" Target="../media/image8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24" Type="http://schemas.openxmlformats.org/officeDocument/2006/relationships/slide" Target="slide32.xml"/><Relationship Id="rId5" Type="http://schemas.openxmlformats.org/officeDocument/2006/relationships/slide" Target="slide68.xml"/><Relationship Id="rId15" Type="http://schemas.openxmlformats.org/officeDocument/2006/relationships/image" Target="../media/image15.png"/><Relationship Id="rId23" Type="http://schemas.openxmlformats.org/officeDocument/2006/relationships/slide" Target="slide66.xml"/><Relationship Id="rId10" Type="http://schemas.openxmlformats.org/officeDocument/2006/relationships/slide" Target="slide25.xml"/><Relationship Id="rId19" Type="http://schemas.openxmlformats.org/officeDocument/2006/relationships/slide" Target="slide29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75.xml"/><Relationship Id="rId13" Type="http://schemas.openxmlformats.org/officeDocument/2006/relationships/image" Target="../media/image14.png"/><Relationship Id="rId18" Type="http://schemas.openxmlformats.org/officeDocument/2006/relationships/image" Target="../media/image16.png"/><Relationship Id="rId26" Type="http://schemas.openxmlformats.org/officeDocument/2006/relationships/image" Target="../media/image11.svg"/><Relationship Id="rId3" Type="http://schemas.openxmlformats.org/officeDocument/2006/relationships/slide" Target="slide31.xml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17" Type="http://schemas.openxmlformats.org/officeDocument/2006/relationships/slide" Target="slide28.xml"/><Relationship Id="rId25" Type="http://schemas.openxmlformats.org/officeDocument/2006/relationships/image" Target="../media/image10.png"/><Relationship Id="rId2" Type="http://schemas.openxmlformats.org/officeDocument/2006/relationships/image" Target="../media/image12.png"/><Relationship Id="rId16" Type="http://schemas.openxmlformats.org/officeDocument/2006/relationships/image" Target="../media/image8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24" Type="http://schemas.openxmlformats.org/officeDocument/2006/relationships/slide" Target="slide32.xml"/><Relationship Id="rId5" Type="http://schemas.openxmlformats.org/officeDocument/2006/relationships/slide" Target="slide68.xml"/><Relationship Id="rId15" Type="http://schemas.openxmlformats.org/officeDocument/2006/relationships/image" Target="../media/image15.png"/><Relationship Id="rId23" Type="http://schemas.openxmlformats.org/officeDocument/2006/relationships/slide" Target="slide66.xml"/><Relationship Id="rId10" Type="http://schemas.openxmlformats.org/officeDocument/2006/relationships/slide" Target="slide25.xml"/><Relationship Id="rId19" Type="http://schemas.openxmlformats.org/officeDocument/2006/relationships/slide" Target="slide29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26.xml"/><Relationship Id="rId22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75.xml"/><Relationship Id="rId13" Type="http://schemas.openxmlformats.org/officeDocument/2006/relationships/image" Target="../media/image14.png"/><Relationship Id="rId18" Type="http://schemas.openxmlformats.org/officeDocument/2006/relationships/slide" Target="slide29.xml"/><Relationship Id="rId3" Type="http://schemas.openxmlformats.org/officeDocument/2006/relationships/slide" Target="slide31.xml"/><Relationship Id="rId21" Type="http://schemas.openxmlformats.org/officeDocument/2006/relationships/image" Target="../media/image19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5" Type="http://schemas.openxmlformats.org/officeDocument/2006/relationships/image" Target="../media/image11.svg"/><Relationship Id="rId2" Type="http://schemas.openxmlformats.org/officeDocument/2006/relationships/image" Target="../media/image12.png"/><Relationship Id="rId16" Type="http://schemas.openxmlformats.org/officeDocument/2006/relationships/image" Target="../media/image8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24" Type="http://schemas.openxmlformats.org/officeDocument/2006/relationships/image" Target="../media/image10.png"/><Relationship Id="rId5" Type="http://schemas.openxmlformats.org/officeDocument/2006/relationships/slide" Target="slide68.xml"/><Relationship Id="rId15" Type="http://schemas.openxmlformats.org/officeDocument/2006/relationships/image" Target="../media/image15.png"/><Relationship Id="rId23" Type="http://schemas.openxmlformats.org/officeDocument/2006/relationships/slide" Target="slide32.xml"/><Relationship Id="rId10" Type="http://schemas.openxmlformats.org/officeDocument/2006/relationships/slide" Target="slide25.xml"/><Relationship Id="rId19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26.xml"/><Relationship Id="rId22" Type="http://schemas.openxmlformats.org/officeDocument/2006/relationships/slide" Target="slide6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75.xml"/><Relationship Id="rId13" Type="http://schemas.openxmlformats.org/officeDocument/2006/relationships/image" Target="../media/image14.png"/><Relationship Id="rId18" Type="http://schemas.openxmlformats.org/officeDocument/2006/relationships/image" Target="../media/image16.png"/><Relationship Id="rId3" Type="http://schemas.openxmlformats.org/officeDocument/2006/relationships/slide" Target="slide31.xml"/><Relationship Id="rId21" Type="http://schemas.openxmlformats.org/officeDocument/2006/relationships/image" Target="../media/image19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17" Type="http://schemas.openxmlformats.org/officeDocument/2006/relationships/slide" Target="slide28.xml"/><Relationship Id="rId25" Type="http://schemas.openxmlformats.org/officeDocument/2006/relationships/image" Target="../media/image11.svg"/><Relationship Id="rId2" Type="http://schemas.openxmlformats.org/officeDocument/2006/relationships/image" Target="../media/image12.png"/><Relationship Id="rId16" Type="http://schemas.openxmlformats.org/officeDocument/2006/relationships/image" Target="../media/image8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24" Type="http://schemas.openxmlformats.org/officeDocument/2006/relationships/image" Target="../media/image10.png"/><Relationship Id="rId5" Type="http://schemas.openxmlformats.org/officeDocument/2006/relationships/slide" Target="slide68.xml"/><Relationship Id="rId15" Type="http://schemas.openxmlformats.org/officeDocument/2006/relationships/image" Target="../media/image15.png"/><Relationship Id="rId23" Type="http://schemas.openxmlformats.org/officeDocument/2006/relationships/slide" Target="slide32.xml"/><Relationship Id="rId10" Type="http://schemas.openxmlformats.org/officeDocument/2006/relationships/slide" Target="slide25.xml"/><Relationship Id="rId19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26.xml"/><Relationship Id="rId22" Type="http://schemas.openxmlformats.org/officeDocument/2006/relationships/slide" Target="slide6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66.xml"/><Relationship Id="rId3" Type="http://schemas.openxmlformats.org/officeDocument/2006/relationships/slide" Target="slide31.xml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12.png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slide" Target="slide68.xml"/><Relationship Id="rId15" Type="http://schemas.openxmlformats.org/officeDocument/2006/relationships/image" Target="../media/image10.png"/><Relationship Id="rId10" Type="http://schemas.openxmlformats.org/officeDocument/2006/relationships/slide" Target="slide75.xml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slide" Target="slide3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32.xml"/><Relationship Id="rId3" Type="http://schemas.openxmlformats.org/officeDocument/2006/relationships/image" Target="../media/image4.png"/><Relationship Id="rId7" Type="http://schemas.openxmlformats.org/officeDocument/2006/relationships/slide" Target="slide25.xml"/><Relationship Id="rId12" Type="http://schemas.openxmlformats.org/officeDocument/2006/relationships/slide" Target="slide6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1.svg"/><Relationship Id="rId10" Type="http://schemas.openxmlformats.org/officeDocument/2006/relationships/image" Target="../media/image9.png"/><Relationship Id="rId4" Type="http://schemas.openxmlformats.org/officeDocument/2006/relationships/slide" Target="slide68.xml"/><Relationship Id="rId9" Type="http://schemas.openxmlformats.org/officeDocument/2006/relationships/slide" Target="slide75.xml"/><Relationship Id="rId1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33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1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slide" Target="slide39.xml"/><Relationship Id="rId2" Type="http://schemas.openxmlformats.org/officeDocument/2006/relationships/image" Target="../media/image3.png"/><Relationship Id="rId16" Type="http://schemas.openxmlformats.org/officeDocument/2006/relationships/slide" Target="slide4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34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38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44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34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34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18" Type="http://schemas.openxmlformats.org/officeDocument/2006/relationships/slide" Target="slide42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43.xml"/><Relationship Id="rId10" Type="http://schemas.openxmlformats.org/officeDocument/2006/relationships/slide" Target="slide75.xml"/><Relationship Id="rId19" Type="http://schemas.openxmlformats.org/officeDocument/2006/relationships/slide" Target="slide41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40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33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1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33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33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45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46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1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slide" Target="slide33.xml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48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1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slide" Target="slide33.xml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49.xml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18" Type="http://schemas.openxmlformats.org/officeDocument/2006/relationships/slide" Target="slide33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22.png"/><Relationship Id="rId2" Type="http://schemas.openxmlformats.org/officeDocument/2006/relationships/image" Target="../media/image3.png"/><Relationship Id="rId16" Type="http://schemas.openxmlformats.org/officeDocument/2006/relationships/slide" Target="slide4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46.xml"/><Relationship Id="rId10" Type="http://schemas.openxmlformats.org/officeDocument/2006/relationships/slide" Target="slide75.xml"/><Relationship Id="rId19" Type="http://schemas.openxmlformats.org/officeDocument/2006/relationships/image" Target="../media/image20.png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1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slide" Target="slide48.xml"/><Relationship Id="rId2" Type="http://schemas.openxmlformats.org/officeDocument/2006/relationships/image" Target="../media/image3.png"/><Relationship Id="rId16" Type="http://schemas.openxmlformats.org/officeDocument/2006/relationships/slide" Target="slide47.xml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slide" Target="slide50.xml"/><Relationship Id="rId10" Type="http://schemas.openxmlformats.org/officeDocument/2006/relationships/slide" Target="slide75.xml"/><Relationship Id="rId19" Type="http://schemas.openxmlformats.org/officeDocument/2006/relationships/slide" Target="slide33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slide" Target="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2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2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2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0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0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0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0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slide" Target="slide2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8.xml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20.png"/><Relationship Id="rId10" Type="http://schemas.openxmlformats.org/officeDocument/2006/relationships/slide" Target="slide75.xml"/><Relationship Id="rId4" Type="http://schemas.openxmlformats.org/officeDocument/2006/relationships/slide" Target="slide68.xml"/><Relationship Id="rId9" Type="http://schemas.openxmlformats.org/officeDocument/2006/relationships/image" Target="../media/image11.svg"/><Relationship Id="rId1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slide" Target="slide7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slide" Target="slide75.xml"/><Relationship Id="rId3" Type="http://schemas.openxmlformats.org/officeDocument/2006/relationships/slide" Target="slide31.xml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slide" Target="slide68.xml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slide" Target="slide7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slide" Target="slide7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slide" Target="slide75.xml"/><Relationship Id="rId4" Type="http://schemas.openxmlformats.org/officeDocument/2006/relationships/image" Target="../media/image24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slide" Target="slide7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slide" Target="slide7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slide" Target="slide75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67.xml"/><Relationship Id="rId3" Type="http://schemas.openxmlformats.org/officeDocument/2006/relationships/slide" Target="slide31.xml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slide" Target="slide68.xml"/><Relationship Id="rId10" Type="http://schemas.openxmlformats.org/officeDocument/2006/relationships/slide" Target="slide75.xml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13" Type="http://schemas.openxmlformats.org/officeDocument/2006/relationships/slide" Target="slide66.xml"/><Relationship Id="rId3" Type="http://schemas.openxmlformats.org/officeDocument/2006/relationships/slide" Target="slide31.xml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slide" Target="slide68.xml"/><Relationship Id="rId10" Type="http://schemas.openxmlformats.org/officeDocument/2006/relationships/slide" Target="slide75.xml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slide" Target="slide66.xml"/><Relationship Id="rId3" Type="http://schemas.openxmlformats.org/officeDocument/2006/relationships/slide" Target="slide31.xml"/><Relationship Id="rId7" Type="http://schemas.openxmlformats.org/officeDocument/2006/relationships/slide" Target="slide15.xml"/><Relationship Id="rId12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slide" Target="slide25.xml"/><Relationship Id="rId10" Type="http://schemas.openxmlformats.org/officeDocument/2006/relationships/slide" Target="slide75.xml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68.xml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5.xml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slide" Target="slide75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slide" Target="slide31.xml"/><Relationship Id="rId7" Type="http://schemas.openxmlformats.org/officeDocument/2006/relationships/slide" Target="slide58.xml"/><Relationship Id="rId12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slide" Target="slide75.xml"/><Relationship Id="rId5" Type="http://schemas.openxmlformats.org/officeDocument/2006/relationships/slide" Target="slide68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slide" Target="slide25.xml"/><Relationship Id="rId14" Type="http://schemas.openxmlformats.org/officeDocument/2006/relationships/image" Target="../media/image26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68.xml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5.xml"/><Relationship Id="rId11" Type="http://schemas.openxmlformats.org/officeDocument/2006/relationships/image" Target="../media/image26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slide" Target="slide75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slide" Target="slide31.xml"/><Relationship Id="rId7" Type="http://schemas.openxmlformats.org/officeDocument/2006/relationships/slide" Target="slide58.xml"/><Relationship Id="rId12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slide" Target="slide75.xml"/><Relationship Id="rId5" Type="http://schemas.openxmlformats.org/officeDocument/2006/relationships/slide" Target="slide68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slide" Target="slide25.xml"/><Relationship Id="rId14" Type="http://schemas.openxmlformats.org/officeDocument/2006/relationships/image" Target="../media/image26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slide" Target="slide31.xml"/><Relationship Id="rId7" Type="http://schemas.openxmlformats.org/officeDocument/2006/relationships/slide" Target="slide58.xml"/><Relationship Id="rId12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slide" Target="slide75.xml"/><Relationship Id="rId5" Type="http://schemas.openxmlformats.org/officeDocument/2006/relationships/slide" Target="slide68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slide" Target="slide25.xml"/><Relationship Id="rId14" Type="http://schemas.openxmlformats.org/officeDocument/2006/relationships/image" Target="../media/image2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slide" Target="slide2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14791-6543-D15E-5365-96299F017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8621" y="1917577"/>
            <a:ext cx="4734758" cy="1511423"/>
          </a:xfrm>
        </p:spPr>
        <p:txBody>
          <a:bodyPr>
            <a:normAutofit fontScale="90000"/>
          </a:bodyPr>
          <a:lstStyle/>
          <a:p>
            <a:r>
              <a:rPr lang="en-US" dirty="0"/>
              <a:t>Borling OS 1.0 BETA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7F014-E54D-F512-CB5B-4B1D58573C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/>
              </a:rPr>
              <a:t>License</a:t>
            </a:r>
            <a:r>
              <a:rPr lang="en-US" dirty="0"/>
              <a:t> agreement</a:t>
            </a: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EEF14DC-7DF1-A0C0-3387-4885389BA299}"/>
              </a:ext>
            </a:extLst>
          </p:cNvPr>
          <p:cNvSpPr txBox="1">
            <a:spLocks/>
          </p:cNvSpPr>
          <p:nvPr/>
        </p:nvSpPr>
        <p:spPr>
          <a:xfrm>
            <a:off x="3728621" y="446474"/>
            <a:ext cx="4734758" cy="15114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Install</a:t>
            </a:r>
            <a:endParaRPr lang="ru-RU" dirty="0"/>
          </a:p>
        </p:txBody>
      </p:sp>
      <p:sp>
        <p:nvSpPr>
          <p:cNvPr id="6" name="Прямоугольник: скругленные углы 5">
            <a:hlinkHover r:id="rId3" action="ppaction://hlinksldjump"/>
            <a:extLst>
              <a:ext uri="{FF2B5EF4-FFF2-40B4-BE49-F238E27FC236}">
                <a16:creationId xmlns:a16="http://schemas.microsoft.com/office/drawing/2014/main" id="{4CEE56C6-6C83-0CD4-B619-690F0905110B}"/>
              </a:ext>
            </a:extLst>
          </p:cNvPr>
          <p:cNvSpPr/>
          <p:nvPr/>
        </p:nvSpPr>
        <p:spPr>
          <a:xfrm>
            <a:off x="5119035" y="4768742"/>
            <a:ext cx="1953929" cy="60879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852C8"/>
              </a:gs>
              <a:gs pos="100000">
                <a:srgbClr val="00B0F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Next Step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1150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69B5B52-6597-8D23-712D-7E23B39A7DF9}"/>
              </a:ext>
            </a:extLst>
          </p:cNvPr>
          <p:cNvSpPr/>
          <p:nvPr/>
        </p:nvSpPr>
        <p:spPr>
          <a:xfrm>
            <a:off x="3904648" y="3752752"/>
            <a:ext cx="4382704" cy="265877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852C8"/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/>
          </a:p>
        </p:txBody>
      </p:sp>
      <p:sp>
        <p:nvSpPr>
          <p:cNvPr id="5" name="Прямоугольник 4">
            <a:hlinkHover r:id="rId2" action="ppaction://hlinksldjump"/>
            <a:extLst>
              <a:ext uri="{FF2B5EF4-FFF2-40B4-BE49-F238E27FC236}">
                <a16:creationId xmlns:a16="http://schemas.microsoft.com/office/drawing/2014/main" id="{EF3F4A37-9274-715E-EAC9-51C1F38CAFE8}"/>
              </a:ext>
            </a:extLst>
          </p:cNvPr>
          <p:cNvSpPr/>
          <p:nvPr/>
        </p:nvSpPr>
        <p:spPr>
          <a:xfrm>
            <a:off x="2009344" y="3359217"/>
            <a:ext cx="8010556" cy="339771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14791-6543-D15E-5365-96299F017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8621" y="1917577"/>
            <a:ext cx="4734758" cy="1511423"/>
          </a:xfrm>
        </p:spPr>
        <p:txBody>
          <a:bodyPr>
            <a:normAutofit fontScale="90000"/>
          </a:bodyPr>
          <a:lstStyle/>
          <a:p>
            <a:r>
              <a:rPr lang="en-US" dirty="0"/>
              <a:t>Borling OS 1.0 BETA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7F014-E54D-F512-CB5B-4B1D58573C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3" action="ppaction://hlinksldjump"/>
              </a:rPr>
              <a:t>License</a:t>
            </a:r>
            <a:r>
              <a:rPr lang="en-US" dirty="0"/>
              <a:t> agreement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EB39C6A-8EFA-E9E9-87E0-EA7B2AAC096B}"/>
              </a:ext>
            </a:extLst>
          </p:cNvPr>
          <p:cNvSpPr txBox="1">
            <a:spLocks/>
          </p:cNvSpPr>
          <p:nvPr/>
        </p:nvSpPr>
        <p:spPr>
          <a:xfrm>
            <a:off x="3728621" y="446474"/>
            <a:ext cx="4734758" cy="15114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Install</a:t>
            </a:r>
            <a:endParaRPr lang="ru-RU" dirty="0"/>
          </a:p>
        </p:txBody>
      </p:sp>
      <p:sp>
        <p:nvSpPr>
          <p:cNvPr id="7" name="Прямоугольник: скругленные углы 6">
            <a:hlinkClick r:id="rId4" action="ppaction://hlinksldjump"/>
            <a:extLst>
              <a:ext uri="{FF2B5EF4-FFF2-40B4-BE49-F238E27FC236}">
                <a16:creationId xmlns:a16="http://schemas.microsoft.com/office/drawing/2014/main" id="{271124B7-0E6F-7EF9-C8CA-3E372FFA0529}"/>
              </a:ext>
            </a:extLst>
          </p:cNvPr>
          <p:cNvSpPr/>
          <p:nvPr/>
        </p:nvSpPr>
        <p:spPr>
          <a:xfrm>
            <a:off x="4851666" y="4671548"/>
            <a:ext cx="2488668" cy="775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852C8"/>
              </a:gs>
              <a:gs pos="100000">
                <a:srgbClr val="00B0F0"/>
              </a:gs>
            </a:gsLst>
            <a:lin ang="0" scaled="1"/>
            <a:tileRect/>
          </a:gra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Next Step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524223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7DDEC-85E0-8586-6815-2AB1FEBD1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38" y="150920"/>
            <a:ext cx="11668340" cy="984774"/>
          </a:xfrm>
        </p:spPr>
        <p:txBody>
          <a:bodyPr/>
          <a:lstStyle/>
          <a:p>
            <a:r>
              <a:rPr lang="en-US" dirty="0"/>
              <a:t>Borling Labs – BOS 1.0 beta license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29B17B-6D2D-4203-6E93-5266D6BEA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837" y="1198486"/>
            <a:ext cx="11668341" cy="5326601"/>
          </a:xfrm>
        </p:spPr>
        <p:txBody>
          <a:bodyPr>
            <a:normAutofit/>
          </a:bodyPr>
          <a:lstStyle/>
          <a:p>
            <a:r>
              <a:rPr lang="en-US" dirty="0"/>
              <a:t>You agree that:</a:t>
            </a:r>
          </a:p>
          <a:p>
            <a:pPr marL="342900" indent="-342900">
              <a:buFontTx/>
              <a:buChar char="-"/>
            </a:pPr>
            <a:r>
              <a:rPr lang="en-US" dirty="0"/>
              <a:t>We will collect your PC info to make BOS better.</a:t>
            </a:r>
          </a:p>
          <a:p>
            <a:pPr marL="342900" indent="-342900">
              <a:buFontTx/>
              <a:buChar char="-"/>
            </a:pPr>
            <a:r>
              <a:rPr lang="en-US" dirty="0"/>
              <a:t>You will get free updates of BOS forever.</a:t>
            </a:r>
          </a:p>
          <a:p>
            <a:pPr marL="342900" indent="-342900">
              <a:buFontTx/>
              <a:buChar char="-"/>
            </a:pPr>
            <a:r>
              <a:rPr lang="en-US" dirty="0"/>
              <a:t>You can transform your data to another device.</a:t>
            </a:r>
          </a:p>
          <a:p>
            <a:pPr marL="342900" indent="-342900">
              <a:buFontTx/>
              <a:buChar char="-"/>
            </a:pPr>
            <a:r>
              <a:rPr lang="en-US" dirty="0"/>
              <a:t>Borling Labs is not actual company, so you can copy our OS.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sz="1000" dirty="0"/>
              <a:t>We still can use your credit card (no)</a:t>
            </a:r>
          </a:p>
          <a:p>
            <a:endParaRPr lang="en-US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0B9DAB1-5D88-E977-360F-A12C588495F3}"/>
              </a:ext>
            </a:extLst>
          </p:cNvPr>
          <p:cNvSpPr txBox="1">
            <a:spLocks/>
          </p:cNvSpPr>
          <p:nvPr/>
        </p:nvSpPr>
        <p:spPr>
          <a:xfrm>
            <a:off x="1028607" y="5721656"/>
            <a:ext cx="10134786" cy="807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>
                <a:hlinkClick r:id="rId2" action="ppaction://hlinksldjump"/>
              </a:rPr>
              <a:t>Продолжить на русском</a:t>
            </a:r>
            <a:r>
              <a:rPr lang="ru-RU" sz="4400" dirty="0"/>
              <a:t>     </a:t>
            </a:r>
            <a:r>
              <a:rPr lang="en-US" sz="4400" dirty="0"/>
              <a:t>             </a:t>
            </a:r>
            <a:r>
              <a:rPr lang="ru-RU" sz="4400" dirty="0"/>
              <a:t>  </a:t>
            </a:r>
            <a:r>
              <a:rPr lang="en-US" sz="4400" dirty="0">
                <a:hlinkClick r:id="rId3" action="ppaction://hlinksldjump"/>
              </a:rPr>
              <a:t>Accept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093858408"/>
      </p:ext>
    </p:extLst>
  </p:cSld>
  <p:clrMapOvr>
    <a:masterClrMapping/>
  </p:clrMapOvr>
  <p:transition spd="slow" advClick="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7DDEC-85E0-8586-6815-2AB1FEBD1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38" y="150920"/>
            <a:ext cx="11668340" cy="984774"/>
          </a:xfrm>
        </p:spPr>
        <p:txBody>
          <a:bodyPr>
            <a:normAutofit fontScale="90000"/>
          </a:bodyPr>
          <a:lstStyle/>
          <a:p>
            <a:r>
              <a:rPr lang="en-US" dirty="0"/>
              <a:t>Borling Labs – BOS 1.0 beta </a:t>
            </a:r>
            <a:r>
              <a:rPr lang="ru-RU" dirty="0"/>
              <a:t>лицензия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29B17B-6D2D-4203-6E93-5266D6BEA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837" y="1198486"/>
            <a:ext cx="11668341" cy="5326601"/>
          </a:xfrm>
        </p:spPr>
        <p:txBody>
          <a:bodyPr>
            <a:normAutofit/>
          </a:bodyPr>
          <a:lstStyle/>
          <a:p>
            <a:r>
              <a:rPr lang="ru-RU" dirty="0"/>
              <a:t>Вы соглашаетесь</a:t>
            </a:r>
            <a:r>
              <a:rPr lang="en-US" dirty="0"/>
              <a:t>:</a:t>
            </a:r>
          </a:p>
          <a:p>
            <a:pPr marL="342900" indent="-342900">
              <a:buFontTx/>
              <a:buChar char="-"/>
            </a:pPr>
            <a:r>
              <a:rPr lang="ru-RU" dirty="0"/>
              <a:t>Мы будем собирать информацию с вашего компьютера чтобы улучшить </a:t>
            </a:r>
            <a:r>
              <a:rPr lang="en-US" dirty="0"/>
              <a:t>BOS.</a:t>
            </a:r>
          </a:p>
          <a:p>
            <a:pPr marL="342900" indent="-342900">
              <a:buFontTx/>
              <a:buChar char="-"/>
            </a:pPr>
            <a:r>
              <a:rPr lang="ru-RU" dirty="0"/>
              <a:t>Вы всегда будете получать бесплатные обновления </a:t>
            </a:r>
            <a:r>
              <a:rPr lang="en-US" dirty="0"/>
              <a:t>BOS.</a:t>
            </a:r>
          </a:p>
          <a:p>
            <a:pPr marL="342900" indent="-342900">
              <a:buFontTx/>
              <a:buChar char="-"/>
            </a:pPr>
            <a:r>
              <a:rPr lang="ru-RU" dirty="0"/>
              <a:t>Вы можете перенести данные на другое устройство</a:t>
            </a:r>
            <a:r>
              <a:rPr lang="en-US" dirty="0"/>
              <a:t>.</a:t>
            </a:r>
          </a:p>
          <a:p>
            <a:pPr marL="342900" indent="-342900">
              <a:buFontTx/>
              <a:buChar char="-"/>
            </a:pPr>
            <a:r>
              <a:rPr lang="en-US" dirty="0"/>
              <a:t>Borling Labs </a:t>
            </a:r>
            <a:r>
              <a:rPr lang="ru-RU" dirty="0"/>
              <a:t>не настоящая компания, вы можете копировать эту ОС</a:t>
            </a:r>
            <a:r>
              <a:rPr lang="en-US" dirty="0"/>
              <a:t>.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ru-RU" sz="1000" dirty="0"/>
              <a:t>Мы можем использовать вашу карточку</a:t>
            </a:r>
            <a:r>
              <a:rPr lang="en-US" sz="1000" dirty="0"/>
              <a:t>(</a:t>
            </a:r>
            <a:r>
              <a:rPr lang="ru-RU" sz="1000" dirty="0"/>
              <a:t>нет</a:t>
            </a:r>
            <a:r>
              <a:rPr lang="en-US" sz="1000" dirty="0"/>
              <a:t>)</a:t>
            </a:r>
          </a:p>
          <a:p>
            <a:endParaRPr lang="en-US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0B9DAB1-5D88-E977-360F-A12C588495F3}"/>
              </a:ext>
            </a:extLst>
          </p:cNvPr>
          <p:cNvSpPr txBox="1">
            <a:spLocks/>
          </p:cNvSpPr>
          <p:nvPr/>
        </p:nvSpPr>
        <p:spPr>
          <a:xfrm>
            <a:off x="1028607" y="5721656"/>
            <a:ext cx="10134786" cy="807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/>
              <a:t> </a:t>
            </a:r>
            <a:r>
              <a:rPr lang="en-US" sz="4400" dirty="0">
                <a:hlinkClick r:id="rId2" action="ppaction://hlinksldjump"/>
              </a:rPr>
              <a:t>Continue on English</a:t>
            </a:r>
            <a:r>
              <a:rPr lang="ru-RU" sz="4400" dirty="0"/>
              <a:t>    </a:t>
            </a:r>
            <a:r>
              <a:rPr lang="en-US" sz="4400" dirty="0"/>
              <a:t>             </a:t>
            </a:r>
            <a:r>
              <a:rPr lang="ru-RU" sz="4400" dirty="0"/>
              <a:t>  </a:t>
            </a:r>
            <a:r>
              <a:rPr lang="ru-RU" sz="4400" dirty="0">
                <a:hlinkClick r:id="rId3" action="ppaction://hlinksldjump"/>
              </a:rPr>
              <a:t>Принять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605368345"/>
      </p:ext>
    </p:extLst>
  </p:cSld>
  <p:clrMapOvr>
    <a:masterClrMapping/>
  </p:clrMapOvr>
  <p:transition spd="slow" advClick="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DE66C-4FB9-5A43-F822-739F8038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616" y="248575"/>
            <a:ext cx="4779146" cy="962072"/>
          </a:xfrm>
        </p:spPr>
        <p:txBody>
          <a:bodyPr/>
          <a:lstStyle/>
          <a:p>
            <a:r>
              <a:rPr lang="en-US" dirty="0"/>
              <a:t>Download BOS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7CA3B7-00F9-0A02-341C-6A7E36D31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107" y="1400376"/>
            <a:ext cx="2462074" cy="534956"/>
          </a:xfrm>
        </p:spPr>
        <p:txBody>
          <a:bodyPr/>
          <a:lstStyle/>
          <a:p>
            <a:r>
              <a:rPr lang="en-US" dirty="0"/>
              <a:t>Choose language</a:t>
            </a: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A03AAEF-EC64-6B9E-1141-82B663F5F879}"/>
              </a:ext>
            </a:extLst>
          </p:cNvPr>
          <p:cNvSpPr txBox="1">
            <a:spLocks/>
          </p:cNvSpPr>
          <p:nvPr/>
        </p:nvSpPr>
        <p:spPr>
          <a:xfrm>
            <a:off x="355107" y="2125061"/>
            <a:ext cx="2556769" cy="426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English (selected now)</a:t>
            </a: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360E58D7-A23B-4DF3-125E-38CC1E052647}"/>
              </a:ext>
            </a:extLst>
          </p:cNvPr>
          <p:cNvSpPr txBox="1">
            <a:spLocks/>
          </p:cNvSpPr>
          <p:nvPr/>
        </p:nvSpPr>
        <p:spPr>
          <a:xfrm>
            <a:off x="355107" y="2775781"/>
            <a:ext cx="2556769" cy="426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hlinkClick r:id="rId2" action="ppaction://hlinksldjump"/>
              </a:rPr>
              <a:t>Русский</a:t>
            </a:r>
            <a:endParaRPr lang="ru-RU" dirty="0"/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C826F1B0-C98C-2F7A-0C3D-8AFF42EB3C78}"/>
              </a:ext>
            </a:extLst>
          </p:cNvPr>
          <p:cNvSpPr/>
          <p:nvPr/>
        </p:nvSpPr>
        <p:spPr>
          <a:xfrm>
            <a:off x="6096000" y="6019060"/>
            <a:ext cx="4619348" cy="63031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E848FF-2129-B363-FFBF-D9DF5EFFC0B9}"/>
              </a:ext>
            </a:extLst>
          </p:cNvPr>
          <p:cNvSpPr/>
          <p:nvPr/>
        </p:nvSpPr>
        <p:spPr>
          <a:xfrm>
            <a:off x="6096000" y="6223246"/>
            <a:ext cx="4483224" cy="22194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BOS is not fully supported in this language yet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6A494-30D4-D703-AC69-16F35D2D01A8}"/>
              </a:ext>
            </a:extLst>
          </p:cNvPr>
          <p:cNvSpPr txBox="1"/>
          <p:nvPr/>
        </p:nvSpPr>
        <p:spPr>
          <a:xfrm>
            <a:off x="2288820" y="6149550"/>
            <a:ext cx="6116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Установить!</a:t>
            </a:r>
          </a:p>
        </p:txBody>
      </p:sp>
    </p:spTree>
    <p:extLst>
      <p:ext uri="{BB962C8B-B14F-4D97-AF65-F5344CB8AC3E}">
        <p14:creationId xmlns:p14="http://schemas.microsoft.com/office/powerpoint/2010/main" val="1180874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DE66C-4FB9-5A43-F822-739F8038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616" y="248575"/>
            <a:ext cx="4779146" cy="962072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Установить</a:t>
            </a:r>
            <a:r>
              <a:rPr lang="en-US" dirty="0"/>
              <a:t> BOS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7CA3B7-00F9-0A02-341C-6A7E36D31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107" y="1400376"/>
            <a:ext cx="2462074" cy="534956"/>
          </a:xfrm>
        </p:spPr>
        <p:txBody>
          <a:bodyPr/>
          <a:lstStyle/>
          <a:p>
            <a:r>
              <a:rPr lang="en-US" dirty="0"/>
              <a:t>Choose language</a:t>
            </a: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A03AAEF-EC64-6B9E-1141-82B663F5F879}"/>
              </a:ext>
            </a:extLst>
          </p:cNvPr>
          <p:cNvSpPr txBox="1">
            <a:spLocks/>
          </p:cNvSpPr>
          <p:nvPr/>
        </p:nvSpPr>
        <p:spPr>
          <a:xfrm>
            <a:off x="355107" y="2125061"/>
            <a:ext cx="2556769" cy="426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 action="ppaction://hlinksldjump"/>
              </a:rPr>
              <a:t>English</a:t>
            </a: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360E58D7-A23B-4DF3-125E-38CC1E052647}"/>
              </a:ext>
            </a:extLst>
          </p:cNvPr>
          <p:cNvSpPr txBox="1">
            <a:spLocks/>
          </p:cNvSpPr>
          <p:nvPr/>
        </p:nvSpPr>
        <p:spPr>
          <a:xfrm>
            <a:off x="355107" y="2775781"/>
            <a:ext cx="2556769" cy="426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Русский (выбрано)</a:t>
            </a: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6EF6885F-B6C6-A1D7-DEE6-4C8E1973D89D}"/>
              </a:ext>
            </a:extLst>
          </p:cNvPr>
          <p:cNvSpPr/>
          <p:nvPr/>
        </p:nvSpPr>
        <p:spPr>
          <a:xfrm>
            <a:off x="9188388" y="6019060"/>
            <a:ext cx="1526960" cy="630315"/>
          </a:xfrm>
          <a:prstGeom prst="rightArrow">
            <a:avLst/>
          </a:prstGeom>
          <a:gradFill>
            <a:gsLst>
              <a:gs pos="0">
                <a:srgbClr val="0070C0"/>
              </a:gs>
              <a:gs pos="100000">
                <a:srgbClr val="3BC1E5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hlinkClick r:id="rId3" action="ppaction://hlinksldjump"/>
            <a:hlinkHover r:id="rId3" action="ppaction://hlinksldjump"/>
            <a:extLst>
              <a:ext uri="{FF2B5EF4-FFF2-40B4-BE49-F238E27FC236}">
                <a16:creationId xmlns:a16="http://schemas.microsoft.com/office/drawing/2014/main" id="{2D122114-6890-9F8C-2691-D1FB146A05A0}"/>
              </a:ext>
            </a:extLst>
          </p:cNvPr>
          <p:cNvSpPr txBox="1"/>
          <p:nvPr/>
        </p:nvSpPr>
        <p:spPr>
          <a:xfrm>
            <a:off x="6768312" y="6149551"/>
            <a:ext cx="6116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Установить!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977BDB0-1DFB-98B1-C327-F5A07EB466C6}"/>
              </a:ext>
            </a:extLst>
          </p:cNvPr>
          <p:cNvSpPr/>
          <p:nvPr/>
        </p:nvSpPr>
        <p:spPr>
          <a:xfrm>
            <a:off x="4776958" y="6223246"/>
            <a:ext cx="4483224" cy="22194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BOS is not fully supported in this language yet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302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000ABBBC-2E99-5C62-3799-137C9CB516ED}"/>
              </a:ext>
            </a:extLst>
          </p:cNvPr>
          <p:cNvSpPr/>
          <p:nvPr/>
        </p:nvSpPr>
        <p:spPr>
          <a:xfrm>
            <a:off x="9188387" y="6019060"/>
            <a:ext cx="1794037" cy="630315"/>
          </a:xfrm>
          <a:prstGeom prst="rightArrow">
            <a:avLst/>
          </a:prstGeom>
          <a:gradFill>
            <a:gsLst>
              <a:gs pos="0">
                <a:srgbClr val="0070C0"/>
              </a:gs>
              <a:gs pos="100000">
                <a:srgbClr val="3BC1E5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hlinkHover r:id="rId2" action="ppaction://hlinksldjump"/>
            <a:extLst>
              <a:ext uri="{FF2B5EF4-FFF2-40B4-BE49-F238E27FC236}">
                <a16:creationId xmlns:a16="http://schemas.microsoft.com/office/drawing/2014/main" id="{18275F33-AB1B-1006-0BF9-48A52E2F3731}"/>
              </a:ext>
            </a:extLst>
          </p:cNvPr>
          <p:cNvSpPr/>
          <p:nvPr/>
        </p:nvSpPr>
        <p:spPr>
          <a:xfrm>
            <a:off x="8104472" y="5216892"/>
            <a:ext cx="4004109" cy="164110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DE66C-4FB9-5A43-F822-739F8038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616" y="248575"/>
            <a:ext cx="4779146" cy="962072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Установить</a:t>
            </a:r>
            <a:r>
              <a:rPr lang="en-US" dirty="0"/>
              <a:t> BOS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7CA3B7-00F9-0A02-341C-6A7E36D31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107" y="1400376"/>
            <a:ext cx="2462074" cy="534956"/>
          </a:xfrm>
        </p:spPr>
        <p:txBody>
          <a:bodyPr/>
          <a:lstStyle/>
          <a:p>
            <a:r>
              <a:rPr lang="en-US" dirty="0"/>
              <a:t>Choose language</a:t>
            </a: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A03AAEF-EC64-6B9E-1141-82B663F5F879}"/>
              </a:ext>
            </a:extLst>
          </p:cNvPr>
          <p:cNvSpPr txBox="1">
            <a:spLocks/>
          </p:cNvSpPr>
          <p:nvPr/>
        </p:nvSpPr>
        <p:spPr>
          <a:xfrm>
            <a:off x="355107" y="2125061"/>
            <a:ext cx="2556769" cy="426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3" action="ppaction://hlinksldjump"/>
              </a:rPr>
              <a:t>English</a:t>
            </a: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360E58D7-A23B-4DF3-125E-38CC1E052647}"/>
              </a:ext>
            </a:extLst>
          </p:cNvPr>
          <p:cNvSpPr txBox="1">
            <a:spLocks/>
          </p:cNvSpPr>
          <p:nvPr/>
        </p:nvSpPr>
        <p:spPr>
          <a:xfrm>
            <a:off x="355107" y="2775781"/>
            <a:ext cx="2556769" cy="426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Русский (выбрано)</a:t>
            </a:r>
          </a:p>
        </p:txBody>
      </p:sp>
      <p:sp>
        <p:nvSpPr>
          <p:cNvPr id="10" name="TextBox 9">
            <a:hlinkClick r:id="rId4" action="ppaction://hlinksldjump"/>
            <a:extLst>
              <a:ext uri="{FF2B5EF4-FFF2-40B4-BE49-F238E27FC236}">
                <a16:creationId xmlns:a16="http://schemas.microsoft.com/office/drawing/2014/main" id="{2D122114-6890-9F8C-2691-D1FB146A05A0}"/>
              </a:ext>
            </a:extLst>
          </p:cNvPr>
          <p:cNvSpPr txBox="1"/>
          <p:nvPr/>
        </p:nvSpPr>
        <p:spPr>
          <a:xfrm>
            <a:off x="8768615" y="6149551"/>
            <a:ext cx="2116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Установить!</a:t>
            </a:r>
          </a:p>
        </p:txBody>
      </p:sp>
    </p:spTree>
    <p:extLst>
      <p:ext uri="{BB962C8B-B14F-4D97-AF65-F5344CB8AC3E}">
        <p14:creationId xmlns:p14="http://schemas.microsoft.com/office/powerpoint/2010/main" val="3642580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79580-0A71-F8BF-FC62-35D9D16E7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54" y="115503"/>
            <a:ext cx="7680960" cy="1017020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BOS 1.0 Beta</a:t>
            </a:r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0C74241-BD85-1603-1D74-04CB8AB6E9C8}"/>
              </a:ext>
            </a:extLst>
          </p:cNvPr>
          <p:cNvSpPr/>
          <p:nvPr/>
        </p:nvSpPr>
        <p:spPr>
          <a:xfrm>
            <a:off x="1663082" y="2440085"/>
            <a:ext cx="8865836" cy="72036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2A5EC87-7E52-2EFF-AF18-0E895E23E897}"/>
              </a:ext>
            </a:extLst>
          </p:cNvPr>
          <p:cNvSpPr/>
          <p:nvPr/>
        </p:nvSpPr>
        <p:spPr>
          <a:xfrm>
            <a:off x="1663083" y="2440084"/>
            <a:ext cx="165718" cy="7203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Установка</a:t>
            </a:r>
          </a:p>
        </p:txBody>
      </p:sp>
    </p:spTree>
    <p:extLst>
      <p:ext uri="{BB962C8B-B14F-4D97-AF65-F5344CB8AC3E}">
        <p14:creationId xmlns:p14="http://schemas.microsoft.com/office/powerpoint/2010/main" val="4132571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79580-0A71-F8BF-FC62-35D9D16E7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54" y="115503"/>
            <a:ext cx="7680960" cy="1017020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BOS 1.0 Beta</a:t>
            </a:r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A5A18BA-4BCC-4665-E4C6-458E9C086B1F}"/>
              </a:ext>
            </a:extLst>
          </p:cNvPr>
          <p:cNvSpPr/>
          <p:nvPr/>
        </p:nvSpPr>
        <p:spPr>
          <a:xfrm>
            <a:off x="1663082" y="2440085"/>
            <a:ext cx="8865836" cy="72036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276968C-00D8-7BAD-2B04-7724E1E9BF8F}"/>
              </a:ext>
            </a:extLst>
          </p:cNvPr>
          <p:cNvSpPr/>
          <p:nvPr/>
        </p:nvSpPr>
        <p:spPr>
          <a:xfrm>
            <a:off x="1663083" y="2440084"/>
            <a:ext cx="1852474" cy="7203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Установка</a:t>
            </a:r>
          </a:p>
        </p:txBody>
      </p:sp>
    </p:spTree>
    <p:extLst>
      <p:ext uri="{BB962C8B-B14F-4D97-AF65-F5344CB8AC3E}">
        <p14:creationId xmlns:p14="http://schemas.microsoft.com/office/powerpoint/2010/main" val="3007488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79580-0A71-F8BF-FC62-35D9D16E7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54" y="115503"/>
            <a:ext cx="7680960" cy="1017020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BOS 1.0 Beta</a:t>
            </a:r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164960E-FE11-B131-323B-2CEE4BE62368}"/>
              </a:ext>
            </a:extLst>
          </p:cNvPr>
          <p:cNvSpPr/>
          <p:nvPr/>
        </p:nvSpPr>
        <p:spPr>
          <a:xfrm>
            <a:off x="1663082" y="2440085"/>
            <a:ext cx="8865836" cy="72036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C671B80-77CA-C835-4A33-50662E8E046C}"/>
              </a:ext>
            </a:extLst>
          </p:cNvPr>
          <p:cNvSpPr/>
          <p:nvPr/>
        </p:nvSpPr>
        <p:spPr>
          <a:xfrm>
            <a:off x="1663082" y="2440084"/>
            <a:ext cx="5643239" cy="7203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/>
              <a:t>Установка</a:t>
            </a:r>
          </a:p>
        </p:txBody>
      </p:sp>
    </p:spTree>
    <p:extLst>
      <p:ext uri="{BB962C8B-B14F-4D97-AF65-F5344CB8AC3E}">
        <p14:creationId xmlns:p14="http://schemas.microsoft.com/office/powerpoint/2010/main" val="4181525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79580-0A71-F8BF-FC62-35D9D16E7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54" y="115503"/>
            <a:ext cx="7680960" cy="1017020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BOS 1.0 Beta</a:t>
            </a:r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164960E-FE11-B131-323B-2CEE4BE62368}"/>
              </a:ext>
            </a:extLst>
          </p:cNvPr>
          <p:cNvSpPr/>
          <p:nvPr/>
        </p:nvSpPr>
        <p:spPr>
          <a:xfrm>
            <a:off x="1663082" y="2440085"/>
            <a:ext cx="8865836" cy="72036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C671B80-77CA-C835-4A33-50662E8E046C}"/>
              </a:ext>
            </a:extLst>
          </p:cNvPr>
          <p:cNvSpPr/>
          <p:nvPr/>
        </p:nvSpPr>
        <p:spPr>
          <a:xfrm>
            <a:off x="1663082" y="2440084"/>
            <a:ext cx="8865836" cy="7203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/>
              <a:t>Установка</a:t>
            </a:r>
          </a:p>
        </p:txBody>
      </p:sp>
    </p:spTree>
    <p:extLst>
      <p:ext uri="{BB962C8B-B14F-4D97-AF65-F5344CB8AC3E}">
        <p14:creationId xmlns:p14="http://schemas.microsoft.com/office/powerpoint/2010/main" val="111070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79580-0A71-F8BF-FC62-35D9D16E7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54" y="115503"/>
            <a:ext cx="7680960" cy="1017020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BOS 1.0 Beta</a:t>
            </a:r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48DF5CE-F632-9E06-8068-9C82072B9050}"/>
              </a:ext>
            </a:extLst>
          </p:cNvPr>
          <p:cNvSpPr txBox="1">
            <a:spLocks/>
          </p:cNvSpPr>
          <p:nvPr/>
        </p:nvSpPr>
        <p:spPr>
          <a:xfrm>
            <a:off x="3015690" y="-1148665"/>
            <a:ext cx="7680960" cy="10170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Теперь вы можете пользоваться системой</a:t>
            </a:r>
          </a:p>
        </p:txBody>
      </p:sp>
      <p:sp>
        <p:nvSpPr>
          <p:cNvPr id="5" name="Прямоугольник: скругленные углы 4">
            <a:hlinkClick r:id="rId3" action="ppaction://hlinksldjump"/>
            <a:extLst>
              <a:ext uri="{FF2B5EF4-FFF2-40B4-BE49-F238E27FC236}">
                <a16:creationId xmlns:a16="http://schemas.microsoft.com/office/drawing/2014/main" id="{2971BC63-159D-2BF0-4B2F-81745B68619C}"/>
              </a:ext>
            </a:extLst>
          </p:cNvPr>
          <p:cNvSpPr/>
          <p:nvPr/>
        </p:nvSpPr>
        <p:spPr>
          <a:xfrm>
            <a:off x="5604769" y="4889067"/>
            <a:ext cx="982462" cy="600075"/>
          </a:xfrm>
          <a:prstGeom prst="roundRect">
            <a:avLst>
              <a:gd name="adj" fmla="val 35715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Готово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C3D2585-0441-E5F2-2E36-95B3417F0FAF}"/>
              </a:ext>
            </a:extLst>
          </p:cNvPr>
          <p:cNvSpPr/>
          <p:nvPr/>
        </p:nvSpPr>
        <p:spPr>
          <a:xfrm>
            <a:off x="5177289" y="3566580"/>
            <a:ext cx="2033136" cy="600075"/>
          </a:xfrm>
          <a:prstGeom prst="roundRect">
            <a:avLst>
              <a:gd name="adj" fmla="val 35715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Придумайте имя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17127CA-6B7D-89F7-AE5C-598BE2A9E5F6}"/>
              </a:ext>
            </a:extLst>
          </p:cNvPr>
          <p:cNvSpPr/>
          <p:nvPr/>
        </p:nvSpPr>
        <p:spPr>
          <a:xfrm>
            <a:off x="1663082" y="2440084"/>
            <a:ext cx="8865836" cy="7203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/>
              <a:t>Готово!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238560" imgH="295200"/>
        </mc:Choice>
        <mc:Fallback>
          <p:control name="TextBox1" r:id="rId1" imgW="3238560" imgH="295200">
            <p:pic>
              <p:nvPicPr>
                <p:cNvPr id="9" name="TextBox1">
                  <a:extLst>
                    <a:ext uri="{FF2B5EF4-FFF2-40B4-BE49-F238E27FC236}">
                      <a16:creationId xmlns:a16="http://schemas.microsoft.com/office/drawing/2014/main" id="{DB80F399-CBFC-DF70-F095-0CF1ED70877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71999" y="4377842"/>
                  <a:ext cx="3243716" cy="300038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760963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79580-0A71-F8BF-FC62-35D9D16E7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9629" y="0"/>
            <a:ext cx="7680960" cy="1017020"/>
          </a:xfrm>
        </p:spPr>
        <p:txBody>
          <a:bodyPr/>
          <a:lstStyle/>
          <a:p>
            <a:r>
              <a:rPr lang="ru-RU" dirty="0"/>
              <a:t>Установка завершена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41C83D-9538-CE01-3D51-DD491864119E}"/>
              </a:ext>
            </a:extLst>
          </p:cNvPr>
          <p:cNvSpPr/>
          <p:nvPr/>
        </p:nvSpPr>
        <p:spPr>
          <a:xfrm>
            <a:off x="1886551" y="7031254"/>
            <a:ext cx="8807116" cy="10170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B64D75B-E467-36C3-8F89-E3C40BF1147D}"/>
              </a:ext>
            </a:extLst>
          </p:cNvPr>
          <p:cNvSpPr txBox="1">
            <a:spLocks/>
          </p:cNvSpPr>
          <p:nvPr/>
        </p:nvSpPr>
        <p:spPr>
          <a:xfrm>
            <a:off x="2449629" y="1026801"/>
            <a:ext cx="7680960" cy="10170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Теперь вы можете пользоваться системой</a:t>
            </a:r>
          </a:p>
        </p:txBody>
      </p:sp>
      <p:sp>
        <p:nvSpPr>
          <p:cNvPr id="4" name="Прямоугольник: скругленные углы 3">
            <a:hlinkClick r:id="rId2" action="ppaction://hlinksldjump"/>
            <a:extLst>
              <a:ext uri="{FF2B5EF4-FFF2-40B4-BE49-F238E27FC236}">
                <a16:creationId xmlns:a16="http://schemas.microsoft.com/office/drawing/2014/main" id="{7DF59FE9-9F04-B05D-0322-13A071D21E70}"/>
              </a:ext>
            </a:extLst>
          </p:cNvPr>
          <p:cNvSpPr/>
          <p:nvPr/>
        </p:nvSpPr>
        <p:spPr>
          <a:xfrm>
            <a:off x="328474" y="5530787"/>
            <a:ext cx="2645545" cy="9499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0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Завершение работы</a:t>
            </a:r>
          </a:p>
        </p:txBody>
      </p:sp>
      <p:sp>
        <p:nvSpPr>
          <p:cNvPr id="9" name="Прямоугольник: скругленные углы 8">
            <a:hlinkClick r:id="rId3" action="ppaction://hlinksldjump"/>
            <a:extLst>
              <a:ext uri="{FF2B5EF4-FFF2-40B4-BE49-F238E27FC236}">
                <a16:creationId xmlns:a16="http://schemas.microsoft.com/office/drawing/2014/main" id="{B3F70927-3EA9-72C7-7E11-B0D056798091}"/>
              </a:ext>
            </a:extLst>
          </p:cNvPr>
          <p:cNvSpPr/>
          <p:nvPr/>
        </p:nvSpPr>
        <p:spPr>
          <a:xfrm>
            <a:off x="9370894" y="5578156"/>
            <a:ext cx="2645545" cy="9025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Дальше</a:t>
            </a:r>
          </a:p>
        </p:txBody>
      </p:sp>
    </p:spTree>
    <p:extLst>
      <p:ext uri="{BB962C8B-B14F-4D97-AF65-F5344CB8AC3E}">
        <p14:creationId xmlns:p14="http://schemas.microsoft.com/office/powerpoint/2010/main" val="769226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79580-0A71-F8BF-FC62-35D9D16E7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9629" y="0"/>
            <a:ext cx="7680960" cy="1017020"/>
          </a:xfrm>
        </p:spPr>
        <p:txBody>
          <a:bodyPr/>
          <a:lstStyle/>
          <a:p>
            <a:r>
              <a:rPr lang="ru-RU" dirty="0"/>
              <a:t>Вы уверены?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41C83D-9538-CE01-3D51-DD491864119E}"/>
              </a:ext>
            </a:extLst>
          </p:cNvPr>
          <p:cNvSpPr/>
          <p:nvPr/>
        </p:nvSpPr>
        <p:spPr>
          <a:xfrm>
            <a:off x="4536489" y="2192554"/>
            <a:ext cx="3507240" cy="10170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4CEAFC-19A3-9FC3-FE94-8ACA3A49B046}"/>
              </a:ext>
            </a:extLst>
          </p:cNvPr>
          <p:cNvSpPr/>
          <p:nvPr/>
        </p:nvSpPr>
        <p:spPr>
          <a:xfrm>
            <a:off x="4536489" y="2192554"/>
            <a:ext cx="3507240" cy="10170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Система будет выключена</a:t>
            </a:r>
          </a:p>
        </p:txBody>
      </p:sp>
      <p:sp>
        <p:nvSpPr>
          <p:cNvPr id="9" name="Прямоугольник: скругленные углы 8">
            <a:hlinkClick r:id="rId2" action="ppaction://hlinksldjump"/>
            <a:extLst>
              <a:ext uri="{FF2B5EF4-FFF2-40B4-BE49-F238E27FC236}">
                <a16:creationId xmlns:a16="http://schemas.microsoft.com/office/drawing/2014/main" id="{9A2F9331-6498-211D-2670-B1675E4A2D65}"/>
              </a:ext>
            </a:extLst>
          </p:cNvPr>
          <p:cNvSpPr/>
          <p:nvPr/>
        </p:nvSpPr>
        <p:spPr>
          <a:xfrm>
            <a:off x="4518966" y="3984590"/>
            <a:ext cx="1250070" cy="69675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0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Да</a:t>
            </a:r>
          </a:p>
        </p:txBody>
      </p:sp>
      <p:sp>
        <p:nvSpPr>
          <p:cNvPr id="10" name="Прямоугольник: скругленные углы 9">
            <a:hlinkClick r:id="rId3" action="ppaction://hlinksldjump"/>
            <a:extLst>
              <a:ext uri="{FF2B5EF4-FFF2-40B4-BE49-F238E27FC236}">
                <a16:creationId xmlns:a16="http://schemas.microsoft.com/office/drawing/2014/main" id="{E4DCD475-B3DA-9D27-2B46-2872C3AEC44D}"/>
              </a:ext>
            </a:extLst>
          </p:cNvPr>
          <p:cNvSpPr/>
          <p:nvPr/>
        </p:nvSpPr>
        <p:spPr>
          <a:xfrm>
            <a:off x="7048000" y="3988602"/>
            <a:ext cx="1250070" cy="69675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  <a:tileRect/>
          </a:gradFill>
          <a:ln w="15875">
            <a:gradFill flip="none"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0" scaled="0"/>
              <a:tileRect/>
            </a:gradFill>
          </a:ln>
          <a:effectLst>
            <a:outerShdw blurRad="2286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3962353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106A56-D0F6-A34D-91D3-51127DF5F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6544" y="2340337"/>
            <a:ext cx="2618912" cy="2177325"/>
          </a:xfrm>
        </p:spPr>
        <p:txBody>
          <a:bodyPr>
            <a:normAutofit/>
          </a:bodyPr>
          <a:lstStyle/>
          <a:p>
            <a:r>
              <a:rPr lang="ru-RU" sz="9600" dirty="0"/>
              <a:t>…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7F0787-2D90-B96B-7A63-271E8ECA6A81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C28A1-08C8-A746-D27F-DDBA032C7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187" y="150920"/>
            <a:ext cx="6226206" cy="864417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Завершение работы</a:t>
            </a:r>
          </a:p>
        </p:txBody>
      </p:sp>
    </p:spTree>
    <p:extLst>
      <p:ext uri="{BB962C8B-B14F-4D97-AF65-F5344CB8AC3E}">
        <p14:creationId xmlns:p14="http://schemas.microsoft.com/office/powerpoint/2010/main" val="1198665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62F1BE-C783-74C8-0F91-8C02D3C0F5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495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/>
    </mc:Choice>
    <mc:Fallback xmlns="">
      <p:transition spd="slow" advClick="0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3FF68-5498-2469-6B14-B4C1DE791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307" y="204185"/>
            <a:ext cx="7460205" cy="935439"/>
          </a:xfrm>
        </p:spPr>
        <p:txBody>
          <a:bodyPr>
            <a:normAutofit/>
          </a:bodyPr>
          <a:lstStyle/>
          <a:p>
            <a:r>
              <a:rPr lang="ru-RU" dirty="0"/>
              <a:t>ДОБРО ПОЖАЛОВАТЬ</a:t>
            </a:r>
            <a:r>
              <a:rPr lang="en-US" dirty="0"/>
              <a:t>,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F07B9-B478-3C63-78E3-61EB68AE8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308" y="1139624"/>
            <a:ext cx="4341182" cy="4084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Выберите систему для загрузки</a:t>
            </a:r>
          </a:p>
        </p:txBody>
      </p:sp>
      <p:sp>
        <p:nvSpPr>
          <p:cNvPr id="4" name="Прямоугольник: один усеченный угол 3">
            <a:hlinkClick r:id="rId2" action="ppaction://hlinksldjump"/>
            <a:extLst>
              <a:ext uri="{FF2B5EF4-FFF2-40B4-BE49-F238E27FC236}">
                <a16:creationId xmlns:a16="http://schemas.microsoft.com/office/drawing/2014/main" id="{B13B3B02-3BF5-8BF1-0AEF-DFC1FDC03BB4}"/>
              </a:ext>
            </a:extLst>
          </p:cNvPr>
          <p:cNvSpPr/>
          <p:nvPr/>
        </p:nvSpPr>
        <p:spPr>
          <a:xfrm>
            <a:off x="195307" y="1847650"/>
            <a:ext cx="4207183" cy="4086224"/>
          </a:xfrm>
          <a:prstGeom prst="snip1Rect">
            <a:avLst/>
          </a:prstGeom>
          <a:gradFill>
            <a:gsLst>
              <a:gs pos="0">
                <a:srgbClr val="69FDD3"/>
              </a:gs>
              <a:gs pos="100000">
                <a:srgbClr val="1BF5DB">
                  <a:lumMod val="100000"/>
                </a:srgbClr>
              </a:gs>
            </a:gsLst>
            <a:lin ang="0" scaled="1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800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2C8CEC8-B82E-E79D-E921-0595C92034AF}"/>
              </a:ext>
            </a:extLst>
          </p:cNvPr>
          <p:cNvSpPr txBox="1">
            <a:spLocks/>
          </p:cNvSpPr>
          <p:nvPr/>
        </p:nvSpPr>
        <p:spPr>
          <a:xfrm>
            <a:off x="-6577613" y="150920"/>
            <a:ext cx="2121763" cy="8644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Запуск</a:t>
            </a:r>
          </a:p>
        </p:txBody>
      </p:sp>
      <p:sp>
        <p:nvSpPr>
          <p:cNvPr id="6" name="Заголовок 1">
            <a:hlinkClick r:id="rId2" action="ppaction://hlinksldjump"/>
            <a:extLst>
              <a:ext uri="{FF2B5EF4-FFF2-40B4-BE49-F238E27FC236}">
                <a16:creationId xmlns:a16="http://schemas.microsoft.com/office/drawing/2014/main" id="{B072D0D8-BEC0-1558-D370-52F4E6B5E74C}"/>
              </a:ext>
            </a:extLst>
          </p:cNvPr>
          <p:cNvSpPr txBox="1">
            <a:spLocks/>
          </p:cNvSpPr>
          <p:nvPr/>
        </p:nvSpPr>
        <p:spPr>
          <a:xfrm>
            <a:off x="481564" y="3547861"/>
            <a:ext cx="3634668" cy="685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/>
              <a:t>BOS 1.0 BETA</a:t>
            </a:r>
            <a:endParaRPr lang="ru-RU" sz="8800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6815E5C-6FB9-B5D9-D6E7-B6E1EC02393C}"/>
              </a:ext>
            </a:extLst>
          </p:cNvPr>
          <p:cNvSpPr txBox="1">
            <a:spLocks/>
          </p:cNvSpPr>
          <p:nvPr/>
        </p:nvSpPr>
        <p:spPr>
          <a:xfrm>
            <a:off x="7334450" y="204185"/>
            <a:ext cx="4442829" cy="9354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Username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4507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3FF68-5498-2469-6B14-B4C1DE791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8708" y="204185"/>
            <a:ext cx="7202750" cy="935439"/>
          </a:xfrm>
        </p:spPr>
        <p:txBody>
          <a:bodyPr/>
          <a:lstStyle/>
          <a:p>
            <a:r>
              <a:rPr lang="ru-RU" dirty="0"/>
              <a:t>ДОБРО ПОЖАЛОВАТЬ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4F07B9-B478-3C63-78E3-61EB68AE8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5409" y="4559099"/>
            <a:ext cx="4341182" cy="4084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…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2C8CEC8-B82E-E79D-E921-0595C92034AF}"/>
              </a:ext>
            </a:extLst>
          </p:cNvPr>
          <p:cNvSpPr txBox="1">
            <a:spLocks/>
          </p:cNvSpPr>
          <p:nvPr/>
        </p:nvSpPr>
        <p:spPr>
          <a:xfrm>
            <a:off x="175612" y="150920"/>
            <a:ext cx="2121763" cy="8644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Запуск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072D0D8-BEC0-1558-D370-52F4E6B5E74C}"/>
              </a:ext>
            </a:extLst>
          </p:cNvPr>
          <p:cNvSpPr txBox="1">
            <a:spLocks/>
          </p:cNvSpPr>
          <p:nvPr/>
        </p:nvSpPr>
        <p:spPr>
          <a:xfrm>
            <a:off x="4278666" y="5124449"/>
            <a:ext cx="3634668" cy="685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/>
              <a:t>BOS 1.0 BETA</a:t>
            </a:r>
            <a:endParaRPr lang="ru-RU" sz="88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6F40C8-4826-DD69-8CA2-FE2AFC4EA946}"/>
              </a:ext>
            </a:extLst>
          </p:cNvPr>
          <p:cNvSpPr/>
          <p:nvPr/>
        </p:nvSpPr>
        <p:spPr>
          <a:xfrm>
            <a:off x="0" y="5667469"/>
            <a:ext cx="12192000" cy="1190531"/>
          </a:xfrm>
          <a:prstGeom prst="rect">
            <a:avLst/>
          </a:prstGeom>
          <a:gradFill>
            <a:gsLst>
              <a:gs pos="0">
                <a:srgbClr val="E852C8"/>
              </a:gs>
              <a:gs pos="100000">
                <a:srgbClr val="00B0F0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8B97F549-01FB-DFEA-F4A2-7B9477138BE7}"/>
              </a:ext>
            </a:extLst>
          </p:cNvPr>
          <p:cNvGrpSpPr/>
          <p:nvPr/>
        </p:nvGrpSpPr>
        <p:grpSpPr>
          <a:xfrm>
            <a:off x="10496805" y="5732026"/>
            <a:ext cx="1290738" cy="914400"/>
            <a:chOff x="7425945" y="5450086"/>
            <a:chExt cx="1290738" cy="9144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314B62-1905-C758-FB0F-CF1B58E42155}"/>
                </a:ext>
              </a:extLst>
            </p:cNvPr>
            <p:cNvSpPr txBox="1"/>
            <p:nvPr/>
          </p:nvSpPr>
          <p:spPr>
            <a:xfrm>
              <a:off x="7425945" y="5722620"/>
              <a:ext cx="1290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Borling CPU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13" name="Арка 12">
              <a:extLst>
                <a:ext uri="{FF2B5EF4-FFF2-40B4-BE49-F238E27FC236}">
                  <a16:creationId xmlns:a16="http://schemas.microsoft.com/office/drawing/2014/main" id="{D28904C4-3393-BCB0-FBF3-14E2D1F1D95F}"/>
                </a:ext>
              </a:extLst>
            </p:cNvPr>
            <p:cNvSpPr/>
            <p:nvPr/>
          </p:nvSpPr>
          <p:spPr>
            <a:xfrm>
              <a:off x="7467258" y="5450086"/>
              <a:ext cx="1208112" cy="914400"/>
            </a:xfrm>
            <a:prstGeom prst="blockArc">
              <a:avLst>
                <a:gd name="adj1" fmla="val 21150445"/>
                <a:gd name="adj2" fmla="val 18208284"/>
                <a:gd name="adj3" fmla="val 351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5279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2000">
        <p159:morph option="byObject"/>
      </p:transition>
    </mc:Choice>
    <mc:Fallback xmlns="">
      <p:transition spd="med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62F1BE-C783-74C8-0F91-8C02D3C0F5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B8179-1FD8-745E-BCB7-D195236B58E8}"/>
              </a:ext>
            </a:extLst>
          </p:cNvPr>
          <p:cNvSpPr txBox="1">
            <a:spLocks/>
          </p:cNvSpPr>
          <p:nvPr/>
        </p:nvSpPr>
        <p:spPr>
          <a:xfrm>
            <a:off x="175612" y="150920"/>
            <a:ext cx="2121763" cy="8644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9A5B48E-8956-6F12-72EC-A3323CFE7C40}"/>
              </a:ext>
            </a:extLst>
          </p:cNvPr>
          <p:cNvSpPr txBox="1">
            <a:spLocks/>
          </p:cNvSpPr>
          <p:nvPr/>
        </p:nvSpPr>
        <p:spPr>
          <a:xfrm>
            <a:off x="0" y="5941"/>
            <a:ext cx="7196737" cy="577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&gt; System.require(disc1.bos_ver1_build-beta)</a:t>
            </a:r>
            <a:endParaRPr lang="ru-RU" sz="3200" dirty="0">
              <a:solidFill>
                <a:schemeClr val="bg1"/>
              </a:solidFill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37855ED-B0D7-F411-58E9-2DCDEBC446DA}"/>
              </a:ext>
            </a:extLst>
          </p:cNvPr>
          <p:cNvGrpSpPr/>
          <p:nvPr/>
        </p:nvGrpSpPr>
        <p:grpSpPr>
          <a:xfrm>
            <a:off x="10496805" y="5732026"/>
            <a:ext cx="1290738" cy="914400"/>
            <a:chOff x="7425945" y="5450086"/>
            <a:chExt cx="1290738" cy="9144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2302BE-372A-B0F4-56B4-74E3EE8E395C}"/>
                </a:ext>
              </a:extLst>
            </p:cNvPr>
            <p:cNvSpPr txBox="1"/>
            <p:nvPr/>
          </p:nvSpPr>
          <p:spPr>
            <a:xfrm>
              <a:off x="7425945" y="5722620"/>
              <a:ext cx="1290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Borling CPU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7" name="Арка 6">
              <a:extLst>
                <a:ext uri="{FF2B5EF4-FFF2-40B4-BE49-F238E27FC236}">
                  <a16:creationId xmlns:a16="http://schemas.microsoft.com/office/drawing/2014/main" id="{EF258DE7-5330-1D6C-73D7-52245788476F}"/>
                </a:ext>
              </a:extLst>
            </p:cNvPr>
            <p:cNvSpPr/>
            <p:nvPr/>
          </p:nvSpPr>
          <p:spPr>
            <a:xfrm>
              <a:off x="7467258" y="5450086"/>
              <a:ext cx="1208112" cy="914400"/>
            </a:xfrm>
            <a:prstGeom prst="blockArc">
              <a:avLst>
                <a:gd name="adj1" fmla="val 21150445"/>
                <a:gd name="adj2" fmla="val 18208284"/>
                <a:gd name="adj3" fmla="val 351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6096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62F1BE-C783-74C8-0F91-8C02D3C0F5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B8179-1FD8-745E-BCB7-D195236B58E8}"/>
              </a:ext>
            </a:extLst>
          </p:cNvPr>
          <p:cNvSpPr txBox="1">
            <a:spLocks/>
          </p:cNvSpPr>
          <p:nvPr/>
        </p:nvSpPr>
        <p:spPr>
          <a:xfrm>
            <a:off x="175612" y="150920"/>
            <a:ext cx="2121763" cy="8644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9A5B48E-8956-6F12-72EC-A3323CFE7C40}"/>
              </a:ext>
            </a:extLst>
          </p:cNvPr>
          <p:cNvSpPr txBox="1">
            <a:spLocks/>
          </p:cNvSpPr>
          <p:nvPr/>
        </p:nvSpPr>
        <p:spPr>
          <a:xfrm>
            <a:off x="0" y="5941"/>
            <a:ext cx="7196737" cy="577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&gt; System.require(disc1.bos_ver1_build-beta)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641B2A9-96C4-13A0-A962-58EC977DA7EC}"/>
              </a:ext>
            </a:extLst>
          </p:cNvPr>
          <p:cNvSpPr txBox="1">
            <a:spLocks/>
          </p:cNvSpPr>
          <p:nvPr/>
        </p:nvSpPr>
        <p:spPr>
          <a:xfrm>
            <a:off x="175612" y="583128"/>
            <a:ext cx="3015263" cy="577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&gt; Starting system…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F06D22A-8C25-C547-3C46-B5EA8532C8AA}"/>
              </a:ext>
            </a:extLst>
          </p:cNvPr>
          <p:cNvSpPr/>
          <p:nvPr/>
        </p:nvSpPr>
        <p:spPr>
          <a:xfrm>
            <a:off x="-6248424" y="-1161255"/>
            <a:ext cx="5969814" cy="432355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52C8"/>
              </a:gs>
              <a:gs pos="100000">
                <a:srgbClr val="00B0F0"/>
              </a:gs>
            </a:gsLst>
            <a:lin ang="0" scaled="1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9600" dirty="0"/>
              <a:t>10:09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F053A-0B57-34EC-9F6A-E5B2C0EE2812}"/>
              </a:ext>
            </a:extLst>
          </p:cNvPr>
          <p:cNvSpPr txBox="1"/>
          <p:nvPr/>
        </p:nvSpPr>
        <p:spPr>
          <a:xfrm>
            <a:off x="10496805" y="6004560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Borling CPU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Арка 7">
            <a:extLst>
              <a:ext uri="{FF2B5EF4-FFF2-40B4-BE49-F238E27FC236}">
                <a16:creationId xmlns:a16="http://schemas.microsoft.com/office/drawing/2014/main" id="{A40AD231-2E4D-1128-10A3-87FBFB425A13}"/>
              </a:ext>
            </a:extLst>
          </p:cNvPr>
          <p:cNvSpPr/>
          <p:nvPr/>
        </p:nvSpPr>
        <p:spPr>
          <a:xfrm>
            <a:off x="10538118" y="5732026"/>
            <a:ext cx="1208112" cy="914400"/>
          </a:xfrm>
          <a:prstGeom prst="blockArc">
            <a:avLst>
              <a:gd name="adj1" fmla="val 21150445"/>
              <a:gd name="adj2" fmla="val 18208284"/>
              <a:gd name="adj3" fmla="val 351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73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62F1BE-C783-74C8-0F91-8C02D3C0F5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B8179-1FD8-745E-BCB7-D195236B58E8}"/>
              </a:ext>
            </a:extLst>
          </p:cNvPr>
          <p:cNvSpPr txBox="1">
            <a:spLocks/>
          </p:cNvSpPr>
          <p:nvPr/>
        </p:nvSpPr>
        <p:spPr>
          <a:xfrm>
            <a:off x="175612" y="150920"/>
            <a:ext cx="2121763" cy="8644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9A5B48E-8956-6F12-72EC-A3323CFE7C40}"/>
              </a:ext>
            </a:extLst>
          </p:cNvPr>
          <p:cNvSpPr txBox="1">
            <a:spLocks/>
          </p:cNvSpPr>
          <p:nvPr/>
        </p:nvSpPr>
        <p:spPr>
          <a:xfrm>
            <a:off x="0" y="5941"/>
            <a:ext cx="7196737" cy="577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&gt; System.require(disc1.bos_ver1_build-beta)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641B2A9-96C4-13A0-A962-58EC977DA7EC}"/>
              </a:ext>
            </a:extLst>
          </p:cNvPr>
          <p:cNvSpPr txBox="1">
            <a:spLocks/>
          </p:cNvSpPr>
          <p:nvPr/>
        </p:nvSpPr>
        <p:spPr>
          <a:xfrm>
            <a:off x="175612" y="583128"/>
            <a:ext cx="3015263" cy="577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&gt; Starting system…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A2CA5BD-63F9-B958-4D4B-62CB3CE50CBB}"/>
              </a:ext>
            </a:extLst>
          </p:cNvPr>
          <p:cNvSpPr txBox="1">
            <a:spLocks/>
          </p:cNvSpPr>
          <p:nvPr/>
        </p:nvSpPr>
        <p:spPr>
          <a:xfrm>
            <a:off x="175612" y="1087953"/>
            <a:ext cx="4043963" cy="577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&gt; Error! System not found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6E238-AB72-095C-7920-E435BF772379}"/>
              </a:ext>
            </a:extLst>
          </p:cNvPr>
          <p:cNvSpPr txBox="1"/>
          <p:nvPr/>
        </p:nvSpPr>
        <p:spPr>
          <a:xfrm>
            <a:off x="10496805" y="6004560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Borling CPU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Арка 7">
            <a:extLst>
              <a:ext uri="{FF2B5EF4-FFF2-40B4-BE49-F238E27FC236}">
                <a16:creationId xmlns:a16="http://schemas.microsoft.com/office/drawing/2014/main" id="{19EE800C-ECF2-0FA9-C696-1F95023CD98A}"/>
              </a:ext>
            </a:extLst>
          </p:cNvPr>
          <p:cNvSpPr/>
          <p:nvPr/>
        </p:nvSpPr>
        <p:spPr>
          <a:xfrm>
            <a:off x="10538118" y="5732026"/>
            <a:ext cx="1208112" cy="914400"/>
          </a:xfrm>
          <a:prstGeom prst="blockArc">
            <a:avLst>
              <a:gd name="adj1" fmla="val 21150445"/>
              <a:gd name="adj2" fmla="val 18208284"/>
              <a:gd name="adj3" fmla="val 351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39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5400" y="1343025"/>
            <a:ext cx="1981200" cy="1004888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Вход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4052887" y="2944814"/>
            <a:ext cx="4086225" cy="44767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6" y="2926557"/>
            <a:ext cx="3686175" cy="484187"/>
          </a:xfrm>
        </p:spPr>
        <p:txBody>
          <a:bodyPr/>
          <a:lstStyle/>
          <a:p>
            <a:pPr algn="l"/>
            <a:r>
              <a:rPr lang="ru-RU" dirty="0"/>
              <a:t>Введите пароль…</a:t>
            </a:r>
          </a:p>
        </p:txBody>
      </p:sp>
      <p:sp>
        <p:nvSpPr>
          <p:cNvPr id="6" name="Стрелка: вправо 5">
            <a:hlinkClick r:id="rId4" action="ppaction://hlinksldjump"/>
            <a:extLst>
              <a:ext uri="{FF2B5EF4-FFF2-40B4-BE49-F238E27FC236}">
                <a16:creationId xmlns:a16="http://schemas.microsoft.com/office/drawing/2014/main" id="{499EF234-B933-DA26-EA42-628197C18EBB}"/>
              </a:ext>
            </a:extLst>
          </p:cNvPr>
          <p:cNvSpPr/>
          <p:nvPr/>
        </p:nvSpPr>
        <p:spPr>
          <a:xfrm>
            <a:off x="7820024" y="3038475"/>
            <a:ext cx="238125" cy="247650"/>
          </a:xfrm>
          <a:prstGeom prst="rightArrow">
            <a:avLst>
              <a:gd name="adj1" fmla="val 65384"/>
              <a:gd name="adj2" fmla="val 16923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94F4384-78A7-B4F2-ABF7-5D0FBCF64C41}"/>
              </a:ext>
            </a:extLst>
          </p:cNvPr>
          <p:cNvSpPr/>
          <p:nvPr/>
        </p:nvSpPr>
        <p:spPr>
          <a:xfrm>
            <a:off x="4052887" y="2938462"/>
            <a:ext cx="4086225" cy="44767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4F786BE-8352-6CB2-6602-1362CFDF6657}"/>
              </a:ext>
            </a:extLst>
          </p:cNvPr>
          <p:cNvSpPr/>
          <p:nvPr/>
        </p:nvSpPr>
        <p:spPr>
          <a:xfrm>
            <a:off x="4052888" y="2966245"/>
            <a:ext cx="3686174" cy="447675"/>
          </a:xfrm>
          <a:prstGeom prst="roundRect">
            <a:avLst>
              <a:gd name="adj" fmla="val 50000"/>
            </a:avLst>
          </a:prstGeom>
          <a:solidFill>
            <a:schemeClr val="accent3">
              <a:alpha val="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F0D3E3E-5756-2956-7A20-067CF6C6AFAD}"/>
              </a:ext>
            </a:extLst>
          </p:cNvPr>
          <p:cNvSpPr/>
          <p:nvPr/>
        </p:nvSpPr>
        <p:spPr>
          <a:xfrm>
            <a:off x="-1905024" y="-1161255"/>
            <a:ext cx="5969814" cy="432355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52C8"/>
              </a:gs>
              <a:gs pos="100000">
                <a:srgbClr val="00B0F0"/>
              </a:gs>
            </a:gsLst>
            <a:lin ang="0" scaled="1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9600" dirty="0"/>
              <a:t>10:09</a:t>
            </a:r>
          </a:p>
        </p:txBody>
      </p:sp>
    </p:spTree>
    <p:extLst>
      <p:ext uri="{BB962C8B-B14F-4D97-AF65-F5344CB8AC3E}">
        <p14:creationId xmlns:p14="http://schemas.microsoft.com/office/powerpoint/2010/main" val="1941621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5400" y="1343025"/>
            <a:ext cx="1981200" cy="1004888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Вход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4052887" y="2944814"/>
            <a:ext cx="4086225" cy="44767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2944812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6" name="Стрелка: вправо 5">
            <a:hlinkClick r:id="rId4" action="ppaction://hlinksldjump"/>
            <a:extLst>
              <a:ext uri="{FF2B5EF4-FFF2-40B4-BE49-F238E27FC236}">
                <a16:creationId xmlns:a16="http://schemas.microsoft.com/office/drawing/2014/main" id="{499EF234-B933-DA26-EA42-628197C18EBB}"/>
              </a:ext>
            </a:extLst>
          </p:cNvPr>
          <p:cNvSpPr/>
          <p:nvPr/>
        </p:nvSpPr>
        <p:spPr>
          <a:xfrm>
            <a:off x="7820024" y="3038475"/>
            <a:ext cx="238125" cy="247650"/>
          </a:xfrm>
          <a:prstGeom prst="rightArrow">
            <a:avLst>
              <a:gd name="adj1" fmla="val 65384"/>
              <a:gd name="adj2" fmla="val 16923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2944813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2944813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2944813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2944812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2944812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DF45EC0-29D7-B345-5A45-C2583F80F23C}"/>
              </a:ext>
            </a:extLst>
          </p:cNvPr>
          <p:cNvSpPr/>
          <p:nvPr/>
        </p:nvSpPr>
        <p:spPr>
          <a:xfrm>
            <a:off x="-1112064" y="5982495"/>
            <a:ext cx="969194" cy="6858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10:09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C45470C-B69A-B077-036D-11ADE490079F}"/>
              </a:ext>
            </a:extLst>
          </p:cNvPr>
          <p:cNvSpPr/>
          <p:nvPr/>
        </p:nvSpPr>
        <p:spPr>
          <a:xfrm>
            <a:off x="-1905024" y="-1161255"/>
            <a:ext cx="5969814" cy="432355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52C8"/>
              </a:gs>
              <a:gs pos="100000">
                <a:srgbClr val="00B0F0"/>
              </a:gs>
            </a:gsLst>
            <a:lin ang="0" scaled="1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9600" dirty="0"/>
              <a:t>10:09</a:t>
            </a:r>
          </a:p>
        </p:txBody>
      </p:sp>
    </p:spTree>
    <p:extLst>
      <p:ext uri="{BB962C8B-B14F-4D97-AF65-F5344CB8AC3E}">
        <p14:creationId xmlns:p14="http://schemas.microsoft.com/office/powerpoint/2010/main" val="109093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5400" y="1343025"/>
            <a:ext cx="1981200" cy="1004888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Вход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4052887" y="2944814"/>
            <a:ext cx="4086225" cy="25034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2050" y="3068241"/>
            <a:ext cx="2631281" cy="1453359"/>
          </a:xfrm>
        </p:spPr>
        <p:txBody>
          <a:bodyPr>
            <a:noAutofit/>
          </a:bodyPr>
          <a:lstStyle/>
          <a:p>
            <a:pPr algn="l"/>
            <a:r>
              <a:rPr lang="ru-RU" sz="3600" dirty="0"/>
              <a:t>Вы должны ввести пароль.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94F4384-78A7-B4F2-ABF7-5D0FBCF64C41}"/>
              </a:ext>
            </a:extLst>
          </p:cNvPr>
          <p:cNvSpPr/>
          <p:nvPr/>
        </p:nvSpPr>
        <p:spPr>
          <a:xfrm>
            <a:off x="4052887" y="2938462"/>
            <a:ext cx="4086225" cy="44767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hlinkClick r:id="rId4" action="ppaction://hlinksldjump"/>
            <a:extLst>
              <a:ext uri="{FF2B5EF4-FFF2-40B4-BE49-F238E27FC236}">
                <a16:creationId xmlns:a16="http://schemas.microsoft.com/office/drawing/2014/main" id="{04F786BE-8352-6CB2-6602-1362CFDF6657}"/>
              </a:ext>
            </a:extLst>
          </p:cNvPr>
          <p:cNvSpPr/>
          <p:nvPr/>
        </p:nvSpPr>
        <p:spPr>
          <a:xfrm>
            <a:off x="5795961" y="4833145"/>
            <a:ext cx="600076" cy="4476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shade val="1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825BA7F-4E98-FD08-4D2C-7F5294541C98}"/>
              </a:ext>
            </a:extLst>
          </p:cNvPr>
          <p:cNvSpPr/>
          <p:nvPr/>
        </p:nvSpPr>
        <p:spPr>
          <a:xfrm>
            <a:off x="-1905024" y="-1161255"/>
            <a:ext cx="5969814" cy="432355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52C8"/>
              </a:gs>
              <a:gs pos="100000">
                <a:srgbClr val="00B0F0"/>
              </a:gs>
            </a:gsLst>
            <a:lin ang="0" scaled="1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9600" dirty="0"/>
              <a:t>10:09</a:t>
            </a:r>
          </a:p>
        </p:txBody>
      </p:sp>
      <p:sp useBgFill="1"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D02EC24-B6FE-3B7A-F0DA-31EAB9CFF9C0}"/>
              </a:ext>
            </a:extLst>
          </p:cNvPr>
          <p:cNvSpPr/>
          <p:nvPr/>
        </p:nvSpPr>
        <p:spPr>
          <a:xfrm>
            <a:off x="3775060" y="2496742"/>
            <a:ext cx="4364052" cy="3171030"/>
          </a:xfrm>
          <a:custGeom>
            <a:avLst/>
            <a:gdLst>
              <a:gd name="connsiteX0" fmla="*/ 2096569 w 5175800"/>
              <a:gd name="connsiteY0" fmla="*/ 457199 h 3171030"/>
              <a:gd name="connsiteX1" fmla="*/ 844826 w 5175800"/>
              <a:gd name="connsiteY1" fmla="*/ 1708942 h 3171030"/>
              <a:gd name="connsiteX2" fmla="*/ 2096569 w 5175800"/>
              <a:gd name="connsiteY2" fmla="*/ 2960685 h 3171030"/>
              <a:gd name="connsiteX3" fmla="*/ 3360261 w 5175800"/>
              <a:gd name="connsiteY3" fmla="*/ 2960685 h 3171030"/>
              <a:gd name="connsiteX4" fmla="*/ 4612004 w 5175800"/>
              <a:gd name="connsiteY4" fmla="*/ 1708942 h 3171030"/>
              <a:gd name="connsiteX5" fmla="*/ 3360261 w 5175800"/>
              <a:gd name="connsiteY5" fmla="*/ 457199 h 3171030"/>
              <a:gd name="connsiteX6" fmla="*/ 0 w 5175800"/>
              <a:gd name="connsiteY6" fmla="*/ 0 h 3171030"/>
              <a:gd name="connsiteX7" fmla="*/ 5175800 w 5175800"/>
              <a:gd name="connsiteY7" fmla="*/ 0 h 3171030"/>
              <a:gd name="connsiteX8" fmla="*/ 5175800 w 5175800"/>
              <a:gd name="connsiteY8" fmla="*/ 3171030 h 3171030"/>
              <a:gd name="connsiteX9" fmla="*/ 0 w 5175800"/>
              <a:gd name="connsiteY9" fmla="*/ 3171030 h 317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75800" h="3171030">
                <a:moveTo>
                  <a:pt x="2096569" y="457199"/>
                </a:moveTo>
                <a:cubicBezTo>
                  <a:pt x="1405250" y="457199"/>
                  <a:pt x="844826" y="1017623"/>
                  <a:pt x="844826" y="1708942"/>
                </a:cubicBezTo>
                <a:cubicBezTo>
                  <a:pt x="844826" y="2400261"/>
                  <a:pt x="1405250" y="2960685"/>
                  <a:pt x="2096569" y="2960685"/>
                </a:cubicBezTo>
                <a:lnTo>
                  <a:pt x="3360261" y="2960685"/>
                </a:lnTo>
                <a:cubicBezTo>
                  <a:pt x="4051580" y="2960685"/>
                  <a:pt x="4612004" y="2400261"/>
                  <a:pt x="4612004" y="1708942"/>
                </a:cubicBezTo>
                <a:cubicBezTo>
                  <a:pt x="4612004" y="1017623"/>
                  <a:pt x="4051580" y="457199"/>
                  <a:pt x="3360261" y="457199"/>
                </a:cubicBezTo>
                <a:close/>
                <a:moveTo>
                  <a:pt x="0" y="0"/>
                </a:moveTo>
                <a:lnTo>
                  <a:pt x="5175800" y="0"/>
                </a:lnTo>
                <a:lnTo>
                  <a:pt x="5175800" y="3171030"/>
                </a:lnTo>
                <a:lnTo>
                  <a:pt x="0" y="317103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778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CC3CA91-2F00-AB9F-B5E9-3E6CE21B10E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меню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7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72768"/>
            <a:ext cx="1123950" cy="1123950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9" action="ppaction://hlinksldjump"/>
            <a:extLst>
              <a:ext uri="{FF2B5EF4-FFF2-40B4-BE49-F238E27FC236}">
                <a16:creationId xmlns:a16="http://schemas.microsoft.com/office/drawing/2014/main" id="{4EF8F559-4ADF-2068-6EAD-62FFCA94C752}"/>
              </a:ext>
            </a:extLst>
          </p:cNvPr>
          <p:cNvSpPr/>
          <p:nvPr/>
        </p:nvSpPr>
        <p:spPr>
          <a:xfrm>
            <a:off x="6242569" y="-65513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0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6" name="Прямоугольник: скругленные углы 5">
            <a:hlinkClick r:id="rId11" action="ppaction://hlinksldjump"/>
            <a:extLst>
              <a:ext uri="{FF2B5EF4-FFF2-40B4-BE49-F238E27FC236}">
                <a16:creationId xmlns:a16="http://schemas.microsoft.com/office/drawing/2014/main" id="{1882849C-6540-B106-36DC-0BA56FA42188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B602514-CC51-C75C-ADB2-48952EE8831A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5867A67-7D3D-C8F1-5F97-B9AFBEF83EC3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13" action="ppaction://hlinksldjump"/>
            <a:extLst>
              <a:ext uri="{FF2B5EF4-FFF2-40B4-BE49-F238E27FC236}">
                <a16:creationId xmlns:a16="http://schemas.microsoft.com/office/drawing/2014/main" id="{15083AF4-4A8C-0C07-8F04-33679B959A1A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4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6F0AE23-E2E1-44CE-A9EE-62EB8202EF7D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: скругленные углы 25">
            <a:hlinkClick r:id="rId15" action="ppaction://hlinksldjump"/>
            <a:extLst>
              <a:ext uri="{FF2B5EF4-FFF2-40B4-BE49-F238E27FC236}">
                <a16:creationId xmlns:a16="http://schemas.microsoft.com/office/drawing/2014/main" id="{34D92FDA-E206-B1A3-4378-8C9900C22CE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4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DADD58BA-8F93-FE44-0CD1-66A80FDC6925}"/>
              </a:ext>
            </a:extLst>
          </p:cNvPr>
          <p:cNvSpPr/>
          <p:nvPr/>
        </p:nvSpPr>
        <p:spPr>
          <a:xfrm>
            <a:off x="7124684" y="363578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hlinkClick r:id="rId16" action="ppaction://hlinksldjump"/>
            <a:extLst>
              <a:ext uri="{FF2B5EF4-FFF2-40B4-BE49-F238E27FC236}">
                <a16:creationId xmlns:a16="http://schemas.microsoft.com/office/drawing/2014/main" id="{8E276871-0111-9383-BE25-0052E527ABF7}"/>
              </a:ext>
            </a:extLst>
          </p:cNvPr>
          <p:cNvSpPr/>
          <p:nvPr/>
        </p:nvSpPr>
        <p:spPr>
          <a:xfrm>
            <a:off x="7141266" y="363578"/>
            <a:ext cx="1107368" cy="1123950"/>
          </a:xfrm>
          <a:prstGeom prst="roundRect">
            <a:avLst/>
          </a:pr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78FF21F-E20F-85DF-732A-EE1F347863C0}"/>
              </a:ext>
            </a:extLst>
          </p:cNvPr>
          <p:cNvSpPr/>
          <p:nvPr/>
        </p:nvSpPr>
        <p:spPr>
          <a:xfrm>
            <a:off x="6715708" y="1526420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</a:t>
            </a:r>
            <a:r>
              <a:rPr lang="ru-RU" dirty="0">
                <a:solidFill>
                  <a:schemeClr val="bg1"/>
                </a:solidFill>
              </a:rPr>
              <a:t>Браузер</a:t>
            </a:r>
          </a:p>
        </p:txBody>
      </p:sp>
    </p:spTree>
    <p:extLst>
      <p:ext uri="{BB962C8B-B14F-4D97-AF65-F5344CB8AC3E}">
        <p14:creationId xmlns:p14="http://schemas.microsoft.com/office/powerpoint/2010/main" val="2665808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CC3CA91-2F00-AB9F-B5E9-3E6CE21B10E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гаместоре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5867A67-7D3D-C8F1-5F97-B9AFBEF83EC3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8" action="ppaction://hlinksldjump"/>
            <a:extLst>
              <a:ext uri="{FF2B5EF4-FFF2-40B4-BE49-F238E27FC236}">
                <a16:creationId xmlns:a16="http://schemas.microsoft.com/office/drawing/2014/main" id="{15083AF4-4A8C-0C07-8F04-33679B959A1A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6F0AE23-E2E1-44CE-A9EE-62EB8202EF7D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F798FAB-9032-B779-EB4E-E99032633C8B}"/>
              </a:ext>
            </a:extLst>
          </p:cNvPr>
          <p:cNvSpPr/>
          <p:nvPr/>
        </p:nvSpPr>
        <p:spPr>
          <a:xfrm>
            <a:off x="1381756" y="1877702"/>
            <a:ext cx="8356340" cy="3917952"/>
          </a:xfrm>
          <a:prstGeom prst="roundRect">
            <a:avLst>
              <a:gd name="adj" fmla="val 7862"/>
            </a:avLst>
          </a:prstGeom>
          <a:gradFill>
            <a:gsLst>
              <a:gs pos="0">
                <a:srgbClr val="7030A0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6CDC1B2-339D-F7AA-B5AA-D26E793ADCF9}"/>
              </a:ext>
            </a:extLst>
          </p:cNvPr>
          <p:cNvSpPr/>
          <p:nvPr/>
        </p:nvSpPr>
        <p:spPr>
          <a:xfrm>
            <a:off x="4452939" y="2024135"/>
            <a:ext cx="19755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: скругленные углы 28">
            <a:hlinkClick r:id="rId10" action="ppaction://hlinksldjump"/>
            <a:extLst>
              <a:ext uri="{FF2B5EF4-FFF2-40B4-BE49-F238E27FC236}">
                <a16:creationId xmlns:a16="http://schemas.microsoft.com/office/drawing/2014/main" id="{46594055-D65B-FC23-BE4C-AF429A9D6CA0}"/>
              </a:ext>
            </a:extLst>
          </p:cNvPr>
          <p:cNvSpPr/>
          <p:nvPr/>
        </p:nvSpPr>
        <p:spPr>
          <a:xfrm>
            <a:off x="6042408" y="2020968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1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BFBFA6F-CE5A-2A04-9539-8775408EDA77}"/>
              </a:ext>
            </a:extLst>
          </p:cNvPr>
          <p:cNvSpPr/>
          <p:nvPr/>
        </p:nvSpPr>
        <p:spPr>
          <a:xfrm>
            <a:off x="1787784" y="2607971"/>
            <a:ext cx="1276352" cy="1305017"/>
          </a:xfrm>
          <a:prstGeom prst="roundRect">
            <a:avLst/>
          </a:prstGeom>
          <a:blipFill>
            <a:blip r:embed="rId12"/>
            <a:stretch>
              <a:fillRect l="-216738" t="-27882" r="-95466" b="-6155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003BB761-FEFE-177C-1658-A4F11E09CFF6}"/>
              </a:ext>
            </a:extLst>
          </p:cNvPr>
          <p:cNvSpPr/>
          <p:nvPr/>
        </p:nvSpPr>
        <p:spPr>
          <a:xfrm>
            <a:off x="1887279" y="3995470"/>
            <a:ext cx="1077362" cy="68200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2E094E91-5A64-B566-85E8-E94791767152}"/>
              </a:ext>
            </a:extLst>
          </p:cNvPr>
          <p:cNvSpPr/>
          <p:nvPr/>
        </p:nvSpPr>
        <p:spPr>
          <a:xfrm>
            <a:off x="1787784" y="3995470"/>
            <a:ext cx="1276352" cy="28383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Menecraft</a:t>
            </a:r>
            <a:endParaRPr lang="ru-RU" dirty="0"/>
          </a:p>
        </p:txBody>
      </p:sp>
      <p:sp>
        <p:nvSpPr>
          <p:cNvPr id="36" name="Равнобедренный треугольник 35">
            <a:hlinkClick r:id="rId13" action="ppaction://hlinksldjump"/>
            <a:extLst>
              <a:ext uri="{FF2B5EF4-FFF2-40B4-BE49-F238E27FC236}">
                <a16:creationId xmlns:a16="http://schemas.microsoft.com/office/drawing/2014/main" id="{9BC80262-8623-5695-4509-6E1852874C45}"/>
              </a:ext>
            </a:extLst>
          </p:cNvPr>
          <p:cNvSpPr/>
          <p:nvPr/>
        </p:nvSpPr>
        <p:spPr>
          <a:xfrm rot="5400000">
            <a:off x="2274373" y="4336473"/>
            <a:ext cx="348278" cy="283834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F45A4D4B-52FE-C0CF-00B9-55F2BFC30871}"/>
              </a:ext>
            </a:extLst>
          </p:cNvPr>
          <p:cNvSpPr/>
          <p:nvPr/>
        </p:nvSpPr>
        <p:spPr>
          <a:xfrm>
            <a:off x="3400664" y="2598666"/>
            <a:ext cx="1276352" cy="1305017"/>
          </a:xfrm>
          <a:prstGeom prst="roundRect">
            <a:avLst/>
          </a:prstGeom>
          <a:blipFill>
            <a:blip r:embed="rId14"/>
            <a:stretch>
              <a:fillRect l="-90923" t="-21090" r="-92314" b="-2220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46E68E91-1C15-7A44-98D8-2D17DA245E53}"/>
              </a:ext>
            </a:extLst>
          </p:cNvPr>
          <p:cNvSpPr/>
          <p:nvPr/>
        </p:nvSpPr>
        <p:spPr>
          <a:xfrm>
            <a:off x="3483512" y="3983807"/>
            <a:ext cx="1077362" cy="68200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66417F4-1D35-FC9D-4EEF-46C98AF454D3}"/>
              </a:ext>
            </a:extLst>
          </p:cNvPr>
          <p:cNvSpPr/>
          <p:nvPr/>
        </p:nvSpPr>
        <p:spPr>
          <a:xfrm>
            <a:off x="3384017" y="3983807"/>
            <a:ext cx="1276352" cy="28383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Fortenate</a:t>
            </a:r>
            <a:endParaRPr lang="ru-RU" dirty="0"/>
          </a:p>
        </p:txBody>
      </p:sp>
      <p:sp>
        <p:nvSpPr>
          <p:cNvPr id="40" name="Равнобедренный треугольник 39">
            <a:hlinkClick r:id="rId13" action="ppaction://hlinksldjump"/>
            <a:extLst>
              <a:ext uri="{FF2B5EF4-FFF2-40B4-BE49-F238E27FC236}">
                <a16:creationId xmlns:a16="http://schemas.microsoft.com/office/drawing/2014/main" id="{EB207636-AFF0-E723-BA41-469C078C5C5A}"/>
              </a:ext>
            </a:extLst>
          </p:cNvPr>
          <p:cNvSpPr/>
          <p:nvPr/>
        </p:nvSpPr>
        <p:spPr>
          <a:xfrm rot="5400000">
            <a:off x="3848054" y="4341363"/>
            <a:ext cx="348278" cy="283834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: скругленные углы 40">
            <a:hlinkClick r:id="rId8" action="ppaction://hlinksldjump"/>
            <a:extLst>
              <a:ext uri="{FF2B5EF4-FFF2-40B4-BE49-F238E27FC236}">
                <a16:creationId xmlns:a16="http://schemas.microsoft.com/office/drawing/2014/main" id="{39336631-F3E9-E449-8D23-D32B6872ECF0}"/>
              </a:ext>
            </a:extLst>
          </p:cNvPr>
          <p:cNvSpPr/>
          <p:nvPr/>
        </p:nvSpPr>
        <p:spPr>
          <a:xfrm>
            <a:off x="9520289" y="5979754"/>
            <a:ext cx="687600" cy="688541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: скругленные углы 41">
            <a:hlinkClick r:id="rId8" action="ppaction://hlinksldjump"/>
            <a:extLst>
              <a:ext uri="{FF2B5EF4-FFF2-40B4-BE49-F238E27FC236}">
                <a16:creationId xmlns:a16="http://schemas.microsoft.com/office/drawing/2014/main" id="{DAA4537F-CB8B-1F38-0920-AD0E3C7B9DD1}"/>
              </a:ext>
            </a:extLst>
          </p:cNvPr>
          <p:cNvSpPr/>
          <p:nvPr/>
        </p:nvSpPr>
        <p:spPr>
          <a:xfrm>
            <a:off x="9954628" y="7173287"/>
            <a:ext cx="711659" cy="711659"/>
          </a:xfrm>
          <a:prstGeom prst="roundRect">
            <a:avLst/>
          </a:prstGeom>
          <a:blipFill>
            <a:blip r:embed="rId1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B79F43E-5215-0E11-A7CF-A6B7F6DE3807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Прямоугольник: скругленные углы 29">
            <a:hlinkClick r:id="rId8" action="ppaction://hlinksldjump"/>
            <a:extLst>
              <a:ext uri="{FF2B5EF4-FFF2-40B4-BE49-F238E27FC236}">
                <a16:creationId xmlns:a16="http://schemas.microsoft.com/office/drawing/2014/main" id="{A986EF00-CE43-54F6-6B1B-E200C8156458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6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hlinkClick r:id="rId17" action="ppaction://hlinksldjump"/>
            <a:extLst>
              <a:ext uri="{FF2B5EF4-FFF2-40B4-BE49-F238E27FC236}">
                <a16:creationId xmlns:a16="http://schemas.microsoft.com/office/drawing/2014/main" id="{10422E70-8299-1065-ECC3-BEB6AFD0DF17}"/>
              </a:ext>
            </a:extLst>
          </p:cNvPr>
          <p:cNvSpPr/>
          <p:nvPr/>
        </p:nvSpPr>
        <p:spPr>
          <a:xfrm>
            <a:off x="7811023" y="4447879"/>
            <a:ext cx="665047" cy="665047"/>
          </a:xfrm>
          <a:prstGeom prst="roundRect">
            <a:avLst>
              <a:gd name="adj" fmla="val 50000"/>
            </a:avLst>
          </a:prstGeom>
          <a:blipFill>
            <a:blip r:embed="rId18"/>
            <a:stretch>
              <a:fillRect l="-301" t="-13" r="-263" b="-551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Прямоугольник: скругленные углы 42">
            <a:hlinkClick r:id="rId19" action="ppaction://hlinksldjump"/>
            <a:extLst>
              <a:ext uri="{FF2B5EF4-FFF2-40B4-BE49-F238E27FC236}">
                <a16:creationId xmlns:a16="http://schemas.microsoft.com/office/drawing/2014/main" id="{DAA33E63-69D2-F50E-E182-DF18D7A95278}"/>
              </a:ext>
            </a:extLst>
          </p:cNvPr>
          <p:cNvSpPr/>
          <p:nvPr/>
        </p:nvSpPr>
        <p:spPr>
          <a:xfrm>
            <a:off x="8426420" y="3848582"/>
            <a:ext cx="665047" cy="665047"/>
          </a:xfrm>
          <a:prstGeom prst="roundRect">
            <a:avLst>
              <a:gd name="adj" fmla="val 50000"/>
            </a:avLst>
          </a:prstGeom>
          <a:blipFill>
            <a:blip r:embed="rId20"/>
            <a:stretch>
              <a:fillRect l="-301" t="-13" r="-263" b="-551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CC685B72-6038-B3FB-ABAC-0DC0AEF5F6ED}"/>
              </a:ext>
            </a:extLst>
          </p:cNvPr>
          <p:cNvSpPr/>
          <p:nvPr/>
        </p:nvSpPr>
        <p:spPr>
          <a:xfrm>
            <a:off x="8528712" y="4566704"/>
            <a:ext cx="1174688" cy="1174688"/>
          </a:xfrm>
          <a:prstGeom prst="roundRect">
            <a:avLst>
              <a:gd name="adj" fmla="val 50000"/>
            </a:avLst>
          </a:prstGeom>
          <a:blipFill>
            <a:blip r:embed="rId21"/>
            <a:stretch>
              <a:fillRect l="-28344" t="-28056" r="-28309" b="-28597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514E63DE-7E46-3484-BB95-CCCC46CD1439}"/>
              </a:ext>
            </a:extLst>
          </p:cNvPr>
          <p:cNvSpPr/>
          <p:nvPr/>
        </p:nvSpPr>
        <p:spPr>
          <a:xfrm>
            <a:off x="8633995" y="4672854"/>
            <a:ext cx="964122" cy="964122"/>
          </a:xfrm>
          <a:prstGeom prst="roundRect">
            <a:avLst>
              <a:gd name="adj" fmla="val 50000"/>
            </a:avLst>
          </a:prstGeom>
          <a:blipFill dpi="0" rotWithShape="1">
            <a:blip r:embed="rId22"/>
            <a:srcRect/>
            <a:stretch>
              <a:fillRect l="-11398" t="-11108" r="-11362" b="-11652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: скругленные углы 5">
            <a:hlinkClick r:id="rId23" action="ppaction://hlinksldjump"/>
            <a:extLst>
              <a:ext uri="{FF2B5EF4-FFF2-40B4-BE49-F238E27FC236}">
                <a16:creationId xmlns:a16="http://schemas.microsoft.com/office/drawing/2014/main" id="{13A69863-7B5A-D0F7-2BEE-F8AD33FFC7EF}"/>
              </a:ext>
            </a:extLst>
          </p:cNvPr>
          <p:cNvSpPr/>
          <p:nvPr/>
        </p:nvSpPr>
        <p:spPr>
          <a:xfrm>
            <a:off x="2005604" y="272768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593418C1-3295-EC02-3390-B0D17C6DBBC0}"/>
              </a:ext>
            </a:extLst>
          </p:cNvPr>
          <p:cNvSpPr/>
          <p:nvPr/>
        </p:nvSpPr>
        <p:spPr>
          <a:xfrm>
            <a:off x="7124684" y="363578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: скругленные углы 45">
            <a:hlinkClick r:id="rId24" action="ppaction://hlinksldjump"/>
            <a:extLst>
              <a:ext uri="{FF2B5EF4-FFF2-40B4-BE49-F238E27FC236}">
                <a16:creationId xmlns:a16="http://schemas.microsoft.com/office/drawing/2014/main" id="{1C9F8717-2781-E92D-B372-5A266957D3D8}"/>
              </a:ext>
            </a:extLst>
          </p:cNvPr>
          <p:cNvSpPr/>
          <p:nvPr/>
        </p:nvSpPr>
        <p:spPr>
          <a:xfrm>
            <a:off x="7141266" y="363578"/>
            <a:ext cx="1107368" cy="1123950"/>
          </a:xfrm>
          <a:prstGeom prst="roundRect">
            <a:avLst/>
          </a:pr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15A1B997-F2CB-1F8C-B17A-77EBBB1C8110}"/>
              </a:ext>
            </a:extLst>
          </p:cNvPr>
          <p:cNvSpPr/>
          <p:nvPr/>
        </p:nvSpPr>
        <p:spPr>
          <a:xfrm>
            <a:off x="6715708" y="1526420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</a:t>
            </a:r>
            <a:r>
              <a:rPr lang="ru-RU" dirty="0">
                <a:solidFill>
                  <a:schemeClr val="bg1"/>
                </a:solidFill>
              </a:rPr>
              <a:t>Браузер</a:t>
            </a:r>
          </a:p>
        </p:txBody>
      </p:sp>
    </p:spTree>
    <p:extLst>
      <p:ext uri="{BB962C8B-B14F-4D97-AF65-F5344CB8AC3E}">
        <p14:creationId xmlns:p14="http://schemas.microsoft.com/office/powerpoint/2010/main" val="3537272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CC3CA91-2F00-AB9F-B5E9-3E6CE21B10E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ИНВВР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5867A67-7D3D-C8F1-5F97-B9AFBEF83EC3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8" action="ppaction://hlinksldjump"/>
            <a:extLst>
              <a:ext uri="{FF2B5EF4-FFF2-40B4-BE49-F238E27FC236}">
                <a16:creationId xmlns:a16="http://schemas.microsoft.com/office/drawing/2014/main" id="{15083AF4-4A8C-0C07-8F04-33679B959A1A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6F0AE23-E2E1-44CE-A9EE-62EB8202EF7D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F798FAB-9032-B779-EB4E-E99032633C8B}"/>
              </a:ext>
            </a:extLst>
          </p:cNvPr>
          <p:cNvSpPr/>
          <p:nvPr/>
        </p:nvSpPr>
        <p:spPr>
          <a:xfrm>
            <a:off x="1409700" y="1843483"/>
            <a:ext cx="8356340" cy="4139011"/>
          </a:xfrm>
          <a:prstGeom prst="roundRect">
            <a:avLst>
              <a:gd name="adj" fmla="val 7862"/>
            </a:avLst>
          </a:prstGeom>
          <a:gradFill>
            <a:gsLst>
              <a:gs pos="0">
                <a:srgbClr val="7030A0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6CDC1B2-339D-F7AA-B5AA-D26E793ADCF9}"/>
              </a:ext>
            </a:extLst>
          </p:cNvPr>
          <p:cNvSpPr/>
          <p:nvPr/>
        </p:nvSpPr>
        <p:spPr>
          <a:xfrm>
            <a:off x="4452939" y="1909762"/>
            <a:ext cx="19755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: скругленные углы 28">
            <a:hlinkClick r:id="rId10" action="ppaction://hlinksldjump"/>
            <a:extLst>
              <a:ext uri="{FF2B5EF4-FFF2-40B4-BE49-F238E27FC236}">
                <a16:creationId xmlns:a16="http://schemas.microsoft.com/office/drawing/2014/main" id="{46594055-D65B-FC23-BE4C-AF429A9D6CA0}"/>
              </a:ext>
            </a:extLst>
          </p:cNvPr>
          <p:cNvSpPr/>
          <p:nvPr/>
        </p:nvSpPr>
        <p:spPr>
          <a:xfrm>
            <a:off x="6042408" y="1909761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1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BFBFA6F-CE5A-2A04-9539-8775408EDA77}"/>
              </a:ext>
            </a:extLst>
          </p:cNvPr>
          <p:cNvSpPr/>
          <p:nvPr/>
        </p:nvSpPr>
        <p:spPr>
          <a:xfrm>
            <a:off x="1787784" y="2607971"/>
            <a:ext cx="1276352" cy="1305017"/>
          </a:xfrm>
          <a:prstGeom prst="roundRect">
            <a:avLst/>
          </a:prstGeom>
          <a:blipFill>
            <a:blip r:embed="rId12"/>
            <a:stretch>
              <a:fillRect l="-216738" t="-27882" r="-95466" b="-6155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003BB761-FEFE-177C-1658-A4F11E09CFF6}"/>
              </a:ext>
            </a:extLst>
          </p:cNvPr>
          <p:cNvSpPr/>
          <p:nvPr/>
        </p:nvSpPr>
        <p:spPr>
          <a:xfrm>
            <a:off x="1887279" y="3995470"/>
            <a:ext cx="1077362" cy="68200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2E094E91-5A64-B566-85E8-E94791767152}"/>
              </a:ext>
            </a:extLst>
          </p:cNvPr>
          <p:cNvSpPr/>
          <p:nvPr/>
        </p:nvSpPr>
        <p:spPr>
          <a:xfrm>
            <a:off x="1787784" y="3995470"/>
            <a:ext cx="1276352" cy="28383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Menecraft</a:t>
            </a:r>
            <a:endParaRPr lang="ru-RU" dirty="0"/>
          </a:p>
        </p:txBody>
      </p:sp>
      <p:sp>
        <p:nvSpPr>
          <p:cNvPr id="36" name="Равнобедренный треугольник 35">
            <a:extLst>
              <a:ext uri="{FF2B5EF4-FFF2-40B4-BE49-F238E27FC236}">
                <a16:creationId xmlns:a16="http://schemas.microsoft.com/office/drawing/2014/main" id="{9BC80262-8623-5695-4509-6E1852874C45}"/>
              </a:ext>
            </a:extLst>
          </p:cNvPr>
          <p:cNvSpPr/>
          <p:nvPr/>
        </p:nvSpPr>
        <p:spPr>
          <a:xfrm rot="5400000">
            <a:off x="2274373" y="4336473"/>
            <a:ext cx="348278" cy="283834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46E68E91-1C15-7A44-98D8-2D17DA245E53}"/>
              </a:ext>
            </a:extLst>
          </p:cNvPr>
          <p:cNvSpPr/>
          <p:nvPr/>
        </p:nvSpPr>
        <p:spPr>
          <a:xfrm>
            <a:off x="3483512" y="3983807"/>
            <a:ext cx="1077362" cy="68200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66417F4-1D35-FC9D-4EEF-46C98AF454D3}"/>
              </a:ext>
            </a:extLst>
          </p:cNvPr>
          <p:cNvSpPr/>
          <p:nvPr/>
        </p:nvSpPr>
        <p:spPr>
          <a:xfrm>
            <a:off x="3384017" y="3983807"/>
            <a:ext cx="1276352" cy="28383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Fortenate</a:t>
            </a:r>
            <a:endParaRPr lang="ru-RU" dirty="0"/>
          </a:p>
        </p:txBody>
      </p:sp>
      <p:sp>
        <p:nvSpPr>
          <p:cNvPr id="40" name="Равнобедренный треугольник 39">
            <a:extLst>
              <a:ext uri="{FF2B5EF4-FFF2-40B4-BE49-F238E27FC236}">
                <a16:creationId xmlns:a16="http://schemas.microsoft.com/office/drawing/2014/main" id="{EB207636-AFF0-E723-BA41-469C078C5C5A}"/>
              </a:ext>
            </a:extLst>
          </p:cNvPr>
          <p:cNvSpPr/>
          <p:nvPr/>
        </p:nvSpPr>
        <p:spPr>
          <a:xfrm rot="5400000">
            <a:off x="3848054" y="4341363"/>
            <a:ext cx="348278" cy="283834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DF55C66A-C8E9-3312-9007-CD474FA0C63F}"/>
              </a:ext>
            </a:extLst>
          </p:cNvPr>
          <p:cNvSpPr/>
          <p:nvPr/>
        </p:nvSpPr>
        <p:spPr>
          <a:xfrm>
            <a:off x="3400664" y="2598666"/>
            <a:ext cx="1276352" cy="1305017"/>
          </a:xfrm>
          <a:prstGeom prst="roundRect">
            <a:avLst/>
          </a:prstGeom>
          <a:blipFill>
            <a:blip r:embed="rId13"/>
            <a:stretch>
              <a:fillRect l="-90923" t="-21090" r="-92314" b="-2220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7199564-987E-FEED-DED0-6F5AA4E378B9}"/>
              </a:ext>
            </a:extLst>
          </p:cNvPr>
          <p:cNvSpPr/>
          <p:nvPr/>
        </p:nvSpPr>
        <p:spPr>
          <a:xfrm>
            <a:off x="3227213" y="2181224"/>
            <a:ext cx="4609964" cy="1305017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F494E91-1A0B-F6DB-47CC-DE32865E3AC6}"/>
              </a:ext>
            </a:extLst>
          </p:cNvPr>
          <p:cNvSpPr/>
          <p:nvPr/>
        </p:nvSpPr>
        <p:spPr>
          <a:xfrm>
            <a:off x="4474345" y="2226277"/>
            <a:ext cx="19755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Ошибка</a:t>
            </a:r>
          </a:p>
        </p:txBody>
      </p:sp>
      <p:sp>
        <p:nvSpPr>
          <p:cNvPr id="41" name="Прямоугольник: скругленные углы 40">
            <a:hlinkClick r:id="rId14" action="ppaction://hlinksldjump"/>
            <a:extLst>
              <a:ext uri="{FF2B5EF4-FFF2-40B4-BE49-F238E27FC236}">
                <a16:creationId xmlns:a16="http://schemas.microsoft.com/office/drawing/2014/main" id="{559AC7B4-64B0-7455-8841-AD404D17E0AF}"/>
              </a:ext>
            </a:extLst>
          </p:cNvPr>
          <p:cNvSpPr/>
          <p:nvPr/>
        </p:nvSpPr>
        <p:spPr>
          <a:xfrm>
            <a:off x="6348118" y="2257671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1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6C24D4F-9682-91D4-F6B9-6141C19D1596}"/>
              </a:ext>
            </a:extLst>
          </p:cNvPr>
          <p:cNvSpPr/>
          <p:nvPr/>
        </p:nvSpPr>
        <p:spPr>
          <a:xfrm>
            <a:off x="3516909" y="2641361"/>
            <a:ext cx="3786146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Игра недоступна в вашем регионе</a:t>
            </a:r>
          </a:p>
        </p:txBody>
      </p:sp>
      <p:sp>
        <p:nvSpPr>
          <p:cNvPr id="43" name="Прямоугольник: скругленные углы 42">
            <a:hlinkClick r:id="rId14" action="ppaction://hlinksldjump"/>
            <a:extLst>
              <a:ext uri="{FF2B5EF4-FFF2-40B4-BE49-F238E27FC236}">
                <a16:creationId xmlns:a16="http://schemas.microsoft.com/office/drawing/2014/main" id="{50FC68A3-D7CA-B560-AA24-E33554FB574C}"/>
              </a:ext>
            </a:extLst>
          </p:cNvPr>
          <p:cNvSpPr/>
          <p:nvPr/>
        </p:nvSpPr>
        <p:spPr>
          <a:xfrm>
            <a:off x="4945918" y="3056445"/>
            <a:ext cx="1127460" cy="271462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ок</a:t>
            </a:r>
          </a:p>
        </p:txBody>
      </p:sp>
      <p:sp>
        <p:nvSpPr>
          <p:cNvPr id="45" name="Прямоугольник: скругленные углы 44">
            <a:hlinkClick r:id="rId8" action="ppaction://hlinksldjump"/>
            <a:extLst>
              <a:ext uri="{FF2B5EF4-FFF2-40B4-BE49-F238E27FC236}">
                <a16:creationId xmlns:a16="http://schemas.microsoft.com/office/drawing/2014/main" id="{689BED80-B6BC-E7EF-628E-974977273861}"/>
              </a:ext>
            </a:extLst>
          </p:cNvPr>
          <p:cNvSpPr/>
          <p:nvPr/>
        </p:nvSpPr>
        <p:spPr>
          <a:xfrm>
            <a:off x="9164153" y="5979754"/>
            <a:ext cx="687600" cy="688541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: скругленные углы 45">
            <a:hlinkClick r:id="rId8" action="ppaction://hlinksldjump"/>
            <a:extLst>
              <a:ext uri="{FF2B5EF4-FFF2-40B4-BE49-F238E27FC236}">
                <a16:creationId xmlns:a16="http://schemas.microsoft.com/office/drawing/2014/main" id="{604D4A31-8391-E882-D1E4-B5CF01B696E3}"/>
              </a:ext>
            </a:extLst>
          </p:cNvPr>
          <p:cNvSpPr/>
          <p:nvPr/>
        </p:nvSpPr>
        <p:spPr>
          <a:xfrm>
            <a:off x="9964253" y="5979753"/>
            <a:ext cx="711659" cy="711659"/>
          </a:xfrm>
          <a:prstGeom prst="roundRect">
            <a:avLst/>
          </a:prstGeom>
          <a:blipFill>
            <a:blip r:embed="rId1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662D5FC-27EE-7A0E-A6EE-E9628AD49FBA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Прямоугольник: скругленные углы 36">
            <a:hlinkClick r:id="rId8" action="ppaction://hlinksldjump"/>
            <a:extLst>
              <a:ext uri="{FF2B5EF4-FFF2-40B4-BE49-F238E27FC236}">
                <a16:creationId xmlns:a16="http://schemas.microsoft.com/office/drawing/2014/main" id="{FABCF8E6-78A7-7E1D-F816-C552B9CEA79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6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hlinkClick r:id="rId17" action="ppaction://hlinksldjump"/>
            <a:extLst>
              <a:ext uri="{FF2B5EF4-FFF2-40B4-BE49-F238E27FC236}">
                <a16:creationId xmlns:a16="http://schemas.microsoft.com/office/drawing/2014/main" id="{B83F1CD7-8F99-EA85-0082-15617DF94DA3}"/>
              </a:ext>
            </a:extLst>
          </p:cNvPr>
          <p:cNvSpPr/>
          <p:nvPr/>
        </p:nvSpPr>
        <p:spPr>
          <a:xfrm>
            <a:off x="7811023" y="4447879"/>
            <a:ext cx="665047" cy="665047"/>
          </a:xfrm>
          <a:prstGeom prst="roundRect">
            <a:avLst>
              <a:gd name="adj" fmla="val 50000"/>
            </a:avLst>
          </a:prstGeom>
          <a:blipFill>
            <a:blip r:embed="rId18"/>
            <a:stretch>
              <a:fillRect l="-301" t="-13" r="-263" b="-551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: скругленные углы 21">
            <a:hlinkClick r:id="rId19" action="ppaction://hlinksldjump"/>
            <a:extLst>
              <a:ext uri="{FF2B5EF4-FFF2-40B4-BE49-F238E27FC236}">
                <a16:creationId xmlns:a16="http://schemas.microsoft.com/office/drawing/2014/main" id="{4091D741-79C3-6817-ACAD-3940B2FAEDD0}"/>
              </a:ext>
            </a:extLst>
          </p:cNvPr>
          <p:cNvSpPr/>
          <p:nvPr/>
        </p:nvSpPr>
        <p:spPr>
          <a:xfrm>
            <a:off x="8426420" y="3848582"/>
            <a:ext cx="665047" cy="665047"/>
          </a:xfrm>
          <a:prstGeom prst="roundRect">
            <a:avLst>
              <a:gd name="adj" fmla="val 50000"/>
            </a:avLst>
          </a:prstGeom>
          <a:blipFill>
            <a:blip r:embed="rId20"/>
            <a:stretch>
              <a:fillRect l="-301" t="-13" r="-263" b="-551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3DDB9D4C-3170-85E8-A38D-41282E368C76}"/>
              </a:ext>
            </a:extLst>
          </p:cNvPr>
          <p:cNvSpPr/>
          <p:nvPr/>
        </p:nvSpPr>
        <p:spPr>
          <a:xfrm>
            <a:off x="8528712" y="4566704"/>
            <a:ext cx="1174688" cy="1174688"/>
          </a:xfrm>
          <a:prstGeom prst="roundRect">
            <a:avLst>
              <a:gd name="adj" fmla="val 50000"/>
            </a:avLst>
          </a:prstGeom>
          <a:blipFill>
            <a:blip r:embed="rId21"/>
            <a:stretch>
              <a:fillRect l="-28344" t="-28056" r="-28309" b="-28597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DD851225-816E-9ED5-1143-02A60B7E7F93}"/>
              </a:ext>
            </a:extLst>
          </p:cNvPr>
          <p:cNvSpPr/>
          <p:nvPr/>
        </p:nvSpPr>
        <p:spPr>
          <a:xfrm>
            <a:off x="8633995" y="4672854"/>
            <a:ext cx="964122" cy="964122"/>
          </a:xfrm>
          <a:prstGeom prst="roundRect">
            <a:avLst>
              <a:gd name="adj" fmla="val 50000"/>
            </a:avLst>
          </a:prstGeom>
          <a:blipFill dpi="0" rotWithShape="1">
            <a:blip r:embed="rId22"/>
            <a:srcRect/>
            <a:stretch>
              <a:fillRect l="-11398" t="-11108" r="-11362" b="-11652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9" name="Прямоугольник: скругленные углы 48">
            <a:hlinkClick r:id="rId23" action="ppaction://hlinksldjump"/>
            <a:extLst>
              <a:ext uri="{FF2B5EF4-FFF2-40B4-BE49-F238E27FC236}">
                <a16:creationId xmlns:a16="http://schemas.microsoft.com/office/drawing/2014/main" id="{BAD9C33F-143F-F324-7C14-D00C9029D430}"/>
              </a:ext>
            </a:extLst>
          </p:cNvPr>
          <p:cNvSpPr/>
          <p:nvPr/>
        </p:nvSpPr>
        <p:spPr>
          <a:xfrm>
            <a:off x="2005604" y="272768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A6E19488-68B5-3BC4-5186-636A077DC3CE}"/>
              </a:ext>
            </a:extLst>
          </p:cNvPr>
          <p:cNvSpPr/>
          <p:nvPr/>
        </p:nvSpPr>
        <p:spPr>
          <a:xfrm>
            <a:off x="7124684" y="363578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Прямоугольник: скругленные углы 50">
            <a:hlinkClick r:id="rId24" action="ppaction://hlinksldjump"/>
            <a:extLst>
              <a:ext uri="{FF2B5EF4-FFF2-40B4-BE49-F238E27FC236}">
                <a16:creationId xmlns:a16="http://schemas.microsoft.com/office/drawing/2014/main" id="{1BA4BFC6-FD9F-14A9-9FFC-19A4BB0D744C}"/>
              </a:ext>
            </a:extLst>
          </p:cNvPr>
          <p:cNvSpPr/>
          <p:nvPr/>
        </p:nvSpPr>
        <p:spPr>
          <a:xfrm>
            <a:off x="7141266" y="363578"/>
            <a:ext cx="1107368" cy="1123950"/>
          </a:xfrm>
          <a:prstGeom prst="roundRect">
            <a:avLst/>
          </a:pr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5AA806B0-60C5-1EE4-9980-CAFF7E670ACD}"/>
              </a:ext>
            </a:extLst>
          </p:cNvPr>
          <p:cNvSpPr/>
          <p:nvPr/>
        </p:nvSpPr>
        <p:spPr>
          <a:xfrm>
            <a:off x="6715708" y="1526420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</a:t>
            </a:r>
            <a:r>
              <a:rPr lang="ru-RU" dirty="0">
                <a:solidFill>
                  <a:schemeClr val="bg1"/>
                </a:solidFill>
              </a:rPr>
              <a:t>Браузер</a:t>
            </a:r>
          </a:p>
        </p:txBody>
      </p:sp>
    </p:spTree>
    <p:extLst>
      <p:ext uri="{BB962C8B-B14F-4D97-AF65-F5344CB8AC3E}">
        <p14:creationId xmlns:p14="http://schemas.microsoft.com/office/powerpoint/2010/main" val="3193693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CC3CA91-2F00-AB9F-B5E9-3E6CE21B10E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ГДН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5867A67-7D3D-C8F1-5F97-B9AFBEF83EC3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8" action="ppaction://hlinksldjump"/>
            <a:extLst>
              <a:ext uri="{FF2B5EF4-FFF2-40B4-BE49-F238E27FC236}">
                <a16:creationId xmlns:a16="http://schemas.microsoft.com/office/drawing/2014/main" id="{15083AF4-4A8C-0C07-8F04-33679B959A1A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6F0AE23-E2E1-44CE-A9EE-62EB8202EF7D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F798FAB-9032-B779-EB4E-E99032633C8B}"/>
              </a:ext>
            </a:extLst>
          </p:cNvPr>
          <p:cNvSpPr/>
          <p:nvPr/>
        </p:nvSpPr>
        <p:spPr>
          <a:xfrm>
            <a:off x="1409700" y="1843483"/>
            <a:ext cx="8356340" cy="4139011"/>
          </a:xfrm>
          <a:prstGeom prst="roundRect">
            <a:avLst>
              <a:gd name="adj" fmla="val 7862"/>
            </a:avLst>
          </a:prstGeom>
          <a:gradFill>
            <a:gsLst>
              <a:gs pos="0">
                <a:srgbClr val="7030A0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6CDC1B2-339D-F7AA-B5AA-D26E793ADCF9}"/>
              </a:ext>
            </a:extLst>
          </p:cNvPr>
          <p:cNvSpPr/>
          <p:nvPr/>
        </p:nvSpPr>
        <p:spPr>
          <a:xfrm>
            <a:off x="4452939" y="1909762"/>
            <a:ext cx="19755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: скругленные углы 28">
            <a:hlinkClick r:id="rId10" action="ppaction://hlinksldjump"/>
            <a:extLst>
              <a:ext uri="{FF2B5EF4-FFF2-40B4-BE49-F238E27FC236}">
                <a16:creationId xmlns:a16="http://schemas.microsoft.com/office/drawing/2014/main" id="{46594055-D65B-FC23-BE4C-AF429A9D6CA0}"/>
              </a:ext>
            </a:extLst>
          </p:cNvPr>
          <p:cNvSpPr/>
          <p:nvPr/>
        </p:nvSpPr>
        <p:spPr>
          <a:xfrm>
            <a:off x="6042408" y="1909761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1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BFBFA6F-CE5A-2A04-9539-8775408EDA77}"/>
              </a:ext>
            </a:extLst>
          </p:cNvPr>
          <p:cNvSpPr/>
          <p:nvPr/>
        </p:nvSpPr>
        <p:spPr>
          <a:xfrm>
            <a:off x="1787784" y="2607971"/>
            <a:ext cx="1276352" cy="1305017"/>
          </a:xfrm>
          <a:prstGeom prst="roundRect">
            <a:avLst/>
          </a:prstGeom>
          <a:blipFill>
            <a:blip r:embed="rId12"/>
            <a:stretch>
              <a:fillRect l="-216738" t="-27882" r="-95466" b="-6155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003BB761-FEFE-177C-1658-A4F11E09CFF6}"/>
              </a:ext>
            </a:extLst>
          </p:cNvPr>
          <p:cNvSpPr/>
          <p:nvPr/>
        </p:nvSpPr>
        <p:spPr>
          <a:xfrm>
            <a:off x="1887279" y="3995470"/>
            <a:ext cx="1077362" cy="68200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2E094E91-5A64-B566-85E8-E94791767152}"/>
              </a:ext>
            </a:extLst>
          </p:cNvPr>
          <p:cNvSpPr/>
          <p:nvPr/>
        </p:nvSpPr>
        <p:spPr>
          <a:xfrm>
            <a:off x="1787784" y="3995470"/>
            <a:ext cx="1276352" cy="28383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Menecraft</a:t>
            </a:r>
            <a:endParaRPr lang="ru-RU" dirty="0"/>
          </a:p>
        </p:txBody>
      </p:sp>
      <p:sp>
        <p:nvSpPr>
          <p:cNvPr id="36" name="Равнобедренный треугольник 35">
            <a:extLst>
              <a:ext uri="{FF2B5EF4-FFF2-40B4-BE49-F238E27FC236}">
                <a16:creationId xmlns:a16="http://schemas.microsoft.com/office/drawing/2014/main" id="{9BC80262-8623-5695-4509-6E1852874C45}"/>
              </a:ext>
            </a:extLst>
          </p:cNvPr>
          <p:cNvSpPr/>
          <p:nvPr/>
        </p:nvSpPr>
        <p:spPr>
          <a:xfrm rot="5400000">
            <a:off x="2274373" y="4336473"/>
            <a:ext cx="348278" cy="283834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46E68E91-1C15-7A44-98D8-2D17DA245E53}"/>
              </a:ext>
            </a:extLst>
          </p:cNvPr>
          <p:cNvSpPr/>
          <p:nvPr/>
        </p:nvSpPr>
        <p:spPr>
          <a:xfrm>
            <a:off x="3483512" y="3983807"/>
            <a:ext cx="1077362" cy="68200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66417F4-1D35-FC9D-4EEF-46C98AF454D3}"/>
              </a:ext>
            </a:extLst>
          </p:cNvPr>
          <p:cNvSpPr/>
          <p:nvPr/>
        </p:nvSpPr>
        <p:spPr>
          <a:xfrm>
            <a:off x="3384017" y="3983807"/>
            <a:ext cx="1276352" cy="28383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Fortenate</a:t>
            </a:r>
            <a:endParaRPr lang="ru-RU" dirty="0"/>
          </a:p>
        </p:txBody>
      </p:sp>
      <p:sp>
        <p:nvSpPr>
          <p:cNvPr id="40" name="Равнобедренный треугольник 39">
            <a:extLst>
              <a:ext uri="{FF2B5EF4-FFF2-40B4-BE49-F238E27FC236}">
                <a16:creationId xmlns:a16="http://schemas.microsoft.com/office/drawing/2014/main" id="{EB207636-AFF0-E723-BA41-469C078C5C5A}"/>
              </a:ext>
            </a:extLst>
          </p:cNvPr>
          <p:cNvSpPr/>
          <p:nvPr/>
        </p:nvSpPr>
        <p:spPr>
          <a:xfrm rot="5400000">
            <a:off x="3848054" y="4341363"/>
            <a:ext cx="348278" cy="283834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DF55C66A-C8E9-3312-9007-CD474FA0C63F}"/>
              </a:ext>
            </a:extLst>
          </p:cNvPr>
          <p:cNvSpPr/>
          <p:nvPr/>
        </p:nvSpPr>
        <p:spPr>
          <a:xfrm>
            <a:off x="3400664" y="2598666"/>
            <a:ext cx="1276352" cy="1305017"/>
          </a:xfrm>
          <a:prstGeom prst="roundRect">
            <a:avLst/>
          </a:prstGeom>
          <a:blipFill>
            <a:blip r:embed="rId13"/>
            <a:stretch>
              <a:fillRect l="-90923" t="-21090" r="-92314" b="-2220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7199564-987E-FEED-DED0-6F5AA4E378B9}"/>
              </a:ext>
            </a:extLst>
          </p:cNvPr>
          <p:cNvSpPr/>
          <p:nvPr/>
        </p:nvSpPr>
        <p:spPr>
          <a:xfrm>
            <a:off x="3227213" y="2181224"/>
            <a:ext cx="4609964" cy="1305017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F494E91-1A0B-F6DB-47CC-DE32865E3AC6}"/>
              </a:ext>
            </a:extLst>
          </p:cNvPr>
          <p:cNvSpPr/>
          <p:nvPr/>
        </p:nvSpPr>
        <p:spPr>
          <a:xfrm>
            <a:off x="4474345" y="2226277"/>
            <a:ext cx="19755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Ошибка</a:t>
            </a:r>
          </a:p>
        </p:txBody>
      </p:sp>
      <p:sp>
        <p:nvSpPr>
          <p:cNvPr id="41" name="Прямоугольник: скругленные углы 40">
            <a:hlinkClick r:id="rId14" action="ppaction://hlinksldjump"/>
            <a:extLst>
              <a:ext uri="{FF2B5EF4-FFF2-40B4-BE49-F238E27FC236}">
                <a16:creationId xmlns:a16="http://schemas.microsoft.com/office/drawing/2014/main" id="{559AC7B4-64B0-7455-8841-AD404D17E0AF}"/>
              </a:ext>
            </a:extLst>
          </p:cNvPr>
          <p:cNvSpPr/>
          <p:nvPr/>
        </p:nvSpPr>
        <p:spPr>
          <a:xfrm>
            <a:off x="6348118" y="2257671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1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6C24D4F-9682-91D4-F6B9-6141C19D1596}"/>
              </a:ext>
            </a:extLst>
          </p:cNvPr>
          <p:cNvSpPr/>
          <p:nvPr/>
        </p:nvSpPr>
        <p:spPr>
          <a:xfrm>
            <a:off x="3516909" y="2641361"/>
            <a:ext cx="3786146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Друзья недоступны</a:t>
            </a:r>
          </a:p>
        </p:txBody>
      </p:sp>
      <p:sp>
        <p:nvSpPr>
          <p:cNvPr id="43" name="Прямоугольник: скругленные углы 42">
            <a:hlinkClick r:id="rId14" action="ppaction://hlinksldjump"/>
            <a:extLst>
              <a:ext uri="{FF2B5EF4-FFF2-40B4-BE49-F238E27FC236}">
                <a16:creationId xmlns:a16="http://schemas.microsoft.com/office/drawing/2014/main" id="{50FC68A3-D7CA-B560-AA24-E33554FB574C}"/>
              </a:ext>
            </a:extLst>
          </p:cNvPr>
          <p:cNvSpPr/>
          <p:nvPr/>
        </p:nvSpPr>
        <p:spPr>
          <a:xfrm>
            <a:off x="4945918" y="3056445"/>
            <a:ext cx="1127460" cy="271462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ок</a:t>
            </a:r>
          </a:p>
        </p:txBody>
      </p:sp>
      <p:sp>
        <p:nvSpPr>
          <p:cNvPr id="45" name="Прямоугольник: скругленные углы 44">
            <a:hlinkClick r:id="rId8" action="ppaction://hlinksldjump"/>
            <a:extLst>
              <a:ext uri="{FF2B5EF4-FFF2-40B4-BE49-F238E27FC236}">
                <a16:creationId xmlns:a16="http://schemas.microsoft.com/office/drawing/2014/main" id="{689BED80-B6BC-E7EF-628E-974977273861}"/>
              </a:ext>
            </a:extLst>
          </p:cNvPr>
          <p:cNvSpPr/>
          <p:nvPr/>
        </p:nvSpPr>
        <p:spPr>
          <a:xfrm>
            <a:off x="9164153" y="5979754"/>
            <a:ext cx="687600" cy="688541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: скругленные углы 45">
            <a:hlinkClick r:id="rId8" action="ppaction://hlinksldjump"/>
            <a:extLst>
              <a:ext uri="{FF2B5EF4-FFF2-40B4-BE49-F238E27FC236}">
                <a16:creationId xmlns:a16="http://schemas.microsoft.com/office/drawing/2014/main" id="{604D4A31-8391-E882-D1E4-B5CF01B696E3}"/>
              </a:ext>
            </a:extLst>
          </p:cNvPr>
          <p:cNvSpPr/>
          <p:nvPr/>
        </p:nvSpPr>
        <p:spPr>
          <a:xfrm>
            <a:off x="9964253" y="5979753"/>
            <a:ext cx="711659" cy="711659"/>
          </a:xfrm>
          <a:prstGeom prst="roundRect">
            <a:avLst/>
          </a:prstGeom>
          <a:blipFill>
            <a:blip r:embed="rId1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662D5FC-27EE-7A0E-A6EE-E9628AD49FBA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Прямоугольник: скругленные углы 36">
            <a:hlinkClick r:id="rId8" action="ppaction://hlinksldjump"/>
            <a:extLst>
              <a:ext uri="{FF2B5EF4-FFF2-40B4-BE49-F238E27FC236}">
                <a16:creationId xmlns:a16="http://schemas.microsoft.com/office/drawing/2014/main" id="{FABCF8E6-78A7-7E1D-F816-C552B9CEA79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6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83F1CD7-8F99-EA85-0082-15617DF94DA3}"/>
              </a:ext>
            </a:extLst>
          </p:cNvPr>
          <p:cNvSpPr/>
          <p:nvPr/>
        </p:nvSpPr>
        <p:spPr>
          <a:xfrm>
            <a:off x="7811023" y="4447879"/>
            <a:ext cx="665047" cy="665047"/>
          </a:xfrm>
          <a:prstGeom prst="roundRect">
            <a:avLst>
              <a:gd name="adj" fmla="val 50000"/>
            </a:avLst>
          </a:prstGeom>
          <a:blipFill>
            <a:blip r:embed="rId17"/>
            <a:stretch>
              <a:fillRect l="-301" t="-13" r="-263" b="-551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: скругленные углы 21">
            <a:hlinkClick r:id="rId18" action="ppaction://hlinksldjump"/>
            <a:extLst>
              <a:ext uri="{FF2B5EF4-FFF2-40B4-BE49-F238E27FC236}">
                <a16:creationId xmlns:a16="http://schemas.microsoft.com/office/drawing/2014/main" id="{4091D741-79C3-6817-ACAD-3940B2FAEDD0}"/>
              </a:ext>
            </a:extLst>
          </p:cNvPr>
          <p:cNvSpPr/>
          <p:nvPr/>
        </p:nvSpPr>
        <p:spPr>
          <a:xfrm>
            <a:off x="8426420" y="3848582"/>
            <a:ext cx="665047" cy="665047"/>
          </a:xfrm>
          <a:prstGeom prst="roundRect">
            <a:avLst>
              <a:gd name="adj" fmla="val 50000"/>
            </a:avLst>
          </a:prstGeom>
          <a:blipFill>
            <a:blip r:embed="rId19"/>
            <a:stretch>
              <a:fillRect l="-301" t="-13" r="-263" b="-551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3DDB9D4C-3170-85E8-A38D-41282E368C76}"/>
              </a:ext>
            </a:extLst>
          </p:cNvPr>
          <p:cNvSpPr/>
          <p:nvPr/>
        </p:nvSpPr>
        <p:spPr>
          <a:xfrm>
            <a:off x="8528712" y="4566704"/>
            <a:ext cx="1174688" cy="1174688"/>
          </a:xfrm>
          <a:prstGeom prst="roundRect">
            <a:avLst>
              <a:gd name="adj" fmla="val 50000"/>
            </a:avLst>
          </a:prstGeom>
          <a:blipFill>
            <a:blip r:embed="rId20"/>
            <a:stretch>
              <a:fillRect l="-28344" t="-28056" r="-28309" b="-28597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DD851225-816E-9ED5-1143-02A60B7E7F93}"/>
              </a:ext>
            </a:extLst>
          </p:cNvPr>
          <p:cNvSpPr/>
          <p:nvPr/>
        </p:nvSpPr>
        <p:spPr>
          <a:xfrm>
            <a:off x="8633995" y="4672854"/>
            <a:ext cx="964122" cy="964122"/>
          </a:xfrm>
          <a:prstGeom prst="roundRect">
            <a:avLst>
              <a:gd name="adj" fmla="val 50000"/>
            </a:avLst>
          </a:prstGeom>
          <a:blipFill dpi="0" rotWithShape="1">
            <a:blip r:embed="rId21"/>
            <a:srcRect/>
            <a:stretch>
              <a:fillRect l="-11398" t="-11108" r="-11362" b="-11652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9" name="Прямоугольник: скругленные углы 48">
            <a:hlinkClick r:id="rId22" action="ppaction://hlinksldjump"/>
            <a:extLst>
              <a:ext uri="{FF2B5EF4-FFF2-40B4-BE49-F238E27FC236}">
                <a16:creationId xmlns:a16="http://schemas.microsoft.com/office/drawing/2014/main" id="{71DA68A4-3F73-D17A-A7A6-7E223DB26EB4}"/>
              </a:ext>
            </a:extLst>
          </p:cNvPr>
          <p:cNvSpPr/>
          <p:nvPr/>
        </p:nvSpPr>
        <p:spPr>
          <a:xfrm>
            <a:off x="2005604" y="272768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49F44DEB-331C-1EAB-2555-A7D2961FDB48}"/>
              </a:ext>
            </a:extLst>
          </p:cNvPr>
          <p:cNvSpPr/>
          <p:nvPr/>
        </p:nvSpPr>
        <p:spPr>
          <a:xfrm>
            <a:off x="7124684" y="363578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Прямоугольник: скругленные углы 50">
            <a:hlinkClick r:id="rId23" action="ppaction://hlinksldjump"/>
            <a:extLst>
              <a:ext uri="{FF2B5EF4-FFF2-40B4-BE49-F238E27FC236}">
                <a16:creationId xmlns:a16="http://schemas.microsoft.com/office/drawing/2014/main" id="{EFF302C4-3B81-1C36-44CB-D8B2A0D624F1}"/>
              </a:ext>
            </a:extLst>
          </p:cNvPr>
          <p:cNvSpPr/>
          <p:nvPr/>
        </p:nvSpPr>
        <p:spPr>
          <a:xfrm>
            <a:off x="7141266" y="363578"/>
            <a:ext cx="1107368" cy="1123950"/>
          </a:xfrm>
          <a:prstGeom prst="roundRect">
            <a:avLst/>
          </a:pr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BDB990B6-7BC5-3830-FC0F-9C2F7EA1A89D}"/>
              </a:ext>
            </a:extLst>
          </p:cNvPr>
          <p:cNvSpPr/>
          <p:nvPr/>
        </p:nvSpPr>
        <p:spPr>
          <a:xfrm>
            <a:off x="6715708" y="1526420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</a:t>
            </a:r>
            <a:r>
              <a:rPr lang="ru-RU" dirty="0">
                <a:solidFill>
                  <a:schemeClr val="bg1"/>
                </a:solidFill>
              </a:rPr>
              <a:t>Браузер</a:t>
            </a:r>
          </a:p>
        </p:txBody>
      </p:sp>
    </p:spTree>
    <p:extLst>
      <p:ext uri="{BB962C8B-B14F-4D97-AF65-F5344CB8AC3E}">
        <p14:creationId xmlns:p14="http://schemas.microsoft.com/office/powerpoint/2010/main" val="2941934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CC3CA91-2F00-AB9F-B5E9-3E6CE21B10E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ГЧН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5867A67-7D3D-C8F1-5F97-B9AFBEF83EC3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8" action="ppaction://hlinksldjump"/>
            <a:extLst>
              <a:ext uri="{FF2B5EF4-FFF2-40B4-BE49-F238E27FC236}">
                <a16:creationId xmlns:a16="http://schemas.microsoft.com/office/drawing/2014/main" id="{15083AF4-4A8C-0C07-8F04-33679B959A1A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6F0AE23-E2E1-44CE-A9EE-62EB8202EF7D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F798FAB-9032-B779-EB4E-E99032633C8B}"/>
              </a:ext>
            </a:extLst>
          </p:cNvPr>
          <p:cNvSpPr/>
          <p:nvPr/>
        </p:nvSpPr>
        <p:spPr>
          <a:xfrm>
            <a:off x="1409700" y="1843483"/>
            <a:ext cx="8356340" cy="4139011"/>
          </a:xfrm>
          <a:prstGeom prst="roundRect">
            <a:avLst>
              <a:gd name="adj" fmla="val 7862"/>
            </a:avLst>
          </a:prstGeom>
          <a:gradFill>
            <a:gsLst>
              <a:gs pos="0">
                <a:srgbClr val="7030A0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6CDC1B2-339D-F7AA-B5AA-D26E793ADCF9}"/>
              </a:ext>
            </a:extLst>
          </p:cNvPr>
          <p:cNvSpPr/>
          <p:nvPr/>
        </p:nvSpPr>
        <p:spPr>
          <a:xfrm>
            <a:off x="4452939" y="1909762"/>
            <a:ext cx="19755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9" name="Прямоугольник: скругленные углы 28">
            <a:hlinkClick r:id="rId10" action="ppaction://hlinksldjump"/>
            <a:extLst>
              <a:ext uri="{FF2B5EF4-FFF2-40B4-BE49-F238E27FC236}">
                <a16:creationId xmlns:a16="http://schemas.microsoft.com/office/drawing/2014/main" id="{46594055-D65B-FC23-BE4C-AF429A9D6CA0}"/>
              </a:ext>
            </a:extLst>
          </p:cNvPr>
          <p:cNvSpPr/>
          <p:nvPr/>
        </p:nvSpPr>
        <p:spPr>
          <a:xfrm>
            <a:off x="6042408" y="1909761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1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BFBFA6F-CE5A-2A04-9539-8775408EDA77}"/>
              </a:ext>
            </a:extLst>
          </p:cNvPr>
          <p:cNvSpPr/>
          <p:nvPr/>
        </p:nvSpPr>
        <p:spPr>
          <a:xfrm>
            <a:off x="1787784" y="2607971"/>
            <a:ext cx="1276352" cy="1305017"/>
          </a:xfrm>
          <a:prstGeom prst="roundRect">
            <a:avLst/>
          </a:prstGeom>
          <a:blipFill>
            <a:blip r:embed="rId12"/>
            <a:stretch>
              <a:fillRect l="-216738" t="-27882" r="-95466" b="-6155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003BB761-FEFE-177C-1658-A4F11E09CFF6}"/>
              </a:ext>
            </a:extLst>
          </p:cNvPr>
          <p:cNvSpPr/>
          <p:nvPr/>
        </p:nvSpPr>
        <p:spPr>
          <a:xfrm>
            <a:off x="1887279" y="3995470"/>
            <a:ext cx="1077362" cy="68200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2E094E91-5A64-B566-85E8-E94791767152}"/>
              </a:ext>
            </a:extLst>
          </p:cNvPr>
          <p:cNvSpPr/>
          <p:nvPr/>
        </p:nvSpPr>
        <p:spPr>
          <a:xfrm>
            <a:off x="1787784" y="3995470"/>
            <a:ext cx="1276352" cy="28383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Menecraft</a:t>
            </a:r>
            <a:endParaRPr lang="ru-RU" dirty="0"/>
          </a:p>
        </p:txBody>
      </p:sp>
      <p:sp>
        <p:nvSpPr>
          <p:cNvPr id="36" name="Равнобедренный треугольник 35">
            <a:extLst>
              <a:ext uri="{FF2B5EF4-FFF2-40B4-BE49-F238E27FC236}">
                <a16:creationId xmlns:a16="http://schemas.microsoft.com/office/drawing/2014/main" id="{9BC80262-8623-5695-4509-6E1852874C45}"/>
              </a:ext>
            </a:extLst>
          </p:cNvPr>
          <p:cNvSpPr/>
          <p:nvPr/>
        </p:nvSpPr>
        <p:spPr>
          <a:xfrm rot="5400000">
            <a:off x="2274373" y="4336473"/>
            <a:ext cx="348278" cy="283834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46E68E91-1C15-7A44-98D8-2D17DA245E53}"/>
              </a:ext>
            </a:extLst>
          </p:cNvPr>
          <p:cNvSpPr/>
          <p:nvPr/>
        </p:nvSpPr>
        <p:spPr>
          <a:xfrm>
            <a:off x="3483512" y="3983807"/>
            <a:ext cx="1077362" cy="68200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766417F4-1D35-FC9D-4EEF-46C98AF454D3}"/>
              </a:ext>
            </a:extLst>
          </p:cNvPr>
          <p:cNvSpPr/>
          <p:nvPr/>
        </p:nvSpPr>
        <p:spPr>
          <a:xfrm>
            <a:off x="3384017" y="3983807"/>
            <a:ext cx="1276352" cy="28383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Fortenate</a:t>
            </a:r>
            <a:endParaRPr lang="ru-RU" dirty="0"/>
          </a:p>
        </p:txBody>
      </p:sp>
      <p:sp>
        <p:nvSpPr>
          <p:cNvPr id="40" name="Равнобедренный треугольник 39">
            <a:extLst>
              <a:ext uri="{FF2B5EF4-FFF2-40B4-BE49-F238E27FC236}">
                <a16:creationId xmlns:a16="http://schemas.microsoft.com/office/drawing/2014/main" id="{EB207636-AFF0-E723-BA41-469C078C5C5A}"/>
              </a:ext>
            </a:extLst>
          </p:cNvPr>
          <p:cNvSpPr/>
          <p:nvPr/>
        </p:nvSpPr>
        <p:spPr>
          <a:xfrm rot="5400000">
            <a:off x="3848054" y="4341363"/>
            <a:ext cx="348278" cy="283834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DF55C66A-C8E9-3312-9007-CD474FA0C63F}"/>
              </a:ext>
            </a:extLst>
          </p:cNvPr>
          <p:cNvSpPr/>
          <p:nvPr/>
        </p:nvSpPr>
        <p:spPr>
          <a:xfrm>
            <a:off x="3400664" y="2598666"/>
            <a:ext cx="1276352" cy="1305017"/>
          </a:xfrm>
          <a:prstGeom prst="roundRect">
            <a:avLst/>
          </a:prstGeom>
          <a:blipFill>
            <a:blip r:embed="rId13"/>
            <a:stretch>
              <a:fillRect l="-90923" t="-21090" r="-92314" b="-2220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7199564-987E-FEED-DED0-6F5AA4E378B9}"/>
              </a:ext>
            </a:extLst>
          </p:cNvPr>
          <p:cNvSpPr/>
          <p:nvPr/>
        </p:nvSpPr>
        <p:spPr>
          <a:xfrm>
            <a:off x="3227213" y="2181224"/>
            <a:ext cx="4609964" cy="1305017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F494E91-1A0B-F6DB-47CC-DE32865E3AC6}"/>
              </a:ext>
            </a:extLst>
          </p:cNvPr>
          <p:cNvSpPr/>
          <p:nvPr/>
        </p:nvSpPr>
        <p:spPr>
          <a:xfrm>
            <a:off x="4474345" y="2226277"/>
            <a:ext cx="19755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Ошибка</a:t>
            </a:r>
          </a:p>
        </p:txBody>
      </p:sp>
      <p:sp>
        <p:nvSpPr>
          <p:cNvPr id="41" name="Прямоугольник: скругленные углы 40">
            <a:hlinkClick r:id="rId14" action="ppaction://hlinksldjump"/>
            <a:extLst>
              <a:ext uri="{FF2B5EF4-FFF2-40B4-BE49-F238E27FC236}">
                <a16:creationId xmlns:a16="http://schemas.microsoft.com/office/drawing/2014/main" id="{559AC7B4-64B0-7455-8841-AD404D17E0AF}"/>
              </a:ext>
            </a:extLst>
          </p:cNvPr>
          <p:cNvSpPr/>
          <p:nvPr/>
        </p:nvSpPr>
        <p:spPr>
          <a:xfrm>
            <a:off x="6348118" y="2257671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1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6C24D4F-9682-91D4-F6B9-6141C19D1596}"/>
              </a:ext>
            </a:extLst>
          </p:cNvPr>
          <p:cNvSpPr/>
          <p:nvPr/>
        </p:nvSpPr>
        <p:spPr>
          <a:xfrm>
            <a:off x="3516909" y="2641361"/>
            <a:ext cx="3786146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Чат недоступен</a:t>
            </a:r>
          </a:p>
        </p:txBody>
      </p:sp>
      <p:sp>
        <p:nvSpPr>
          <p:cNvPr id="43" name="Прямоугольник: скругленные углы 42">
            <a:hlinkClick r:id="rId14" action="ppaction://hlinksldjump"/>
            <a:extLst>
              <a:ext uri="{FF2B5EF4-FFF2-40B4-BE49-F238E27FC236}">
                <a16:creationId xmlns:a16="http://schemas.microsoft.com/office/drawing/2014/main" id="{50FC68A3-D7CA-B560-AA24-E33554FB574C}"/>
              </a:ext>
            </a:extLst>
          </p:cNvPr>
          <p:cNvSpPr/>
          <p:nvPr/>
        </p:nvSpPr>
        <p:spPr>
          <a:xfrm>
            <a:off x="4945918" y="3056445"/>
            <a:ext cx="1127460" cy="271462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ок</a:t>
            </a:r>
          </a:p>
        </p:txBody>
      </p:sp>
      <p:sp>
        <p:nvSpPr>
          <p:cNvPr id="45" name="Прямоугольник: скругленные углы 44">
            <a:hlinkClick r:id="rId8" action="ppaction://hlinksldjump"/>
            <a:extLst>
              <a:ext uri="{FF2B5EF4-FFF2-40B4-BE49-F238E27FC236}">
                <a16:creationId xmlns:a16="http://schemas.microsoft.com/office/drawing/2014/main" id="{689BED80-B6BC-E7EF-628E-974977273861}"/>
              </a:ext>
            </a:extLst>
          </p:cNvPr>
          <p:cNvSpPr/>
          <p:nvPr/>
        </p:nvSpPr>
        <p:spPr>
          <a:xfrm>
            <a:off x="9164153" y="5979754"/>
            <a:ext cx="687600" cy="688541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: скругленные углы 45">
            <a:hlinkClick r:id="rId8" action="ppaction://hlinksldjump"/>
            <a:extLst>
              <a:ext uri="{FF2B5EF4-FFF2-40B4-BE49-F238E27FC236}">
                <a16:creationId xmlns:a16="http://schemas.microsoft.com/office/drawing/2014/main" id="{604D4A31-8391-E882-D1E4-B5CF01B696E3}"/>
              </a:ext>
            </a:extLst>
          </p:cNvPr>
          <p:cNvSpPr/>
          <p:nvPr/>
        </p:nvSpPr>
        <p:spPr>
          <a:xfrm>
            <a:off x="9964253" y="5979753"/>
            <a:ext cx="711659" cy="711659"/>
          </a:xfrm>
          <a:prstGeom prst="roundRect">
            <a:avLst/>
          </a:prstGeom>
          <a:blipFill>
            <a:blip r:embed="rId1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662D5FC-27EE-7A0E-A6EE-E9628AD49FBA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Прямоугольник: скругленные углы 36">
            <a:hlinkClick r:id="rId8" action="ppaction://hlinksldjump"/>
            <a:extLst>
              <a:ext uri="{FF2B5EF4-FFF2-40B4-BE49-F238E27FC236}">
                <a16:creationId xmlns:a16="http://schemas.microsoft.com/office/drawing/2014/main" id="{FABCF8E6-78A7-7E1D-F816-C552B9CEA79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6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hlinkClick r:id="rId17" action="ppaction://hlinksldjump"/>
            <a:extLst>
              <a:ext uri="{FF2B5EF4-FFF2-40B4-BE49-F238E27FC236}">
                <a16:creationId xmlns:a16="http://schemas.microsoft.com/office/drawing/2014/main" id="{B83F1CD7-8F99-EA85-0082-15617DF94DA3}"/>
              </a:ext>
            </a:extLst>
          </p:cNvPr>
          <p:cNvSpPr/>
          <p:nvPr/>
        </p:nvSpPr>
        <p:spPr>
          <a:xfrm>
            <a:off x="7811023" y="4447879"/>
            <a:ext cx="665047" cy="665047"/>
          </a:xfrm>
          <a:prstGeom prst="roundRect">
            <a:avLst>
              <a:gd name="adj" fmla="val 50000"/>
            </a:avLst>
          </a:prstGeom>
          <a:blipFill>
            <a:blip r:embed="rId18"/>
            <a:stretch>
              <a:fillRect l="-301" t="-13" r="-263" b="-551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4091D741-79C3-6817-ACAD-3940B2FAEDD0}"/>
              </a:ext>
            </a:extLst>
          </p:cNvPr>
          <p:cNvSpPr/>
          <p:nvPr/>
        </p:nvSpPr>
        <p:spPr>
          <a:xfrm>
            <a:off x="8426420" y="3848582"/>
            <a:ext cx="665047" cy="665047"/>
          </a:xfrm>
          <a:prstGeom prst="roundRect">
            <a:avLst>
              <a:gd name="adj" fmla="val 50000"/>
            </a:avLst>
          </a:prstGeom>
          <a:blipFill>
            <a:blip r:embed="rId19"/>
            <a:stretch>
              <a:fillRect l="-301" t="-13" r="-263" b="-551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3DDB9D4C-3170-85E8-A38D-41282E368C76}"/>
              </a:ext>
            </a:extLst>
          </p:cNvPr>
          <p:cNvSpPr/>
          <p:nvPr/>
        </p:nvSpPr>
        <p:spPr>
          <a:xfrm>
            <a:off x="8528712" y="4566704"/>
            <a:ext cx="1174688" cy="1174688"/>
          </a:xfrm>
          <a:prstGeom prst="roundRect">
            <a:avLst>
              <a:gd name="adj" fmla="val 50000"/>
            </a:avLst>
          </a:prstGeom>
          <a:blipFill>
            <a:blip r:embed="rId20"/>
            <a:stretch>
              <a:fillRect l="-28344" t="-28056" r="-28309" b="-28597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DD851225-816E-9ED5-1143-02A60B7E7F93}"/>
              </a:ext>
            </a:extLst>
          </p:cNvPr>
          <p:cNvSpPr/>
          <p:nvPr/>
        </p:nvSpPr>
        <p:spPr>
          <a:xfrm>
            <a:off x="8633995" y="4672854"/>
            <a:ext cx="964122" cy="964122"/>
          </a:xfrm>
          <a:prstGeom prst="roundRect">
            <a:avLst>
              <a:gd name="adj" fmla="val 50000"/>
            </a:avLst>
          </a:prstGeom>
          <a:blipFill dpi="0" rotWithShape="1">
            <a:blip r:embed="rId21"/>
            <a:srcRect/>
            <a:stretch>
              <a:fillRect l="-11398" t="-11108" r="-11362" b="-11652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9" name="Прямоугольник: скругленные углы 48">
            <a:hlinkClick r:id="rId22" action="ppaction://hlinksldjump"/>
            <a:extLst>
              <a:ext uri="{FF2B5EF4-FFF2-40B4-BE49-F238E27FC236}">
                <a16:creationId xmlns:a16="http://schemas.microsoft.com/office/drawing/2014/main" id="{1361AD86-862C-4D82-610F-2855043878AE}"/>
              </a:ext>
            </a:extLst>
          </p:cNvPr>
          <p:cNvSpPr/>
          <p:nvPr/>
        </p:nvSpPr>
        <p:spPr>
          <a:xfrm>
            <a:off x="2005604" y="272768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1CBAE176-4108-E825-7133-C8F6CE591A3F}"/>
              </a:ext>
            </a:extLst>
          </p:cNvPr>
          <p:cNvSpPr/>
          <p:nvPr/>
        </p:nvSpPr>
        <p:spPr>
          <a:xfrm>
            <a:off x="7124684" y="363578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Прямоугольник: скругленные углы 50">
            <a:hlinkClick r:id="rId23" action="ppaction://hlinksldjump"/>
            <a:extLst>
              <a:ext uri="{FF2B5EF4-FFF2-40B4-BE49-F238E27FC236}">
                <a16:creationId xmlns:a16="http://schemas.microsoft.com/office/drawing/2014/main" id="{A47802FD-8127-2B1D-F80F-F55E2AB19AA1}"/>
              </a:ext>
            </a:extLst>
          </p:cNvPr>
          <p:cNvSpPr/>
          <p:nvPr/>
        </p:nvSpPr>
        <p:spPr>
          <a:xfrm>
            <a:off x="7141266" y="363578"/>
            <a:ext cx="1107368" cy="1123950"/>
          </a:xfrm>
          <a:prstGeom prst="roundRect">
            <a:avLst/>
          </a:pr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BAD8ACC6-41F9-2946-F142-67E0F104BBEE}"/>
              </a:ext>
            </a:extLst>
          </p:cNvPr>
          <p:cNvSpPr/>
          <p:nvPr/>
        </p:nvSpPr>
        <p:spPr>
          <a:xfrm>
            <a:off x="6715708" y="1526420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</a:t>
            </a:r>
            <a:r>
              <a:rPr lang="ru-RU" dirty="0">
                <a:solidFill>
                  <a:schemeClr val="bg1"/>
                </a:solidFill>
              </a:rPr>
              <a:t>Браузер</a:t>
            </a:r>
          </a:p>
        </p:txBody>
      </p:sp>
    </p:spTree>
    <p:extLst>
      <p:ext uri="{BB962C8B-B14F-4D97-AF65-F5344CB8AC3E}">
        <p14:creationId xmlns:p14="http://schemas.microsoft.com/office/powerpoint/2010/main" val="1863091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7846259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</a:t>
            </a:r>
            <a:r>
              <a:rPr lang="en-US" dirty="0"/>
              <a:t>dbhec_V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7DB8219-AF65-84B0-1B96-A6712C5EA475}"/>
              </a:ext>
            </a:extLst>
          </p:cNvPr>
          <p:cNvSpPr/>
          <p:nvPr/>
        </p:nvSpPr>
        <p:spPr>
          <a:xfrm>
            <a:off x="3229019" y="2226278"/>
            <a:ext cx="4609964" cy="1679897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6B5236A-1120-CA57-4270-498BACEF6E61}"/>
              </a:ext>
            </a:extLst>
          </p:cNvPr>
          <p:cNvSpPr/>
          <p:nvPr/>
        </p:nvSpPr>
        <p:spPr>
          <a:xfrm>
            <a:off x="4474345" y="2226277"/>
            <a:ext cx="19755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Вирус обнаружен</a:t>
            </a:r>
          </a:p>
        </p:txBody>
      </p:sp>
      <p:sp>
        <p:nvSpPr>
          <p:cNvPr id="22" name="Прямоугольник: скругленные углы 21">
            <a:hlinkClick r:id="rId8" action="ppaction://hlinksldjump"/>
            <a:extLst>
              <a:ext uri="{FF2B5EF4-FFF2-40B4-BE49-F238E27FC236}">
                <a16:creationId xmlns:a16="http://schemas.microsoft.com/office/drawing/2014/main" id="{DB3C99E7-9755-FE94-E77E-6A69A8333401}"/>
              </a:ext>
            </a:extLst>
          </p:cNvPr>
          <p:cNvSpPr/>
          <p:nvPr/>
        </p:nvSpPr>
        <p:spPr>
          <a:xfrm>
            <a:off x="6348118" y="2257671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9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0CE5CB7-698E-EE41-847C-C3DB5E6328CD}"/>
              </a:ext>
            </a:extLst>
          </p:cNvPr>
          <p:cNvSpPr/>
          <p:nvPr/>
        </p:nvSpPr>
        <p:spPr>
          <a:xfrm>
            <a:off x="3229018" y="2751539"/>
            <a:ext cx="136535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Имя вируса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0DA695F-9CB3-8050-CFE3-B48CD9FD3F3B}"/>
              </a:ext>
            </a:extLst>
          </p:cNvPr>
          <p:cNvSpPr/>
          <p:nvPr/>
        </p:nvSpPr>
        <p:spPr>
          <a:xfrm>
            <a:off x="4594373" y="2751539"/>
            <a:ext cx="1051826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dbhec_V</a:t>
            </a:r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CDC09CD-5883-DF32-62AD-9D6E56986728}"/>
              </a:ext>
            </a:extLst>
          </p:cNvPr>
          <p:cNvSpPr/>
          <p:nvPr/>
        </p:nvSpPr>
        <p:spPr>
          <a:xfrm>
            <a:off x="3265916" y="3104899"/>
            <a:ext cx="1208429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Опасность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A83B00F-D7E5-4171-29E2-CFD5C1BAA58C}"/>
              </a:ext>
            </a:extLst>
          </p:cNvPr>
          <p:cNvSpPr/>
          <p:nvPr/>
        </p:nvSpPr>
        <p:spPr>
          <a:xfrm>
            <a:off x="4452940" y="3104899"/>
            <a:ext cx="2400621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Критически опасно</a:t>
            </a:r>
          </a:p>
        </p:txBody>
      </p:sp>
      <p:sp>
        <p:nvSpPr>
          <p:cNvPr id="34" name="Прямоугольник: скругленные углы 33">
            <a:hlinkClick r:id="rId10" action="ppaction://hlinksldjump"/>
            <a:extLst>
              <a:ext uri="{FF2B5EF4-FFF2-40B4-BE49-F238E27FC236}">
                <a16:creationId xmlns:a16="http://schemas.microsoft.com/office/drawing/2014/main" id="{2D6AB738-FEE4-121E-1636-0E1F167EEE79}"/>
              </a:ext>
            </a:extLst>
          </p:cNvPr>
          <p:cNvSpPr/>
          <p:nvPr/>
        </p:nvSpPr>
        <p:spPr>
          <a:xfrm>
            <a:off x="3839354" y="3576917"/>
            <a:ext cx="1922506" cy="271462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Ничего не делать</a:t>
            </a:r>
          </a:p>
        </p:txBody>
      </p:sp>
      <p:sp>
        <p:nvSpPr>
          <p:cNvPr id="35" name="Прямоугольник: скругленные углы 34">
            <a:hlinkClick r:id="rId8" action="ppaction://hlinksldjump"/>
            <a:extLst>
              <a:ext uri="{FF2B5EF4-FFF2-40B4-BE49-F238E27FC236}">
                <a16:creationId xmlns:a16="http://schemas.microsoft.com/office/drawing/2014/main" id="{4A3F852C-AFB9-C84D-0795-EEA053176739}"/>
              </a:ext>
            </a:extLst>
          </p:cNvPr>
          <p:cNvSpPr/>
          <p:nvPr/>
        </p:nvSpPr>
        <p:spPr>
          <a:xfrm>
            <a:off x="5886189" y="3576917"/>
            <a:ext cx="1127460" cy="271462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Удалить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7FFF837-A2F8-B693-2509-96A5D4A60C14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hlinkClick r:id="rId10" action="ppaction://hlinksldjump"/>
            <a:extLst>
              <a:ext uri="{FF2B5EF4-FFF2-40B4-BE49-F238E27FC236}">
                <a16:creationId xmlns:a16="http://schemas.microsoft.com/office/drawing/2014/main" id="{D4E8B06D-5FA1-5E84-1472-2E09E363E763}"/>
              </a:ext>
            </a:extLst>
          </p:cNvPr>
          <p:cNvSpPr/>
          <p:nvPr/>
        </p:nvSpPr>
        <p:spPr>
          <a:xfrm>
            <a:off x="9520289" y="7288790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61F1DB4E-5DEF-2960-182D-7156FAA867D4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: скругленные углы 37">
            <a:hlinkClick r:id="rId10" action="ppaction://hlinksldjump"/>
            <a:extLst>
              <a:ext uri="{FF2B5EF4-FFF2-40B4-BE49-F238E27FC236}">
                <a16:creationId xmlns:a16="http://schemas.microsoft.com/office/drawing/2014/main" id="{7415B996-68B4-20C9-DB74-0CA7FDB15728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9A26842-FDC3-C65D-1F57-3B8665CF43B9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B0D12C7-97A6-77B1-82E2-BC16C33CF5F4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: скругленные углы 25">
            <a:hlinkClick r:id="rId10" action="ppaction://hlinksldjump"/>
            <a:extLst>
              <a:ext uri="{FF2B5EF4-FFF2-40B4-BE49-F238E27FC236}">
                <a16:creationId xmlns:a16="http://schemas.microsoft.com/office/drawing/2014/main" id="{854F5099-9C04-196E-04BE-9C1A684B2D59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13" action="ppaction://hlinksldjump"/>
            <a:extLst>
              <a:ext uri="{FF2B5EF4-FFF2-40B4-BE49-F238E27FC236}">
                <a16:creationId xmlns:a16="http://schemas.microsoft.com/office/drawing/2014/main" id="{8F7BA503-6686-CA89-A27D-249286E9AFB4}"/>
              </a:ext>
            </a:extLst>
          </p:cNvPr>
          <p:cNvSpPr/>
          <p:nvPr/>
        </p:nvSpPr>
        <p:spPr>
          <a:xfrm>
            <a:off x="2005604" y="272768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12BBC249-82A8-6825-6DDA-244891186C66}"/>
              </a:ext>
            </a:extLst>
          </p:cNvPr>
          <p:cNvSpPr/>
          <p:nvPr/>
        </p:nvSpPr>
        <p:spPr>
          <a:xfrm>
            <a:off x="7124684" y="363578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hlinkClick r:id="rId14" action="ppaction://hlinksldjump"/>
            <a:extLst>
              <a:ext uri="{FF2B5EF4-FFF2-40B4-BE49-F238E27FC236}">
                <a16:creationId xmlns:a16="http://schemas.microsoft.com/office/drawing/2014/main" id="{B1123F56-79BD-F3FC-2CDC-57BBD10F002F}"/>
              </a:ext>
            </a:extLst>
          </p:cNvPr>
          <p:cNvSpPr/>
          <p:nvPr/>
        </p:nvSpPr>
        <p:spPr>
          <a:xfrm>
            <a:off x="7141266" y="363578"/>
            <a:ext cx="1107368" cy="1123950"/>
          </a:xfrm>
          <a:prstGeom prst="roundRect">
            <a:avLst/>
          </a:pr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E04F790-DA0A-A847-AA9B-E8FB497D4196}"/>
              </a:ext>
            </a:extLst>
          </p:cNvPr>
          <p:cNvSpPr/>
          <p:nvPr/>
        </p:nvSpPr>
        <p:spPr>
          <a:xfrm>
            <a:off x="6715708" y="1526420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</a:t>
            </a:r>
            <a:r>
              <a:rPr lang="ru-RU" dirty="0">
                <a:solidFill>
                  <a:schemeClr val="bg1"/>
                </a:solidFill>
              </a:rPr>
              <a:t>Браузер</a:t>
            </a:r>
          </a:p>
        </p:txBody>
      </p:sp>
    </p:spTree>
    <p:extLst>
      <p:ext uri="{BB962C8B-B14F-4D97-AF65-F5344CB8AC3E}">
        <p14:creationId xmlns:p14="http://schemas.microsoft.com/office/powerpoint/2010/main" val="2714216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настройки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6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4205563" y="2226279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7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6029503" y="2238994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8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BC34095-59F9-F0AB-F28B-3D2BCD69D931}"/>
              </a:ext>
            </a:extLst>
          </p:cNvPr>
          <p:cNvSpPr/>
          <p:nvPr/>
        </p:nvSpPr>
        <p:spPr>
          <a:xfrm>
            <a:off x="3363574" y="2694778"/>
            <a:ext cx="4323085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Пока что нету настроек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772971" y="2210847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9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0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9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0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9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12" action="ppaction://hlinksldjump"/>
            <a:extLst>
              <a:ext uri="{FF2B5EF4-FFF2-40B4-BE49-F238E27FC236}">
                <a16:creationId xmlns:a16="http://schemas.microsoft.com/office/drawing/2014/main" id="{EA45FE13-A9BF-6E46-CEFA-ECF222F40B6C}"/>
              </a:ext>
            </a:extLst>
          </p:cNvPr>
          <p:cNvSpPr/>
          <p:nvPr/>
        </p:nvSpPr>
        <p:spPr>
          <a:xfrm>
            <a:off x="2005604" y="272768"/>
            <a:ext cx="1123950" cy="1123950"/>
          </a:xfrm>
          <a:prstGeom prst="roundRect">
            <a:avLst/>
          </a:prstGeom>
          <a:blipFill>
            <a:blip r:embed="rId6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54606B4-BCAA-03FA-4233-F4B9FA927279}"/>
              </a:ext>
            </a:extLst>
          </p:cNvPr>
          <p:cNvSpPr/>
          <p:nvPr/>
        </p:nvSpPr>
        <p:spPr>
          <a:xfrm>
            <a:off x="7124684" y="363578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13" action="ppaction://hlinksldjump"/>
            <a:extLst>
              <a:ext uri="{FF2B5EF4-FFF2-40B4-BE49-F238E27FC236}">
                <a16:creationId xmlns:a16="http://schemas.microsoft.com/office/drawing/2014/main" id="{3B0CF2D4-4CD2-3344-5F25-6BB904F1F2A7}"/>
              </a:ext>
            </a:extLst>
          </p:cNvPr>
          <p:cNvSpPr/>
          <p:nvPr/>
        </p:nvSpPr>
        <p:spPr>
          <a:xfrm>
            <a:off x="7141266" y="363578"/>
            <a:ext cx="1107368" cy="1123950"/>
          </a:xfrm>
          <a:prstGeom prst="roundRect">
            <a:avLst/>
          </a:pr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168C470-8906-5FF8-624D-D6B781EDBC58}"/>
              </a:ext>
            </a:extLst>
          </p:cNvPr>
          <p:cNvSpPr/>
          <p:nvPr/>
        </p:nvSpPr>
        <p:spPr>
          <a:xfrm>
            <a:off x="6715708" y="1526420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</a:t>
            </a:r>
            <a:r>
              <a:rPr lang="ru-RU" dirty="0">
                <a:solidFill>
                  <a:schemeClr val="bg1"/>
                </a:solidFill>
              </a:rPr>
              <a:t>Браузер</a:t>
            </a:r>
          </a:p>
        </p:txBody>
      </p:sp>
    </p:spTree>
    <p:extLst>
      <p:ext uri="{BB962C8B-B14F-4D97-AF65-F5344CB8AC3E}">
        <p14:creationId xmlns:p14="http://schemas.microsoft.com/office/powerpoint/2010/main" val="1759126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A716274-EFF8-970E-E3AE-8FC4F4D211A0}"/>
              </a:ext>
            </a:extLst>
          </p:cNvPr>
          <p:cNvSpPr/>
          <p:nvPr/>
        </p:nvSpPr>
        <p:spPr>
          <a:xfrm>
            <a:off x="2720392" y="2619179"/>
            <a:ext cx="4903382" cy="424249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5A6CC322-8DDA-D2DA-0D71-374E32701A21}"/>
              </a:ext>
            </a:extLst>
          </p:cNvPr>
          <p:cNvSpPr/>
          <p:nvPr/>
        </p:nvSpPr>
        <p:spPr>
          <a:xfrm>
            <a:off x="7968637" y="2584872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5A6B359A-ED2C-0880-7086-89EC81D87010}"/>
              </a:ext>
            </a:extLst>
          </p:cNvPr>
          <p:cNvSpPr/>
          <p:nvPr/>
        </p:nvSpPr>
        <p:spPr>
          <a:xfrm>
            <a:off x="2981717" y="2531209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КАКАТЬ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9BD87E0E-94BF-E10F-86D5-0F945D9DBAAC}"/>
              </a:ext>
            </a:extLst>
          </p:cNvPr>
          <p:cNvSpPr/>
          <p:nvPr/>
        </p:nvSpPr>
        <p:spPr>
          <a:xfrm>
            <a:off x="2981717" y="2600798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проверить обновления системы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4E216BB9-BE97-6AA2-67AA-AAB6A58F54F8}"/>
              </a:ext>
            </a:extLst>
          </p:cNvPr>
          <p:cNvSpPr/>
          <p:nvPr/>
        </p:nvSpPr>
        <p:spPr>
          <a:xfrm>
            <a:off x="2981717" y="2670387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Роблокс играть</a:t>
            </a:r>
          </a:p>
        </p:txBody>
      </p:sp>
      <p:sp useBgFill="1">
        <p:nvSpPr>
          <p:cNvPr id="45" name="Прямоугольник: скругленные углы 44">
            <a:hlinkClick r:id="rId15" action="ppaction://hlinksldjump"/>
            <a:extLst>
              <a:ext uri="{FF2B5EF4-FFF2-40B4-BE49-F238E27FC236}">
                <a16:creationId xmlns:a16="http://schemas.microsoft.com/office/drawing/2014/main" id="{713171E4-6CBC-87EC-4666-959A4396FEEC}"/>
              </a:ext>
            </a:extLst>
          </p:cNvPr>
          <p:cNvSpPr/>
          <p:nvPr/>
        </p:nvSpPr>
        <p:spPr>
          <a:xfrm>
            <a:off x="2399217" y="2326401"/>
            <a:ext cx="5430093" cy="993847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433515A-F53C-0836-2512-83624996480A}"/>
              </a:ext>
            </a:extLst>
          </p:cNvPr>
          <p:cNvSpPr/>
          <p:nvPr/>
        </p:nvSpPr>
        <p:spPr>
          <a:xfrm>
            <a:off x="8064887" y="2600798"/>
            <a:ext cx="458556" cy="458556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B66AF25-EF4A-A43B-29F6-0B5CE5362A17}"/>
              </a:ext>
            </a:extLst>
          </p:cNvPr>
          <p:cNvSpPr/>
          <p:nvPr/>
        </p:nvSpPr>
        <p:spPr>
          <a:xfrm>
            <a:off x="8305601" y="3260227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BEAD98A5-1BEA-87D4-5ED7-CB3599344D10}"/>
              </a:ext>
            </a:extLst>
          </p:cNvPr>
          <p:cNvSpPr/>
          <p:nvPr/>
        </p:nvSpPr>
        <p:spPr>
          <a:xfrm>
            <a:off x="1409700" y="3260226"/>
            <a:ext cx="1229801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0909E007-8D27-EC5B-4EA9-14BEF80F63DF}"/>
              </a:ext>
            </a:extLst>
          </p:cNvPr>
          <p:cNvSpPr/>
          <p:nvPr/>
        </p:nvSpPr>
        <p:spPr>
          <a:xfrm>
            <a:off x="2811175" y="5213024"/>
            <a:ext cx="4802776" cy="362396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BE58FF35-117A-AF7C-7E9C-47A578439C37}"/>
              </a:ext>
            </a:extLst>
          </p:cNvPr>
          <p:cNvSpPr/>
          <p:nvPr/>
        </p:nvSpPr>
        <p:spPr>
          <a:xfrm>
            <a:off x="3110015" y="1558865"/>
            <a:ext cx="4802776" cy="75260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EA53EB0-9188-D1C1-CE91-5CCA03C980FA}"/>
              </a:ext>
            </a:extLst>
          </p:cNvPr>
          <p:cNvSpPr/>
          <p:nvPr/>
        </p:nvSpPr>
        <p:spPr>
          <a:xfrm>
            <a:off x="7888679" y="1260953"/>
            <a:ext cx="1904103" cy="127708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</p:spTree>
    <p:extLst>
      <p:ext uri="{BB962C8B-B14F-4D97-AF65-F5344CB8AC3E}">
        <p14:creationId xmlns:p14="http://schemas.microsoft.com/office/powerpoint/2010/main" val="2403201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ВБП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03D03B5-76FB-1024-CFDF-527A0885C1DB}"/>
              </a:ext>
            </a:extLst>
          </p:cNvPr>
          <p:cNvSpPr/>
          <p:nvPr/>
        </p:nvSpPr>
        <p:spPr>
          <a:xfrm>
            <a:off x="2720392" y="2619180"/>
            <a:ext cx="4903382" cy="2446366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: скругленные углы 29">
            <a:hlinkClick r:id="rId15" action="ppaction://hlinksldjump"/>
            <a:extLst>
              <a:ext uri="{FF2B5EF4-FFF2-40B4-BE49-F238E27FC236}">
                <a16:creationId xmlns:a16="http://schemas.microsoft.com/office/drawing/2014/main" id="{1AF09F1F-3523-C25F-2846-529B6E33F246}"/>
              </a:ext>
            </a:extLst>
          </p:cNvPr>
          <p:cNvSpPr/>
          <p:nvPr/>
        </p:nvSpPr>
        <p:spPr>
          <a:xfrm>
            <a:off x="2981717" y="3288742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КАКАТЬ</a:t>
            </a:r>
          </a:p>
        </p:txBody>
      </p:sp>
      <p:sp>
        <p:nvSpPr>
          <p:cNvPr id="36" name="Прямоугольник: скругленные углы 35">
            <a:hlinkClick r:id="rId16" action="ppaction://hlinksldjump"/>
            <a:extLst>
              <a:ext uri="{FF2B5EF4-FFF2-40B4-BE49-F238E27FC236}">
                <a16:creationId xmlns:a16="http://schemas.microsoft.com/office/drawing/2014/main" id="{26F58074-9866-34D8-4EB6-1BC57CED59A1}"/>
              </a:ext>
            </a:extLst>
          </p:cNvPr>
          <p:cNvSpPr/>
          <p:nvPr/>
        </p:nvSpPr>
        <p:spPr>
          <a:xfrm>
            <a:off x="2981717" y="3821015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Роблокс играть</a:t>
            </a:r>
          </a:p>
        </p:txBody>
      </p:sp>
      <p:sp>
        <p:nvSpPr>
          <p:cNvPr id="37" name="Прямоугольник: скругленные углы 36">
            <a:hlinkClick r:id="rId17" action="ppaction://hlinksldjump"/>
            <a:extLst>
              <a:ext uri="{FF2B5EF4-FFF2-40B4-BE49-F238E27FC236}">
                <a16:creationId xmlns:a16="http://schemas.microsoft.com/office/drawing/2014/main" id="{F691404F-BC7B-B131-8EEC-9A1B15CFEA73}"/>
              </a:ext>
            </a:extLst>
          </p:cNvPr>
          <p:cNvSpPr/>
          <p:nvPr/>
        </p:nvSpPr>
        <p:spPr>
          <a:xfrm>
            <a:off x="2981717" y="4369330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проверить обновления системы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2511324"/>
            <a:ext cx="5337932" cy="60565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68637" y="2584872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68637" y="2600798"/>
            <a:ext cx="458556" cy="458556"/>
          </a:xfrm>
          <a:prstGeom prst="roundRect">
            <a:avLst/>
          </a:prstGeom>
          <a:blipFill>
            <a:blip r:embed="rId18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93F5E08-8ED8-CC8B-E618-6DB2C4C91377}"/>
              </a:ext>
            </a:extLst>
          </p:cNvPr>
          <p:cNvSpPr/>
          <p:nvPr/>
        </p:nvSpPr>
        <p:spPr>
          <a:xfrm>
            <a:off x="8305601" y="3260227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7C385E8-557A-5F04-8B36-CA5CA5E638F0}"/>
              </a:ext>
            </a:extLst>
          </p:cNvPr>
          <p:cNvSpPr/>
          <p:nvPr/>
        </p:nvSpPr>
        <p:spPr>
          <a:xfrm>
            <a:off x="1409700" y="3260226"/>
            <a:ext cx="1229801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6581F614-FBB1-EB32-AD9F-B79F6B8B6E48}"/>
              </a:ext>
            </a:extLst>
          </p:cNvPr>
          <p:cNvSpPr/>
          <p:nvPr/>
        </p:nvSpPr>
        <p:spPr>
          <a:xfrm>
            <a:off x="2811175" y="5213024"/>
            <a:ext cx="4802776" cy="362396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A89E44B-0CA1-FF15-3355-F53EF8975BAE}"/>
              </a:ext>
            </a:extLst>
          </p:cNvPr>
          <p:cNvSpPr/>
          <p:nvPr/>
        </p:nvSpPr>
        <p:spPr>
          <a:xfrm>
            <a:off x="3110015" y="1711885"/>
            <a:ext cx="4802776" cy="75260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04A349F2-77B3-2B33-A95B-50F148D82E38}"/>
              </a:ext>
            </a:extLst>
          </p:cNvPr>
          <p:cNvSpPr/>
          <p:nvPr/>
        </p:nvSpPr>
        <p:spPr>
          <a:xfrm>
            <a:off x="7888679" y="1260953"/>
            <a:ext cx="1904103" cy="127708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</p:spTree>
    <p:extLst>
      <p:ext uri="{BB962C8B-B14F-4D97-AF65-F5344CB8AC3E}">
        <p14:creationId xmlns:p14="http://schemas.microsoft.com/office/powerpoint/2010/main" val="1361712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ВБП1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03D03B5-76FB-1024-CFDF-527A0885C1DB}"/>
              </a:ext>
            </a:extLst>
          </p:cNvPr>
          <p:cNvSpPr/>
          <p:nvPr/>
        </p:nvSpPr>
        <p:spPr>
          <a:xfrm>
            <a:off x="2720392" y="2619180"/>
            <a:ext cx="4903382" cy="2446366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6F58074-9866-34D8-4EB6-1BC57CED59A1}"/>
              </a:ext>
            </a:extLst>
          </p:cNvPr>
          <p:cNvSpPr/>
          <p:nvPr/>
        </p:nvSpPr>
        <p:spPr>
          <a:xfrm>
            <a:off x="2981717" y="3821015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Роблокс играть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F691404F-BC7B-B131-8EEC-9A1B15CFEA73}"/>
              </a:ext>
            </a:extLst>
          </p:cNvPr>
          <p:cNvSpPr/>
          <p:nvPr/>
        </p:nvSpPr>
        <p:spPr>
          <a:xfrm>
            <a:off x="2981717" y="4369330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проверить обновления системы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2511324"/>
            <a:ext cx="5337932" cy="605652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68637" y="2584872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hlinkClick r:id="rId15" action="ppaction://hlinksldjump"/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68637" y="2600798"/>
            <a:ext cx="458556" cy="458556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BC242D68-5FDA-CFF9-815E-AB8DB5E29B0B}"/>
              </a:ext>
            </a:extLst>
          </p:cNvPr>
          <p:cNvSpPr/>
          <p:nvPr/>
        </p:nvSpPr>
        <p:spPr>
          <a:xfrm>
            <a:off x="3022197" y="2601755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  <a:alpha val="60000"/>
                </a:schemeClr>
              </a:gs>
              <a:gs pos="35000">
                <a:schemeClr val="accent3">
                  <a:lumMod val="0"/>
                  <a:lumOff val="100000"/>
                  <a:alpha val="60000"/>
                </a:schemeClr>
              </a:gs>
              <a:gs pos="100000">
                <a:schemeClr val="accent3">
                  <a:lumMod val="100000"/>
                  <a:alpha val="6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КАКАТЬ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0062E97A-971D-B368-6828-633B27EFC01D}"/>
              </a:ext>
            </a:extLst>
          </p:cNvPr>
          <p:cNvSpPr/>
          <p:nvPr/>
        </p:nvSpPr>
        <p:spPr>
          <a:xfrm>
            <a:off x="8305601" y="3260227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B7A33FFC-C743-874A-A9EE-1989A70F69BC}"/>
              </a:ext>
            </a:extLst>
          </p:cNvPr>
          <p:cNvSpPr/>
          <p:nvPr/>
        </p:nvSpPr>
        <p:spPr>
          <a:xfrm>
            <a:off x="1409700" y="3260226"/>
            <a:ext cx="1229801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9BA71734-0661-A9C0-C75F-B9C5E861914D}"/>
              </a:ext>
            </a:extLst>
          </p:cNvPr>
          <p:cNvSpPr/>
          <p:nvPr/>
        </p:nvSpPr>
        <p:spPr>
          <a:xfrm>
            <a:off x="2811175" y="5213024"/>
            <a:ext cx="4802776" cy="362396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19FD9E8-0952-B77B-9795-349A8B89E9C4}"/>
              </a:ext>
            </a:extLst>
          </p:cNvPr>
          <p:cNvSpPr/>
          <p:nvPr/>
        </p:nvSpPr>
        <p:spPr>
          <a:xfrm>
            <a:off x="3110015" y="1711885"/>
            <a:ext cx="4802776" cy="75260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5091B226-BB27-50E7-8D49-EBB8EC064C30}"/>
              </a:ext>
            </a:extLst>
          </p:cNvPr>
          <p:cNvSpPr/>
          <p:nvPr/>
        </p:nvSpPr>
        <p:spPr>
          <a:xfrm>
            <a:off x="7888679" y="1260953"/>
            <a:ext cx="1904103" cy="127708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</p:spTree>
    <p:extLst>
      <p:ext uri="{BB962C8B-B14F-4D97-AF65-F5344CB8AC3E}">
        <p14:creationId xmlns:p14="http://schemas.microsoft.com/office/powerpoint/2010/main" val="1273988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ВБП2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03D03B5-76FB-1024-CFDF-527A0885C1DB}"/>
              </a:ext>
            </a:extLst>
          </p:cNvPr>
          <p:cNvSpPr/>
          <p:nvPr/>
        </p:nvSpPr>
        <p:spPr>
          <a:xfrm>
            <a:off x="2720392" y="2619180"/>
            <a:ext cx="4903382" cy="2446366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AF09F1F-3523-C25F-2846-529B6E33F246}"/>
              </a:ext>
            </a:extLst>
          </p:cNvPr>
          <p:cNvSpPr/>
          <p:nvPr/>
        </p:nvSpPr>
        <p:spPr>
          <a:xfrm>
            <a:off x="2981717" y="3288742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КАКАТЬ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F691404F-BC7B-B131-8EEC-9A1B15CFEA73}"/>
              </a:ext>
            </a:extLst>
          </p:cNvPr>
          <p:cNvSpPr/>
          <p:nvPr/>
        </p:nvSpPr>
        <p:spPr>
          <a:xfrm>
            <a:off x="2981717" y="4369330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проверить обновления системы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2511324"/>
            <a:ext cx="5337932" cy="60565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68637" y="2584872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hlinkClick r:id="rId15" action="ppaction://hlinksldjump"/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68637" y="2600798"/>
            <a:ext cx="458556" cy="458556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6F58074-9866-34D8-4EB6-1BC57CED59A1}"/>
              </a:ext>
            </a:extLst>
          </p:cNvPr>
          <p:cNvSpPr/>
          <p:nvPr/>
        </p:nvSpPr>
        <p:spPr>
          <a:xfrm>
            <a:off x="2981717" y="2613650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  <a:alpha val="60000"/>
                </a:schemeClr>
              </a:gs>
              <a:gs pos="35000">
                <a:schemeClr val="accent3">
                  <a:lumMod val="0"/>
                  <a:lumOff val="100000"/>
                  <a:alpha val="60000"/>
                </a:schemeClr>
              </a:gs>
              <a:gs pos="100000">
                <a:schemeClr val="accent3">
                  <a:lumMod val="100000"/>
                  <a:alpha val="6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Роблокс играть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33FD4A38-F924-AD60-79FD-5CC7B5B58899}"/>
              </a:ext>
            </a:extLst>
          </p:cNvPr>
          <p:cNvSpPr/>
          <p:nvPr/>
        </p:nvSpPr>
        <p:spPr>
          <a:xfrm>
            <a:off x="8305601" y="3260227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DB2215F-1D8E-2D04-44A4-7676263E6A05}"/>
              </a:ext>
            </a:extLst>
          </p:cNvPr>
          <p:cNvSpPr/>
          <p:nvPr/>
        </p:nvSpPr>
        <p:spPr>
          <a:xfrm>
            <a:off x="1409700" y="3260226"/>
            <a:ext cx="1229801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958271FD-521E-AE25-41E6-A442C9F04DBA}"/>
              </a:ext>
            </a:extLst>
          </p:cNvPr>
          <p:cNvSpPr/>
          <p:nvPr/>
        </p:nvSpPr>
        <p:spPr>
          <a:xfrm>
            <a:off x="2811175" y="5213024"/>
            <a:ext cx="4802776" cy="362396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55EF0D1-970E-ED7D-FD14-83A99347CE18}"/>
              </a:ext>
            </a:extLst>
          </p:cNvPr>
          <p:cNvSpPr/>
          <p:nvPr/>
        </p:nvSpPr>
        <p:spPr>
          <a:xfrm>
            <a:off x="3110015" y="1711885"/>
            <a:ext cx="4802776" cy="75260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C72B6B5-925D-7DD2-CA54-1699ABC42A85}"/>
              </a:ext>
            </a:extLst>
          </p:cNvPr>
          <p:cNvSpPr/>
          <p:nvPr/>
        </p:nvSpPr>
        <p:spPr>
          <a:xfrm>
            <a:off x="7888679" y="1260953"/>
            <a:ext cx="1904103" cy="127708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</p:spTree>
    <p:extLst>
      <p:ext uri="{BB962C8B-B14F-4D97-AF65-F5344CB8AC3E}">
        <p14:creationId xmlns:p14="http://schemas.microsoft.com/office/powerpoint/2010/main" val="1116679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ВБП3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03D03B5-76FB-1024-CFDF-527A0885C1DB}"/>
              </a:ext>
            </a:extLst>
          </p:cNvPr>
          <p:cNvSpPr/>
          <p:nvPr/>
        </p:nvSpPr>
        <p:spPr>
          <a:xfrm>
            <a:off x="2720392" y="2619180"/>
            <a:ext cx="4903382" cy="2446366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: скругленные углы 29">
            <a:hlinkClick r:id="rId15" action="ppaction://hlinksldjump"/>
            <a:extLst>
              <a:ext uri="{FF2B5EF4-FFF2-40B4-BE49-F238E27FC236}">
                <a16:creationId xmlns:a16="http://schemas.microsoft.com/office/drawing/2014/main" id="{1AF09F1F-3523-C25F-2846-529B6E33F246}"/>
              </a:ext>
            </a:extLst>
          </p:cNvPr>
          <p:cNvSpPr/>
          <p:nvPr/>
        </p:nvSpPr>
        <p:spPr>
          <a:xfrm>
            <a:off x="2981717" y="3288742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КАКАТЬ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6F58074-9866-34D8-4EB6-1BC57CED59A1}"/>
              </a:ext>
            </a:extLst>
          </p:cNvPr>
          <p:cNvSpPr/>
          <p:nvPr/>
        </p:nvSpPr>
        <p:spPr>
          <a:xfrm>
            <a:off x="2981717" y="3821015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Роблокс играть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2511324"/>
            <a:ext cx="5337932" cy="60565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68637" y="2584872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68637" y="2600798"/>
            <a:ext cx="458556" cy="458556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93F5E08-8ED8-CC8B-E618-6DB2C4C91377}"/>
              </a:ext>
            </a:extLst>
          </p:cNvPr>
          <p:cNvSpPr/>
          <p:nvPr/>
        </p:nvSpPr>
        <p:spPr>
          <a:xfrm>
            <a:off x="8305601" y="3260227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7C385E8-557A-5F04-8B36-CA5CA5E638F0}"/>
              </a:ext>
            </a:extLst>
          </p:cNvPr>
          <p:cNvSpPr/>
          <p:nvPr/>
        </p:nvSpPr>
        <p:spPr>
          <a:xfrm>
            <a:off x="1409700" y="3260226"/>
            <a:ext cx="1229801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6581F614-FBB1-EB32-AD9F-B79F6B8B6E48}"/>
              </a:ext>
            </a:extLst>
          </p:cNvPr>
          <p:cNvSpPr/>
          <p:nvPr/>
        </p:nvSpPr>
        <p:spPr>
          <a:xfrm>
            <a:off x="2811175" y="5213024"/>
            <a:ext cx="4802776" cy="362396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A89E44B-0CA1-FF15-3355-F53EF8975BAE}"/>
              </a:ext>
            </a:extLst>
          </p:cNvPr>
          <p:cNvSpPr/>
          <p:nvPr/>
        </p:nvSpPr>
        <p:spPr>
          <a:xfrm>
            <a:off x="3110015" y="1711885"/>
            <a:ext cx="4802776" cy="75260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04A349F2-77B3-2B33-A95B-50F148D82E38}"/>
              </a:ext>
            </a:extLst>
          </p:cNvPr>
          <p:cNvSpPr/>
          <p:nvPr/>
        </p:nvSpPr>
        <p:spPr>
          <a:xfrm>
            <a:off x="7888679" y="1260953"/>
            <a:ext cx="1904103" cy="127708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F691404F-BC7B-B131-8EEC-9A1B15CFEA73}"/>
              </a:ext>
            </a:extLst>
          </p:cNvPr>
          <p:cNvSpPr/>
          <p:nvPr/>
        </p:nvSpPr>
        <p:spPr>
          <a:xfrm>
            <a:off x="2981717" y="2584917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  <a:alpha val="60000"/>
                </a:schemeClr>
              </a:gs>
              <a:gs pos="35000">
                <a:schemeClr val="accent3">
                  <a:lumMod val="0"/>
                  <a:lumOff val="100000"/>
                  <a:alpha val="60000"/>
                </a:schemeClr>
              </a:gs>
              <a:gs pos="100000">
                <a:schemeClr val="accent3">
                  <a:lumMod val="100000"/>
                  <a:alpha val="6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проверить обновления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434018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ВБП3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03D03B5-76FB-1024-CFDF-527A0885C1DB}"/>
              </a:ext>
            </a:extLst>
          </p:cNvPr>
          <p:cNvSpPr/>
          <p:nvPr/>
        </p:nvSpPr>
        <p:spPr>
          <a:xfrm>
            <a:off x="2720392" y="2619180"/>
            <a:ext cx="4903382" cy="2446366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: скругленные углы 29">
            <a:hlinkClick r:id="rId15" action="ppaction://hlinksldjump"/>
            <a:extLst>
              <a:ext uri="{FF2B5EF4-FFF2-40B4-BE49-F238E27FC236}">
                <a16:creationId xmlns:a16="http://schemas.microsoft.com/office/drawing/2014/main" id="{1AF09F1F-3523-C25F-2846-529B6E33F246}"/>
              </a:ext>
            </a:extLst>
          </p:cNvPr>
          <p:cNvSpPr/>
          <p:nvPr/>
        </p:nvSpPr>
        <p:spPr>
          <a:xfrm>
            <a:off x="2981717" y="3288742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КАКАТЬ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6F58074-9866-34D8-4EB6-1BC57CED59A1}"/>
              </a:ext>
            </a:extLst>
          </p:cNvPr>
          <p:cNvSpPr/>
          <p:nvPr/>
        </p:nvSpPr>
        <p:spPr>
          <a:xfrm>
            <a:off x="2981717" y="3821015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Роблокс играть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2511324"/>
            <a:ext cx="5337932" cy="60565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68637" y="2584872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68637" y="2600798"/>
            <a:ext cx="458556" cy="458556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93F5E08-8ED8-CC8B-E618-6DB2C4C91377}"/>
              </a:ext>
            </a:extLst>
          </p:cNvPr>
          <p:cNvSpPr/>
          <p:nvPr/>
        </p:nvSpPr>
        <p:spPr>
          <a:xfrm>
            <a:off x="8305601" y="3260227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7C385E8-557A-5F04-8B36-CA5CA5E638F0}"/>
              </a:ext>
            </a:extLst>
          </p:cNvPr>
          <p:cNvSpPr/>
          <p:nvPr/>
        </p:nvSpPr>
        <p:spPr>
          <a:xfrm>
            <a:off x="1409700" y="3260226"/>
            <a:ext cx="1229801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6581F614-FBB1-EB32-AD9F-B79F6B8B6E48}"/>
              </a:ext>
            </a:extLst>
          </p:cNvPr>
          <p:cNvSpPr/>
          <p:nvPr/>
        </p:nvSpPr>
        <p:spPr>
          <a:xfrm>
            <a:off x="2811175" y="5213024"/>
            <a:ext cx="4802776" cy="362396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A89E44B-0CA1-FF15-3355-F53EF8975BAE}"/>
              </a:ext>
            </a:extLst>
          </p:cNvPr>
          <p:cNvSpPr/>
          <p:nvPr/>
        </p:nvSpPr>
        <p:spPr>
          <a:xfrm>
            <a:off x="3110015" y="1711885"/>
            <a:ext cx="4802776" cy="75260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04A349F2-77B3-2B33-A95B-50F148D82E38}"/>
              </a:ext>
            </a:extLst>
          </p:cNvPr>
          <p:cNvSpPr/>
          <p:nvPr/>
        </p:nvSpPr>
        <p:spPr>
          <a:xfrm>
            <a:off x="7888679" y="1260953"/>
            <a:ext cx="1904103" cy="1277088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F691404F-BC7B-B131-8EEC-9A1B15CFEA73}"/>
              </a:ext>
            </a:extLst>
          </p:cNvPr>
          <p:cNvSpPr/>
          <p:nvPr/>
        </p:nvSpPr>
        <p:spPr>
          <a:xfrm>
            <a:off x="2981717" y="2584917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  <a:alpha val="60000"/>
                </a:schemeClr>
              </a:gs>
              <a:gs pos="35000">
                <a:schemeClr val="accent3">
                  <a:lumMod val="0"/>
                  <a:lumOff val="100000"/>
                  <a:alpha val="60000"/>
                </a:schemeClr>
              </a:gs>
              <a:gs pos="100000">
                <a:schemeClr val="accent3">
                  <a:lumMod val="100000"/>
                  <a:alpha val="6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проверить обновления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235095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ВБ/ЗКК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0" name="Прямоугольник: скругленные углы 29">
            <a:hlinkClick r:id="rId15" action="ppaction://hlinksldjump"/>
            <a:extLst>
              <a:ext uri="{FF2B5EF4-FFF2-40B4-BE49-F238E27FC236}">
                <a16:creationId xmlns:a16="http://schemas.microsoft.com/office/drawing/2014/main" id="{B588DDC8-6243-38B1-6981-BC9B6DEB36C5}"/>
              </a:ext>
            </a:extLst>
          </p:cNvPr>
          <p:cNvSpPr/>
          <p:nvPr/>
        </p:nvSpPr>
        <p:spPr>
          <a:xfrm>
            <a:off x="1610551" y="2527808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YaPokakal.ru/instrukciya-kak-kakat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582903" y="1645326"/>
            <a:ext cx="5337932" cy="605652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97747" y="1727956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hlinkClick r:id="rId16" action="ppaction://hlinksldjump"/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97747" y="1727956"/>
            <a:ext cx="458556" cy="458556"/>
          </a:xfrm>
          <a:prstGeom prst="roundRect">
            <a:avLst/>
          </a:prstGeom>
          <a:blipFill>
            <a:blip r:embed="rId17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BC242D68-5FDA-CFF9-815E-AB8DB5E29B0B}"/>
              </a:ext>
            </a:extLst>
          </p:cNvPr>
          <p:cNvSpPr/>
          <p:nvPr/>
        </p:nvSpPr>
        <p:spPr>
          <a:xfrm>
            <a:off x="2981717" y="1744839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60000"/>
                </a:schemeClr>
              </a:gs>
              <a:gs pos="74000">
                <a:schemeClr val="accent3">
                  <a:lumMod val="45000"/>
                  <a:lumOff val="55000"/>
                  <a:alpha val="60000"/>
                </a:schemeClr>
              </a:gs>
              <a:gs pos="83000">
                <a:schemeClr val="accent3">
                  <a:lumMod val="45000"/>
                  <a:lumOff val="55000"/>
                  <a:alpha val="60000"/>
                </a:schemeClr>
              </a:gs>
              <a:gs pos="100000">
                <a:schemeClr val="accent3">
                  <a:lumMod val="30000"/>
                  <a:lumOff val="70000"/>
                  <a:alpha val="6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КАКАТЬ</a:t>
            </a:r>
          </a:p>
        </p:txBody>
      </p:sp>
      <p:sp>
        <p:nvSpPr>
          <p:cNvPr id="38" name="Прямоугольник: скругленные углы 37">
            <a:hlinkClick r:id="rId18" action="ppaction://hlinksldjump"/>
            <a:extLst>
              <a:ext uri="{FF2B5EF4-FFF2-40B4-BE49-F238E27FC236}">
                <a16:creationId xmlns:a16="http://schemas.microsoft.com/office/drawing/2014/main" id="{10278664-9ABD-E28B-8A97-A713EA1ECADB}"/>
              </a:ext>
            </a:extLst>
          </p:cNvPr>
          <p:cNvSpPr/>
          <p:nvPr/>
        </p:nvSpPr>
        <p:spPr>
          <a:xfrm>
            <a:off x="1578937" y="3078625"/>
            <a:ext cx="3685519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vsegaydi.ru/kak-pokakat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1CA059D-B16B-FEEE-D8F4-3195B25F0FD7}"/>
              </a:ext>
            </a:extLst>
          </p:cNvPr>
          <p:cNvSpPr/>
          <p:nvPr/>
        </p:nvSpPr>
        <p:spPr>
          <a:xfrm>
            <a:off x="8305601" y="2653834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0" name="Прямоугольник: скругленные углы 39">
            <a:hlinkClick r:id="rId19" action="ppaction://hlinksldjump"/>
            <a:extLst>
              <a:ext uri="{FF2B5EF4-FFF2-40B4-BE49-F238E27FC236}">
                <a16:creationId xmlns:a16="http://schemas.microsoft.com/office/drawing/2014/main" id="{FBC7D1ED-F8D1-514F-AA31-EA53246F7F35}"/>
              </a:ext>
            </a:extLst>
          </p:cNvPr>
          <p:cNvSpPr/>
          <p:nvPr/>
        </p:nvSpPr>
        <p:spPr>
          <a:xfrm>
            <a:off x="1578937" y="3580761"/>
            <a:ext cx="3685519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Roplacs.com/ad/how-to-poop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B9C02884-9DE6-8432-4A7D-8416FFF5E8B8}"/>
              </a:ext>
            </a:extLst>
          </p:cNvPr>
          <p:cNvSpPr/>
          <p:nvPr/>
        </p:nvSpPr>
        <p:spPr>
          <a:xfrm>
            <a:off x="1471469" y="17196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 </a:t>
            </a:r>
            <a:r>
              <a:rPr lang="ru-RU" sz="1200" dirty="0">
                <a:solidFill>
                  <a:schemeClr val="tx1"/>
                </a:solidFill>
              </a:rPr>
              <a:t>результата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7D9B75E9-811E-DAFF-5C71-2E759930202F}"/>
              </a:ext>
            </a:extLst>
          </p:cNvPr>
          <p:cNvSpPr/>
          <p:nvPr/>
        </p:nvSpPr>
        <p:spPr>
          <a:xfrm>
            <a:off x="5251869" y="3517551"/>
            <a:ext cx="2977917" cy="613521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rgbClr val="FF0000"/>
              </a:gs>
              <a:gs pos="75000">
                <a:srgbClr val="C00000"/>
              </a:gs>
              <a:gs pos="100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Сайт не обновлялся с 12 июн. 2007 г.</a:t>
            </a:r>
          </a:p>
        </p:txBody>
      </p:sp>
    </p:spTree>
    <p:extLst>
      <p:ext uri="{BB962C8B-B14F-4D97-AF65-F5344CB8AC3E}">
        <p14:creationId xmlns:p14="http://schemas.microsoft.com/office/powerpoint/2010/main" val="746687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ВБ/ЗКК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582903" y="1645326"/>
            <a:ext cx="5337932" cy="605652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97747" y="1727956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BC242D68-5FDA-CFF9-815E-AB8DB5E29B0B}"/>
              </a:ext>
            </a:extLst>
          </p:cNvPr>
          <p:cNvSpPr/>
          <p:nvPr/>
        </p:nvSpPr>
        <p:spPr>
          <a:xfrm>
            <a:off x="2981717" y="1744839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60000"/>
                </a:schemeClr>
              </a:gs>
              <a:gs pos="74000">
                <a:schemeClr val="accent3">
                  <a:lumMod val="45000"/>
                  <a:lumOff val="55000"/>
                  <a:alpha val="60000"/>
                </a:schemeClr>
              </a:gs>
              <a:gs pos="83000">
                <a:schemeClr val="accent3">
                  <a:lumMod val="45000"/>
                  <a:lumOff val="55000"/>
                  <a:alpha val="60000"/>
                </a:schemeClr>
              </a:gs>
              <a:gs pos="100000">
                <a:schemeClr val="accent3">
                  <a:lumMod val="30000"/>
                  <a:lumOff val="70000"/>
                  <a:alpha val="6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проверить обновления системы</a:t>
            </a:r>
          </a:p>
        </p:txBody>
      </p:sp>
      <p:sp>
        <p:nvSpPr>
          <p:cNvPr id="38" name="Прямоугольник: скругленные углы 37">
            <a:hlinkClick r:id="rId15" action="ppaction://hlinksldjump"/>
            <a:extLst>
              <a:ext uri="{FF2B5EF4-FFF2-40B4-BE49-F238E27FC236}">
                <a16:creationId xmlns:a16="http://schemas.microsoft.com/office/drawing/2014/main" id="{10278664-9ABD-E28B-8A97-A713EA1ECADB}"/>
              </a:ext>
            </a:extLst>
          </p:cNvPr>
          <p:cNvSpPr/>
          <p:nvPr/>
        </p:nvSpPr>
        <p:spPr>
          <a:xfrm>
            <a:off x="1527044" y="2588436"/>
            <a:ext cx="3685519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vsegaydi.ru/kak-proverit-obnovleni…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1CA059D-B16B-FEEE-D8F4-3195B25F0FD7}"/>
              </a:ext>
            </a:extLst>
          </p:cNvPr>
          <p:cNvSpPr/>
          <p:nvPr/>
        </p:nvSpPr>
        <p:spPr>
          <a:xfrm>
            <a:off x="8305601" y="2653834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B9C02884-9DE6-8432-4A7D-8416FFF5E8B8}"/>
              </a:ext>
            </a:extLst>
          </p:cNvPr>
          <p:cNvSpPr/>
          <p:nvPr/>
        </p:nvSpPr>
        <p:spPr>
          <a:xfrm>
            <a:off x="1471469" y="17196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 </a:t>
            </a:r>
            <a:r>
              <a:rPr lang="ru-RU" sz="1200" dirty="0">
                <a:solidFill>
                  <a:schemeClr val="tx1"/>
                </a:solidFill>
              </a:rPr>
              <a:t>результат</a:t>
            </a:r>
          </a:p>
        </p:txBody>
      </p:sp>
      <p:sp>
        <p:nvSpPr>
          <p:cNvPr id="36" name="Прямоугольник: скругленные углы 35">
            <a:hlinkClick r:id="rId16" action="ppaction://hlinksldjump"/>
            <a:extLst>
              <a:ext uri="{FF2B5EF4-FFF2-40B4-BE49-F238E27FC236}">
                <a16:creationId xmlns:a16="http://schemas.microsoft.com/office/drawing/2014/main" id="{878BD50C-FFCA-906F-E93A-E93DDC7C5022}"/>
              </a:ext>
            </a:extLst>
          </p:cNvPr>
          <p:cNvSpPr/>
          <p:nvPr/>
        </p:nvSpPr>
        <p:spPr>
          <a:xfrm>
            <a:off x="7991980" y="1732130"/>
            <a:ext cx="458556" cy="458556"/>
          </a:xfrm>
          <a:prstGeom prst="roundRect">
            <a:avLst/>
          </a:prstGeom>
          <a:blipFill>
            <a:blip r:embed="rId17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5200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ВБ/СВГ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582903" y="1751823"/>
            <a:ext cx="5337932" cy="392658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vsegaydi.ru/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kak-proverit-obnovleniya-borling-os-1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97747" y="1727956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1CA059D-B16B-FEEE-D8F4-3195B25F0FD7}"/>
              </a:ext>
            </a:extLst>
          </p:cNvPr>
          <p:cNvSpPr/>
          <p:nvPr/>
        </p:nvSpPr>
        <p:spPr>
          <a:xfrm>
            <a:off x="1662364" y="2381829"/>
            <a:ext cx="1658030" cy="540093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ВСЕГАЙДЫ.РУ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12A6E6D-DAE9-3A50-A1CA-9292A095AC8C}"/>
              </a:ext>
            </a:extLst>
          </p:cNvPr>
          <p:cNvSpPr/>
          <p:nvPr/>
        </p:nvSpPr>
        <p:spPr>
          <a:xfrm>
            <a:off x="3320394" y="2467275"/>
            <a:ext cx="4207870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проверить обновления </a:t>
            </a:r>
            <a:r>
              <a:rPr lang="en-US" dirty="0">
                <a:solidFill>
                  <a:schemeClr val="tx1"/>
                </a:solidFill>
              </a:rPr>
              <a:t>Borling OS 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35E7C558-AA83-012F-93F9-36186A6BB33E}"/>
              </a:ext>
            </a:extLst>
          </p:cNvPr>
          <p:cNvSpPr/>
          <p:nvPr/>
        </p:nvSpPr>
        <p:spPr>
          <a:xfrm>
            <a:off x="1662364" y="3138218"/>
            <a:ext cx="546550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1.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112E923-D641-5EAD-6366-E18C259243D6}"/>
              </a:ext>
            </a:extLst>
          </p:cNvPr>
          <p:cNvSpPr/>
          <p:nvPr/>
        </p:nvSpPr>
        <p:spPr>
          <a:xfrm>
            <a:off x="1662364" y="3518189"/>
            <a:ext cx="546550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0D76CE32-9552-442F-17FE-0459243695CF}"/>
              </a:ext>
            </a:extLst>
          </p:cNvPr>
          <p:cNvSpPr/>
          <p:nvPr/>
        </p:nvSpPr>
        <p:spPr>
          <a:xfrm>
            <a:off x="1662364" y="3898160"/>
            <a:ext cx="546550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3.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D199315D-C7CF-6B15-8652-B87AC7765BEB}"/>
              </a:ext>
            </a:extLst>
          </p:cNvPr>
          <p:cNvSpPr/>
          <p:nvPr/>
        </p:nvSpPr>
        <p:spPr>
          <a:xfrm>
            <a:off x="2300539" y="3149545"/>
            <a:ext cx="3210862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Зайти в «о пк»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436386FB-18F8-2209-5C43-7B0B6C66493D}"/>
              </a:ext>
            </a:extLst>
          </p:cNvPr>
          <p:cNvSpPr/>
          <p:nvPr/>
        </p:nvSpPr>
        <p:spPr>
          <a:xfrm>
            <a:off x="2300538" y="3529141"/>
            <a:ext cx="3210863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Нажать «обновления»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F60F18C8-B6F9-4A9A-D01B-78FA003E412E}"/>
              </a:ext>
            </a:extLst>
          </p:cNvPr>
          <p:cNvSpPr/>
          <p:nvPr/>
        </p:nvSpPr>
        <p:spPr>
          <a:xfrm>
            <a:off x="2300539" y="3908737"/>
            <a:ext cx="3210864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Посмотреть доступны ли они</a:t>
            </a:r>
          </a:p>
        </p:txBody>
      </p:sp>
      <p:sp>
        <p:nvSpPr>
          <p:cNvPr id="30" name="Прямоугольник: скругленные углы 29">
            <a:hlinkClick r:id="rId15" action="ppaction://hlinksldjump"/>
            <a:extLst>
              <a:ext uri="{FF2B5EF4-FFF2-40B4-BE49-F238E27FC236}">
                <a16:creationId xmlns:a16="http://schemas.microsoft.com/office/drawing/2014/main" id="{3DC8C54E-654C-6A7D-E3BA-6FCCBAAB4E7D}"/>
              </a:ext>
            </a:extLst>
          </p:cNvPr>
          <p:cNvSpPr/>
          <p:nvPr/>
        </p:nvSpPr>
        <p:spPr>
          <a:xfrm>
            <a:off x="7991980" y="1732130"/>
            <a:ext cx="458556" cy="458556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5335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ВБ/РКК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582903" y="1785401"/>
            <a:ext cx="5337932" cy="325502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Roplacs.com/ad/how-to-poop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97747" y="1727956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1CA059D-B16B-FEEE-D8F4-3195B25F0FD7}"/>
              </a:ext>
            </a:extLst>
          </p:cNvPr>
          <p:cNvSpPr/>
          <p:nvPr/>
        </p:nvSpPr>
        <p:spPr>
          <a:xfrm>
            <a:off x="3188329" y="2268450"/>
            <a:ext cx="4215484" cy="4215268"/>
          </a:xfrm>
          <a:prstGeom prst="roundRect">
            <a:avLst>
              <a:gd name="adj" fmla="val 0"/>
            </a:avLst>
          </a:prstGeom>
          <a:blipFill>
            <a:blip r:embed="rId15"/>
            <a:stretch>
              <a:fillRect/>
            </a:stretch>
          </a:blipFill>
          <a:ln>
            <a:solidFill>
              <a:schemeClr val="accent3">
                <a:shade val="15000"/>
              </a:schemeClr>
            </a:solidFill>
          </a:ln>
          <a:effectLst>
            <a:softEdge rad="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A4F7134-7CBC-DA17-5203-6424DBBCC3B5}"/>
              </a:ext>
            </a:extLst>
          </p:cNvPr>
          <p:cNvSpPr/>
          <p:nvPr/>
        </p:nvSpPr>
        <p:spPr>
          <a:xfrm>
            <a:off x="7568195" y="3517551"/>
            <a:ext cx="1795068" cy="756066"/>
          </a:xfrm>
          <a:prstGeom prst="roundRect">
            <a:avLst>
              <a:gd name="adj" fmla="val 23626"/>
            </a:avLst>
          </a:prstGeom>
          <a:solidFill>
            <a:srgbClr val="00B0F0"/>
          </a:solidFill>
          <a:ln>
            <a:solidFill>
              <a:schemeClr val="accent3">
                <a:shade val="15000"/>
              </a:schemeClr>
            </a:solidFill>
          </a:ln>
          <a:effectLst>
            <a:softEdge rad="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1200X1200 banner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Прямоугольник: скругленные углы 35">
            <a:hlinkClick r:id="rId16" action="ppaction://hlinksldjump"/>
            <a:extLst>
              <a:ext uri="{FF2B5EF4-FFF2-40B4-BE49-F238E27FC236}">
                <a16:creationId xmlns:a16="http://schemas.microsoft.com/office/drawing/2014/main" id="{D3496B74-47A0-4C49-414A-4EBCDA0C3DE0}"/>
              </a:ext>
            </a:extLst>
          </p:cNvPr>
          <p:cNvSpPr/>
          <p:nvPr/>
        </p:nvSpPr>
        <p:spPr>
          <a:xfrm>
            <a:off x="7991980" y="1732130"/>
            <a:ext cx="458556" cy="458556"/>
          </a:xfrm>
          <a:prstGeom prst="roundRect">
            <a:avLst/>
          </a:prstGeom>
          <a:blipFill>
            <a:blip r:embed="rId17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3865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ВБ/СВГ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582903" y="1751823"/>
            <a:ext cx="5337932" cy="392658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vsegaydi.ru/kak-pokakat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97747" y="1727956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1CA059D-B16B-FEEE-D8F4-3195B25F0FD7}"/>
              </a:ext>
            </a:extLst>
          </p:cNvPr>
          <p:cNvSpPr/>
          <p:nvPr/>
        </p:nvSpPr>
        <p:spPr>
          <a:xfrm>
            <a:off x="1662364" y="2381829"/>
            <a:ext cx="1658030" cy="540093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ВСЕГАЙДЫ.РУ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12A6E6D-DAE9-3A50-A1CA-9292A095AC8C}"/>
              </a:ext>
            </a:extLst>
          </p:cNvPr>
          <p:cNvSpPr/>
          <p:nvPr/>
        </p:nvSpPr>
        <p:spPr>
          <a:xfrm>
            <a:off x="3320394" y="2467275"/>
            <a:ext cx="1658030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Как покакать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35E7C558-AA83-012F-93F9-36186A6BB33E}"/>
              </a:ext>
            </a:extLst>
          </p:cNvPr>
          <p:cNvSpPr/>
          <p:nvPr/>
        </p:nvSpPr>
        <p:spPr>
          <a:xfrm>
            <a:off x="1662364" y="3138218"/>
            <a:ext cx="546550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1.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112E923-D641-5EAD-6366-E18C259243D6}"/>
              </a:ext>
            </a:extLst>
          </p:cNvPr>
          <p:cNvSpPr/>
          <p:nvPr/>
        </p:nvSpPr>
        <p:spPr>
          <a:xfrm>
            <a:off x="1662364" y="3518189"/>
            <a:ext cx="546550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0D76CE32-9552-442F-17FE-0459243695CF}"/>
              </a:ext>
            </a:extLst>
          </p:cNvPr>
          <p:cNvSpPr/>
          <p:nvPr/>
        </p:nvSpPr>
        <p:spPr>
          <a:xfrm>
            <a:off x="1662364" y="3898160"/>
            <a:ext cx="546550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3.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D199315D-C7CF-6B15-8652-B87AC7765BEB}"/>
              </a:ext>
            </a:extLst>
          </p:cNvPr>
          <p:cNvSpPr/>
          <p:nvPr/>
        </p:nvSpPr>
        <p:spPr>
          <a:xfrm>
            <a:off x="2300539" y="3149545"/>
            <a:ext cx="2871544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Снимите штаны с трусами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436386FB-18F8-2209-5C43-7B0B6C66493D}"/>
              </a:ext>
            </a:extLst>
          </p:cNvPr>
          <p:cNvSpPr/>
          <p:nvPr/>
        </p:nvSpPr>
        <p:spPr>
          <a:xfrm>
            <a:off x="2300539" y="3529141"/>
            <a:ext cx="2871544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Сядьте на толчок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F60F18C8-B6F9-4A9A-D01B-78FA003E412E}"/>
              </a:ext>
            </a:extLst>
          </p:cNvPr>
          <p:cNvSpPr/>
          <p:nvPr/>
        </p:nvSpPr>
        <p:spPr>
          <a:xfrm>
            <a:off x="2300539" y="3908737"/>
            <a:ext cx="2871544" cy="379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покакайте</a:t>
            </a:r>
          </a:p>
        </p:txBody>
      </p:sp>
      <p:sp>
        <p:nvSpPr>
          <p:cNvPr id="48" name="Прямоугольник: скругленные углы 47">
            <a:hlinkClick r:id="rId15" action="ppaction://hlinksldjump"/>
            <a:extLst>
              <a:ext uri="{FF2B5EF4-FFF2-40B4-BE49-F238E27FC236}">
                <a16:creationId xmlns:a16="http://schemas.microsoft.com/office/drawing/2014/main" id="{3C92BA5A-EC8A-78FE-89D9-ED21986876E9}"/>
              </a:ext>
            </a:extLst>
          </p:cNvPr>
          <p:cNvSpPr/>
          <p:nvPr/>
        </p:nvSpPr>
        <p:spPr>
          <a:xfrm>
            <a:off x="7991980" y="1732130"/>
            <a:ext cx="458556" cy="458556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452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ВБ/СЯП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B588DDC8-6243-38B1-6981-BC9B6DEB36C5}"/>
              </a:ext>
            </a:extLst>
          </p:cNvPr>
          <p:cNvSpPr/>
          <p:nvPr/>
        </p:nvSpPr>
        <p:spPr>
          <a:xfrm>
            <a:off x="3421696" y="1724515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YaPokakal.ru/instrukciya-kak-kakat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582903" y="1764654"/>
            <a:ext cx="5337932" cy="366996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YaPokakal.ru/instrukciya-kak-kakat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97747" y="1727956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1CA059D-B16B-FEEE-D8F4-3195B25F0FD7}"/>
              </a:ext>
            </a:extLst>
          </p:cNvPr>
          <p:cNvSpPr/>
          <p:nvPr/>
        </p:nvSpPr>
        <p:spPr>
          <a:xfrm>
            <a:off x="3680475" y="2596691"/>
            <a:ext cx="3231192" cy="1864899"/>
          </a:xfrm>
          <a:prstGeom prst="roundRect">
            <a:avLst>
              <a:gd name="adj" fmla="val 23626"/>
            </a:avLst>
          </a:prstGeom>
          <a:noFill/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ЧТОБЫ КАКАТЬ НАДО КАКАТЬ</a:t>
            </a:r>
          </a:p>
        </p:txBody>
      </p:sp>
      <p:sp>
        <p:nvSpPr>
          <p:cNvPr id="24" name="Прямоугольник: скругленные углы 23">
            <a:hlinkClick r:id="rId15" action="ppaction://hlinksldjump"/>
            <a:extLst>
              <a:ext uri="{FF2B5EF4-FFF2-40B4-BE49-F238E27FC236}">
                <a16:creationId xmlns:a16="http://schemas.microsoft.com/office/drawing/2014/main" id="{C0346869-D703-B31E-37D3-5A5D9C6F5295}"/>
              </a:ext>
            </a:extLst>
          </p:cNvPr>
          <p:cNvSpPr/>
          <p:nvPr/>
        </p:nvSpPr>
        <p:spPr>
          <a:xfrm>
            <a:off x="8009736" y="1732130"/>
            <a:ext cx="458556" cy="458556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4953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</a:t>
            </a:r>
            <a:r>
              <a:rPr lang="en-US" dirty="0"/>
              <a:t>/</a:t>
            </a:r>
            <a:r>
              <a:rPr lang="ru-RU" dirty="0"/>
              <a:t>ЗРИ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hlinkClick r:id="rId15" action="ppaction://hlinksldjump"/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1578938" y="2613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60565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68637" y="1776999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6F58074-9866-34D8-4EB6-1BC57CED59A1}"/>
              </a:ext>
            </a:extLst>
          </p:cNvPr>
          <p:cNvSpPr/>
          <p:nvPr/>
        </p:nvSpPr>
        <p:spPr>
          <a:xfrm>
            <a:off x="2981717" y="1788027"/>
            <a:ext cx="4380732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  <a:alpha val="60000"/>
                </a:schemeClr>
              </a:gs>
              <a:gs pos="35000">
                <a:schemeClr val="accent3">
                  <a:lumMod val="0"/>
                  <a:lumOff val="100000"/>
                  <a:alpha val="60000"/>
                </a:schemeClr>
              </a:gs>
              <a:gs pos="100000">
                <a:schemeClr val="accent3">
                  <a:lumMod val="100000"/>
                  <a:alpha val="6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Роблокс играть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A17236E5-CA93-9BBD-77EF-7406A4DA70EC}"/>
              </a:ext>
            </a:extLst>
          </p:cNvPr>
          <p:cNvSpPr/>
          <p:nvPr/>
        </p:nvSpPr>
        <p:spPr>
          <a:xfrm>
            <a:off x="1471469" y="17196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результат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189EFDC1-F0E3-464E-ABB6-19B4F22BE8AB}"/>
              </a:ext>
            </a:extLst>
          </p:cNvPr>
          <p:cNvSpPr/>
          <p:nvPr/>
        </p:nvSpPr>
        <p:spPr>
          <a:xfrm>
            <a:off x="5296071" y="2613583"/>
            <a:ext cx="2977917" cy="613521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rgbClr val="FF0000"/>
              </a:gs>
              <a:gs pos="75000">
                <a:srgbClr val="C00000"/>
              </a:gs>
              <a:gs pos="100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Сайт не обновлялся с 12 июн. 2007 г.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52CCE660-173E-8552-AE5E-673EA5F366A9}"/>
              </a:ext>
            </a:extLst>
          </p:cNvPr>
          <p:cNvSpPr/>
          <p:nvPr/>
        </p:nvSpPr>
        <p:spPr>
          <a:xfrm>
            <a:off x="8305601" y="2653834"/>
            <a:ext cx="1406290" cy="1864899"/>
          </a:xfrm>
          <a:prstGeom prst="roundRect">
            <a:avLst>
              <a:gd name="adj" fmla="val 23626"/>
            </a:avLst>
          </a:prstGeom>
          <a:gradFill>
            <a:gsLst>
              <a:gs pos="0">
                <a:srgbClr val="FF0000"/>
              </a:gs>
              <a:gs pos="46000">
                <a:srgbClr val="C00000"/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Реклама заблокирована.</a:t>
            </a:r>
          </a:p>
        </p:txBody>
      </p:sp>
      <p:sp>
        <p:nvSpPr>
          <p:cNvPr id="24" name="Прямоугольник: скругленные углы 23">
            <a:hlinkClick r:id="rId16" action="ppaction://hlinksldjump"/>
            <a:extLst>
              <a:ext uri="{FF2B5EF4-FFF2-40B4-BE49-F238E27FC236}">
                <a16:creationId xmlns:a16="http://schemas.microsoft.com/office/drawing/2014/main" id="{333BDDDB-9CF9-9505-242B-8FC272F9726E}"/>
              </a:ext>
            </a:extLst>
          </p:cNvPr>
          <p:cNvSpPr/>
          <p:nvPr/>
        </p:nvSpPr>
        <p:spPr>
          <a:xfrm>
            <a:off x="7965809" y="1800415"/>
            <a:ext cx="458556" cy="458556"/>
          </a:xfrm>
          <a:prstGeom prst="roundRect">
            <a:avLst/>
          </a:prstGeom>
          <a:blipFill>
            <a:blip r:embed="rId17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057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ВБ/СРХ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15" action="ppaction://hlinksldjump"/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4324351" y="2728658"/>
            <a:ext cx="1907978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ИГРАТЬ</a:t>
            </a:r>
          </a:p>
        </p:txBody>
      </p:sp>
      <p:sp>
        <p:nvSpPr>
          <p:cNvPr id="30" name="Прямоугольник: скругленные углы 29">
            <a:hlinkClick r:id="rId16" action="ppaction://hlinksldjump"/>
            <a:extLst>
              <a:ext uri="{FF2B5EF4-FFF2-40B4-BE49-F238E27FC236}">
                <a16:creationId xmlns:a16="http://schemas.microsoft.com/office/drawing/2014/main" id="{B2B6682A-EFA7-A531-966D-E02A697C6E39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blipFill>
            <a:blip r:embed="rId17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8934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ВБ/СП1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15" action="ppaction://hlinksldjump"/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07EFCF9-2E40-FA59-4A69-EA9C962C26F2}"/>
              </a:ext>
            </a:extLst>
          </p:cNvPr>
          <p:cNvSpPr/>
          <p:nvPr/>
        </p:nvSpPr>
        <p:spPr>
          <a:xfrm>
            <a:off x="1471469" y="4032985"/>
            <a:ext cx="6671504" cy="680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6FFAE07-F297-B4D8-2336-A7F9A05318B3}"/>
              </a:ext>
            </a:extLst>
          </p:cNvPr>
          <p:cNvSpPr/>
          <p:nvPr/>
        </p:nvSpPr>
        <p:spPr>
          <a:xfrm>
            <a:off x="8123638" y="4032985"/>
            <a:ext cx="1578627" cy="6805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284E1495-D29F-6946-7388-88213FFCFF73}"/>
              </a:ext>
            </a:extLst>
          </p:cNvPr>
          <p:cNvSpPr/>
          <p:nvPr/>
        </p:nvSpPr>
        <p:spPr>
          <a:xfrm>
            <a:off x="7829311" y="2437484"/>
            <a:ext cx="294327" cy="159345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0A6FD6F-CF89-9A78-0D2C-6E6678055AA8}"/>
              </a:ext>
            </a:extLst>
          </p:cNvPr>
          <p:cNvSpPr/>
          <p:nvPr/>
        </p:nvSpPr>
        <p:spPr>
          <a:xfrm>
            <a:off x="7397024" y="3226130"/>
            <a:ext cx="679274" cy="3389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ИСП.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1F02DA7-ABE6-77E1-A2D5-B42F6B282F20}"/>
              </a:ext>
            </a:extLst>
          </p:cNvPr>
          <p:cNvSpPr/>
          <p:nvPr/>
        </p:nvSpPr>
        <p:spPr>
          <a:xfrm>
            <a:off x="1499843" y="24434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: скругленные углы 42">
            <a:hlinkClick r:id="rId17" action="ppaction://hlinksldjump"/>
            <a:extLst>
              <a:ext uri="{FF2B5EF4-FFF2-40B4-BE49-F238E27FC236}">
                <a16:creationId xmlns:a16="http://schemas.microsoft.com/office/drawing/2014/main" id="{C55EB3E1-DD12-2459-0F51-B9583C06771A}"/>
              </a:ext>
            </a:extLst>
          </p:cNvPr>
          <p:cNvSpPr/>
          <p:nvPr/>
        </p:nvSpPr>
        <p:spPr>
          <a:xfrm>
            <a:off x="7944514" y="1683653"/>
            <a:ext cx="458556" cy="458556"/>
          </a:xfrm>
          <a:prstGeom prst="roundRect">
            <a:avLst/>
          </a:prstGeom>
          <a:blipFill>
            <a:blip r:embed="rId18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996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15" action="ppaction://hlinksldjump"/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07EFCF9-2E40-FA59-4A69-EA9C962C26F2}"/>
              </a:ext>
            </a:extLst>
          </p:cNvPr>
          <p:cNvSpPr/>
          <p:nvPr/>
        </p:nvSpPr>
        <p:spPr>
          <a:xfrm>
            <a:off x="1471469" y="4032985"/>
            <a:ext cx="6671504" cy="680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6FFAE07-F297-B4D8-2336-A7F9A05318B3}"/>
              </a:ext>
            </a:extLst>
          </p:cNvPr>
          <p:cNvSpPr/>
          <p:nvPr/>
        </p:nvSpPr>
        <p:spPr>
          <a:xfrm>
            <a:off x="8123638" y="4032985"/>
            <a:ext cx="1578627" cy="6805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0A6FD6F-CF89-9A78-0D2C-6E6678055AA8}"/>
              </a:ext>
            </a:extLst>
          </p:cNvPr>
          <p:cNvSpPr/>
          <p:nvPr/>
        </p:nvSpPr>
        <p:spPr>
          <a:xfrm>
            <a:off x="7397024" y="3226130"/>
            <a:ext cx="679274" cy="3389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ИСП.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1F02DA7-ABE6-77E1-A2D5-B42F6B282F20}"/>
              </a:ext>
            </a:extLst>
          </p:cNvPr>
          <p:cNvSpPr/>
          <p:nvPr/>
        </p:nvSpPr>
        <p:spPr>
          <a:xfrm>
            <a:off x="1499843" y="24434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: скругленные углы 39">
            <a:hlinkClick r:id="rId17" action="ppaction://hlinksldjump"/>
            <a:extLst>
              <a:ext uri="{FF2B5EF4-FFF2-40B4-BE49-F238E27FC236}">
                <a16:creationId xmlns:a16="http://schemas.microsoft.com/office/drawing/2014/main" id="{AFF4DCC7-D3F5-D218-5755-994B5B04C7D9}"/>
              </a:ext>
            </a:extLst>
          </p:cNvPr>
          <p:cNvSpPr/>
          <p:nvPr/>
        </p:nvSpPr>
        <p:spPr>
          <a:xfrm>
            <a:off x="7944514" y="1683653"/>
            <a:ext cx="458556" cy="458556"/>
          </a:xfrm>
          <a:prstGeom prst="roundRect">
            <a:avLst/>
          </a:prstGeom>
          <a:blipFill>
            <a:blip r:embed="rId18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213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ВБ/СП2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hlinkClick r:id="rId15" action="ppaction://hlinksldjump"/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hlinkClick r:id="rId16" action="ppaction://hlinksldjump"/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07EFCF9-2E40-FA59-4A69-EA9C962C26F2}"/>
              </a:ext>
            </a:extLst>
          </p:cNvPr>
          <p:cNvSpPr/>
          <p:nvPr/>
        </p:nvSpPr>
        <p:spPr>
          <a:xfrm>
            <a:off x="1471469" y="4032985"/>
            <a:ext cx="6671504" cy="680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6FFAE07-F297-B4D8-2336-A7F9A05318B3}"/>
              </a:ext>
            </a:extLst>
          </p:cNvPr>
          <p:cNvSpPr/>
          <p:nvPr/>
        </p:nvSpPr>
        <p:spPr>
          <a:xfrm>
            <a:off x="8123638" y="4032985"/>
            <a:ext cx="1578627" cy="6805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284E1495-D29F-6946-7388-88213FFCFF73}"/>
              </a:ext>
            </a:extLst>
          </p:cNvPr>
          <p:cNvSpPr/>
          <p:nvPr/>
        </p:nvSpPr>
        <p:spPr>
          <a:xfrm>
            <a:off x="7829311" y="2437484"/>
            <a:ext cx="294327" cy="159345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0A6FD6F-CF89-9A78-0D2C-6E6678055AA8}"/>
              </a:ext>
            </a:extLst>
          </p:cNvPr>
          <p:cNvSpPr/>
          <p:nvPr/>
        </p:nvSpPr>
        <p:spPr>
          <a:xfrm>
            <a:off x="7397024" y="3226130"/>
            <a:ext cx="679274" cy="3389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ИСП.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1F02DA7-ABE6-77E1-A2D5-B42F6B282F20}"/>
              </a:ext>
            </a:extLst>
          </p:cNvPr>
          <p:cNvSpPr/>
          <p:nvPr/>
        </p:nvSpPr>
        <p:spPr>
          <a:xfrm>
            <a:off x="6068666" y="2422425"/>
            <a:ext cx="1594800" cy="1593453"/>
          </a:xfrm>
          <a:prstGeom prst="rect">
            <a:avLst/>
          </a:prstGeom>
          <a:blipFill>
            <a:blip r:embed="rId17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: скругленные углы 42">
            <a:hlinkClick r:id="rId18" action="ppaction://hlinksldjump"/>
            <a:extLst>
              <a:ext uri="{FF2B5EF4-FFF2-40B4-BE49-F238E27FC236}">
                <a16:creationId xmlns:a16="http://schemas.microsoft.com/office/drawing/2014/main" id="{B580391B-2421-1AB8-A10D-94EF87154050}"/>
              </a:ext>
            </a:extLst>
          </p:cNvPr>
          <p:cNvSpPr/>
          <p:nvPr/>
        </p:nvSpPr>
        <p:spPr>
          <a:xfrm>
            <a:off x="7944514" y="1683653"/>
            <a:ext cx="458556" cy="458556"/>
          </a:xfrm>
          <a:prstGeom prst="roundRect">
            <a:avLst/>
          </a:prstGeom>
          <a:blipFill>
            <a:blip r:embed="rId19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5005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ВБ/СП3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15" action="ppaction://hlinksldjump"/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hlinkClick r:id="rId16" action="ppaction://hlinksldjump"/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hlinkClick r:id="rId17" action="ppaction://hlinksldjump"/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07EFCF9-2E40-FA59-4A69-EA9C962C26F2}"/>
              </a:ext>
            </a:extLst>
          </p:cNvPr>
          <p:cNvSpPr/>
          <p:nvPr/>
        </p:nvSpPr>
        <p:spPr>
          <a:xfrm>
            <a:off x="1471469" y="4032985"/>
            <a:ext cx="6671504" cy="680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6FFAE07-F297-B4D8-2336-A7F9A05318B3}"/>
              </a:ext>
            </a:extLst>
          </p:cNvPr>
          <p:cNvSpPr/>
          <p:nvPr/>
        </p:nvSpPr>
        <p:spPr>
          <a:xfrm>
            <a:off x="8123638" y="4032985"/>
            <a:ext cx="1578627" cy="6805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0A6FD6F-CF89-9A78-0D2C-6E6678055AA8}"/>
              </a:ext>
            </a:extLst>
          </p:cNvPr>
          <p:cNvSpPr/>
          <p:nvPr/>
        </p:nvSpPr>
        <p:spPr>
          <a:xfrm>
            <a:off x="7397024" y="3226130"/>
            <a:ext cx="679274" cy="3389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ИСП.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1F02DA7-ABE6-77E1-A2D5-B42F6B282F20}"/>
              </a:ext>
            </a:extLst>
          </p:cNvPr>
          <p:cNvSpPr/>
          <p:nvPr/>
        </p:nvSpPr>
        <p:spPr>
          <a:xfrm>
            <a:off x="6068666" y="2422425"/>
            <a:ext cx="1594800" cy="1593453"/>
          </a:xfrm>
          <a:prstGeom prst="rect">
            <a:avLst/>
          </a:prstGeom>
          <a:blipFill>
            <a:blip r:embed="rId18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: скругленные углы 39">
            <a:hlinkClick r:id="rId19" action="ppaction://hlinksldjump"/>
            <a:extLst>
              <a:ext uri="{FF2B5EF4-FFF2-40B4-BE49-F238E27FC236}">
                <a16:creationId xmlns:a16="http://schemas.microsoft.com/office/drawing/2014/main" id="{012A2AD0-15C8-AF43-8D76-E2339A41EBAB}"/>
              </a:ext>
            </a:extLst>
          </p:cNvPr>
          <p:cNvSpPr/>
          <p:nvPr/>
        </p:nvSpPr>
        <p:spPr>
          <a:xfrm>
            <a:off x="7944514" y="1683653"/>
            <a:ext cx="458556" cy="458556"/>
          </a:xfrm>
          <a:prstGeom prst="roundRect">
            <a:avLst/>
          </a:prstGeom>
          <a:blipFill>
            <a:blip r:embed="rId20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360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ВБ/СП4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07EFCF9-2E40-FA59-4A69-EA9C962C26F2}"/>
              </a:ext>
            </a:extLst>
          </p:cNvPr>
          <p:cNvSpPr/>
          <p:nvPr/>
        </p:nvSpPr>
        <p:spPr>
          <a:xfrm>
            <a:off x="1471469" y="4032985"/>
            <a:ext cx="6671504" cy="6805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6FFAE07-F297-B4D8-2336-A7F9A05318B3}"/>
              </a:ext>
            </a:extLst>
          </p:cNvPr>
          <p:cNvSpPr/>
          <p:nvPr/>
        </p:nvSpPr>
        <p:spPr>
          <a:xfrm>
            <a:off x="8123638" y="4032985"/>
            <a:ext cx="1578627" cy="6805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0A6FD6F-CF89-9A78-0D2C-6E6678055AA8}"/>
              </a:ext>
            </a:extLst>
          </p:cNvPr>
          <p:cNvSpPr/>
          <p:nvPr/>
        </p:nvSpPr>
        <p:spPr>
          <a:xfrm>
            <a:off x="7397024" y="3226130"/>
            <a:ext cx="679274" cy="3389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ИСП.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1F02DA7-ABE6-77E1-A2D5-B42F6B282F20}"/>
              </a:ext>
            </a:extLst>
          </p:cNvPr>
          <p:cNvSpPr/>
          <p:nvPr/>
        </p:nvSpPr>
        <p:spPr>
          <a:xfrm rot="5400000">
            <a:off x="8118849" y="2422425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: скругленные углы 39">
            <a:hlinkClick r:id="rId16" action="ppaction://hlinksldjump"/>
            <a:extLst>
              <a:ext uri="{FF2B5EF4-FFF2-40B4-BE49-F238E27FC236}">
                <a16:creationId xmlns:a16="http://schemas.microsoft.com/office/drawing/2014/main" id="{CD67ADD4-4975-5420-C061-D2F3CFCEB24A}"/>
              </a:ext>
            </a:extLst>
          </p:cNvPr>
          <p:cNvSpPr/>
          <p:nvPr/>
        </p:nvSpPr>
        <p:spPr>
          <a:xfrm>
            <a:off x="7944514" y="1683653"/>
            <a:ext cx="458556" cy="458556"/>
          </a:xfrm>
          <a:prstGeom prst="roundRect">
            <a:avLst/>
          </a:prstGeom>
          <a:blipFill>
            <a:blip r:embed="rId17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18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ВБ/СПУМЕР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69168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520289" y="5782864"/>
            <a:ext cx="687601" cy="687601"/>
          </a:xfrm>
          <a:prstGeom prst="roundRect">
            <a:avLst>
              <a:gd name="adj" fmla="val 0"/>
            </a:avLst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90" y="6569134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" name="Полилиния: фигура 47">
            <a:extLst>
              <a:ext uri="{FF2B5EF4-FFF2-40B4-BE49-F238E27FC236}">
                <a16:creationId xmlns:a16="http://schemas.microsoft.com/office/drawing/2014/main" id="{456D5E5B-6E97-1546-9826-A2A26D11021B}"/>
              </a:ext>
            </a:extLst>
          </p:cNvPr>
          <p:cNvSpPr/>
          <p:nvPr/>
        </p:nvSpPr>
        <p:spPr>
          <a:xfrm>
            <a:off x="3969295" y="21976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EC66508-877B-F496-CA73-6B8874B23679}"/>
              </a:ext>
            </a:extLst>
          </p:cNvPr>
          <p:cNvSpPr/>
          <p:nvPr/>
        </p:nvSpPr>
        <p:spPr>
          <a:xfrm>
            <a:off x="3308873" y="4062095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C9127776-3BAC-7A70-570D-0A4361DFD286}"/>
              </a:ext>
            </a:extLst>
          </p:cNvPr>
          <p:cNvSpPr/>
          <p:nvPr/>
        </p:nvSpPr>
        <p:spPr>
          <a:xfrm>
            <a:off x="7215189" y="3402419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5846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ВБ/СПУМЕР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48" name="Полилиния: фигура 47">
            <a:extLst>
              <a:ext uri="{FF2B5EF4-FFF2-40B4-BE49-F238E27FC236}">
                <a16:creationId xmlns:a16="http://schemas.microsoft.com/office/drawing/2014/main" id="{456D5E5B-6E97-1546-9826-A2A26D11021B}"/>
              </a:ext>
            </a:extLst>
          </p:cNvPr>
          <p:cNvSpPr/>
          <p:nvPr/>
        </p:nvSpPr>
        <p:spPr>
          <a:xfrm>
            <a:off x="3969295" y="21976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03CF337F-B804-6B45-9C4D-9A14D4E3145E}"/>
              </a:ext>
            </a:extLst>
          </p:cNvPr>
          <p:cNvSpPr/>
          <p:nvPr/>
        </p:nvSpPr>
        <p:spPr>
          <a:xfrm>
            <a:off x="9953110" y="2605693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EC66508-877B-F496-CA73-6B8874B23679}"/>
              </a:ext>
            </a:extLst>
          </p:cNvPr>
          <p:cNvSpPr/>
          <p:nvPr/>
        </p:nvSpPr>
        <p:spPr>
          <a:xfrm>
            <a:off x="3308873" y="4062095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75A8CA8-E416-F4B5-089F-F1F4102C930D}"/>
              </a:ext>
            </a:extLst>
          </p:cNvPr>
          <p:cNvSpPr/>
          <p:nvPr/>
        </p:nvSpPr>
        <p:spPr>
          <a:xfrm>
            <a:off x="252052" y="3349568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BA8A3F3E-F260-EA9C-9DA9-A11BD8CAAB04}"/>
              </a:ext>
            </a:extLst>
          </p:cNvPr>
          <p:cNvSpPr/>
          <p:nvPr/>
        </p:nvSpPr>
        <p:spPr>
          <a:xfrm>
            <a:off x="5697174" y="771430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C9127776-3BAC-7A70-570D-0A4361DFD286}"/>
              </a:ext>
            </a:extLst>
          </p:cNvPr>
          <p:cNvSpPr/>
          <p:nvPr/>
        </p:nvSpPr>
        <p:spPr>
          <a:xfrm>
            <a:off x="7215189" y="3402419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7EBE4E5-DD8A-7455-6EA3-3E23E1053A7B}"/>
              </a:ext>
            </a:extLst>
          </p:cNvPr>
          <p:cNvSpPr/>
          <p:nvPr/>
        </p:nvSpPr>
        <p:spPr>
          <a:xfrm>
            <a:off x="4705231" y="5669989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E6DBACF-8011-4993-87B0-4DD9B97B3099}"/>
              </a:ext>
            </a:extLst>
          </p:cNvPr>
          <p:cNvSpPr/>
          <p:nvPr/>
        </p:nvSpPr>
        <p:spPr>
          <a:xfrm>
            <a:off x="893294" y="5982495"/>
            <a:ext cx="1594800" cy="1593453"/>
          </a:xfrm>
          <a:prstGeom prst="rect">
            <a:avLst/>
          </a:prstGeom>
          <a:blipFill>
            <a:blip r:embed="rId15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7098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ВБ/СПУМЕР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44514" y="1683877"/>
            <a:ext cx="458556" cy="458556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48" name="Полилиния: фигура 47">
            <a:extLst>
              <a:ext uri="{FF2B5EF4-FFF2-40B4-BE49-F238E27FC236}">
                <a16:creationId xmlns:a16="http://schemas.microsoft.com/office/drawing/2014/main" id="{456D5E5B-6E97-1546-9826-A2A26D11021B}"/>
              </a:ext>
            </a:extLst>
          </p:cNvPr>
          <p:cNvSpPr/>
          <p:nvPr/>
        </p:nvSpPr>
        <p:spPr>
          <a:xfrm>
            <a:off x="3969295" y="21976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2801840-B2BC-48EA-B2D2-4288A5BCC13C}"/>
              </a:ext>
            </a:extLst>
          </p:cNvPr>
          <p:cNvSpPr/>
          <p:nvPr/>
        </p:nvSpPr>
        <p:spPr>
          <a:xfrm>
            <a:off x="10312908" y="266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03CF337F-B804-6B45-9C4D-9A14D4E3145E}"/>
              </a:ext>
            </a:extLst>
          </p:cNvPr>
          <p:cNvSpPr/>
          <p:nvPr/>
        </p:nvSpPr>
        <p:spPr>
          <a:xfrm>
            <a:off x="9953110" y="2605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EC66508-877B-F496-CA73-6B8874B23679}"/>
              </a:ext>
            </a:extLst>
          </p:cNvPr>
          <p:cNvSpPr/>
          <p:nvPr/>
        </p:nvSpPr>
        <p:spPr>
          <a:xfrm>
            <a:off x="3308873" y="406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75A8CA8-E416-F4B5-089F-F1F4102C930D}"/>
              </a:ext>
            </a:extLst>
          </p:cNvPr>
          <p:cNvSpPr/>
          <p:nvPr/>
        </p:nvSpPr>
        <p:spPr>
          <a:xfrm>
            <a:off x="252052" y="3349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BA8A3F3E-F260-EA9C-9DA9-A11BD8CAAB04}"/>
              </a:ext>
            </a:extLst>
          </p:cNvPr>
          <p:cNvSpPr/>
          <p:nvPr/>
        </p:nvSpPr>
        <p:spPr>
          <a:xfrm>
            <a:off x="5697174" y="771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C9127776-3BAC-7A70-570D-0A4361DFD286}"/>
              </a:ext>
            </a:extLst>
          </p:cNvPr>
          <p:cNvSpPr/>
          <p:nvPr/>
        </p:nvSpPr>
        <p:spPr>
          <a:xfrm>
            <a:off x="7215189" y="3402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7EBE4E5-DD8A-7455-6EA3-3E23E1053A7B}"/>
              </a:ext>
            </a:extLst>
          </p:cNvPr>
          <p:cNvSpPr/>
          <p:nvPr/>
        </p:nvSpPr>
        <p:spPr>
          <a:xfrm>
            <a:off x="4705231" y="5669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E6DBACF-8011-4993-87B0-4DD9B97B3099}"/>
              </a:ext>
            </a:extLst>
          </p:cNvPr>
          <p:cNvSpPr/>
          <p:nvPr/>
        </p:nvSpPr>
        <p:spPr>
          <a:xfrm>
            <a:off x="893294" y="5982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14CC064-5959-0007-CD1A-C3B2C271F648}"/>
              </a:ext>
            </a:extLst>
          </p:cNvPr>
          <p:cNvSpPr/>
          <p:nvPr/>
        </p:nvSpPr>
        <p:spPr>
          <a:xfrm rot="799802">
            <a:off x="8718108" y="-6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D6E2619-6778-39EB-9C8A-3A041761975C}"/>
              </a:ext>
            </a:extLst>
          </p:cNvPr>
          <p:cNvSpPr/>
          <p:nvPr/>
        </p:nvSpPr>
        <p:spPr>
          <a:xfrm rot="799802">
            <a:off x="8358310" y="167982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17CEF08-5D80-1C35-0856-FA939EF96AC2}"/>
              </a:ext>
            </a:extLst>
          </p:cNvPr>
          <p:cNvSpPr/>
          <p:nvPr/>
        </p:nvSpPr>
        <p:spPr>
          <a:xfrm rot="799802">
            <a:off x="1714073" y="31362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63E2311-6564-1D49-2A67-8D9F36FEA2DA}"/>
              </a:ext>
            </a:extLst>
          </p:cNvPr>
          <p:cNvSpPr/>
          <p:nvPr/>
        </p:nvSpPr>
        <p:spPr>
          <a:xfrm rot="799802">
            <a:off x="-1342748" y="2423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AD6737-C11E-1E1E-2773-B1AE3A9069BC}"/>
              </a:ext>
            </a:extLst>
          </p:cNvPr>
          <p:cNvSpPr/>
          <p:nvPr/>
        </p:nvSpPr>
        <p:spPr>
          <a:xfrm rot="799802">
            <a:off x="4102374" y="-15443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F0CD69F-5AE3-B794-1019-034D702E4E5B}"/>
              </a:ext>
            </a:extLst>
          </p:cNvPr>
          <p:cNvSpPr/>
          <p:nvPr/>
        </p:nvSpPr>
        <p:spPr>
          <a:xfrm rot="799802">
            <a:off x="5620389" y="247655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37301D8-C9D0-D255-12A1-85DA54831CE6}"/>
              </a:ext>
            </a:extLst>
          </p:cNvPr>
          <p:cNvSpPr/>
          <p:nvPr/>
        </p:nvSpPr>
        <p:spPr>
          <a:xfrm rot="799802">
            <a:off x="3110431" y="4744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221D67B-D98A-8FFA-5B39-12F1B067EBD8}"/>
              </a:ext>
            </a:extLst>
          </p:cNvPr>
          <p:cNvSpPr/>
          <p:nvPr/>
        </p:nvSpPr>
        <p:spPr>
          <a:xfrm rot="799802">
            <a:off x="-701506" y="50566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6FB1B14F-D80D-793C-0CD0-8656484111C0}"/>
              </a:ext>
            </a:extLst>
          </p:cNvPr>
          <p:cNvSpPr/>
          <p:nvPr/>
        </p:nvSpPr>
        <p:spPr>
          <a:xfrm rot="19032781">
            <a:off x="11419157" y="-67212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0B2B29-D116-7467-0CC0-53AF24208717}"/>
              </a:ext>
            </a:extLst>
          </p:cNvPr>
          <p:cNvSpPr/>
          <p:nvPr/>
        </p:nvSpPr>
        <p:spPr>
          <a:xfrm rot="19032781">
            <a:off x="11059359" y="16668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CDDBA5F-5EAF-456D-E69F-79289A6D2CFC}"/>
              </a:ext>
            </a:extLst>
          </p:cNvPr>
          <p:cNvSpPr/>
          <p:nvPr/>
        </p:nvSpPr>
        <p:spPr>
          <a:xfrm rot="19032781">
            <a:off x="4415122" y="31232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429A6F6E-DEA8-B28C-7CE8-15ABF5F05259}"/>
              </a:ext>
            </a:extLst>
          </p:cNvPr>
          <p:cNvSpPr/>
          <p:nvPr/>
        </p:nvSpPr>
        <p:spPr>
          <a:xfrm rot="19032781">
            <a:off x="1358301" y="24107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277B5C2B-A0CA-FFB3-2485-813878692286}"/>
              </a:ext>
            </a:extLst>
          </p:cNvPr>
          <p:cNvSpPr/>
          <p:nvPr/>
        </p:nvSpPr>
        <p:spPr>
          <a:xfrm rot="19032781">
            <a:off x="6803423" y="-1673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347C73E-594D-FF73-86DA-6EBF2A1F5779}"/>
              </a:ext>
            </a:extLst>
          </p:cNvPr>
          <p:cNvSpPr/>
          <p:nvPr/>
        </p:nvSpPr>
        <p:spPr>
          <a:xfrm rot="19032781">
            <a:off x="8321438" y="246359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F1B53330-2303-716B-3756-A8546D261004}"/>
              </a:ext>
            </a:extLst>
          </p:cNvPr>
          <p:cNvSpPr/>
          <p:nvPr/>
        </p:nvSpPr>
        <p:spPr>
          <a:xfrm rot="19032781">
            <a:off x="5811480" y="473116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50EE21E8-EC68-97A0-2311-2A2946D2F61A}"/>
              </a:ext>
            </a:extLst>
          </p:cNvPr>
          <p:cNvSpPr/>
          <p:nvPr/>
        </p:nvSpPr>
        <p:spPr>
          <a:xfrm rot="19032781">
            <a:off x="1999543" y="50436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823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ВБ/СПУМЕР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44514" y="1683877"/>
            <a:ext cx="458556" cy="458556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48" name="Полилиния: фигура 47">
            <a:extLst>
              <a:ext uri="{FF2B5EF4-FFF2-40B4-BE49-F238E27FC236}">
                <a16:creationId xmlns:a16="http://schemas.microsoft.com/office/drawing/2014/main" id="{456D5E5B-6E97-1546-9826-A2A26D11021B}"/>
              </a:ext>
            </a:extLst>
          </p:cNvPr>
          <p:cNvSpPr/>
          <p:nvPr/>
        </p:nvSpPr>
        <p:spPr>
          <a:xfrm>
            <a:off x="3969295" y="21976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2801840-B2BC-48EA-B2D2-4288A5BCC13C}"/>
              </a:ext>
            </a:extLst>
          </p:cNvPr>
          <p:cNvSpPr/>
          <p:nvPr/>
        </p:nvSpPr>
        <p:spPr>
          <a:xfrm>
            <a:off x="10312908" y="266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03CF337F-B804-6B45-9C4D-9A14D4E3145E}"/>
              </a:ext>
            </a:extLst>
          </p:cNvPr>
          <p:cNvSpPr/>
          <p:nvPr/>
        </p:nvSpPr>
        <p:spPr>
          <a:xfrm>
            <a:off x="9953110" y="2605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EC66508-877B-F496-CA73-6B8874B23679}"/>
              </a:ext>
            </a:extLst>
          </p:cNvPr>
          <p:cNvSpPr/>
          <p:nvPr/>
        </p:nvSpPr>
        <p:spPr>
          <a:xfrm>
            <a:off x="3308873" y="406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75A8CA8-E416-F4B5-089F-F1F4102C930D}"/>
              </a:ext>
            </a:extLst>
          </p:cNvPr>
          <p:cNvSpPr/>
          <p:nvPr/>
        </p:nvSpPr>
        <p:spPr>
          <a:xfrm>
            <a:off x="252052" y="3349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BA8A3F3E-F260-EA9C-9DA9-A11BD8CAAB04}"/>
              </a:ext>
            </a:extLst>
          </p:cNvPr>
          <p:cNvSpPr/>
          <p:nvPr/>
        </p:nvSpPr>
        <p:spPr>
          <a:xfrm>
            <a:off x="5697174" y="771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C9127776-3BAC-7A70-570D-0A4361DFD286}"/>
              </a:ext>
            </a:extLst>
          </p:cNvPr>
          <p:cNvSpPr/>
          <p:nvPr/>
        </p:nvSpPr>
        <p:spPr>
          <a:xfrm>
            <a:off x="7215189" y="3402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7EBE4E5-DD8A-7455-6EA3-3E23E1053A7B}"/>
              </a:ext>
            </a:extLst>
          </p:cNvPr>
          <p:cNvSpPr/>
          <p:nvPr/>
        </p:nvSpPr>
        <p:spPr>
          <a:xfrm>
            <a:off x="4705231" y="5669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E6DBACF-8011-4993-87B0-4DD9B97B3099}"/>
              </a:ext>
            </a:extLst>
          </p:cNvPr>
          <p:cNvSpPr/>
          <p:nvPr/>
        </p:nvSpPr>
        <p:spPr>
          <a:xfrm>
            <a:off x="893294" y="5982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14CC064-5959-0007-CD1A-C3B2C271F648}"/>
              </a:ext>
            </a:extLst>
          </p:cNvPr>
          <p:cNvSpPr/>
          <p:nvPr/>
        </p:nvSpPr>
        <p:spPr>
          <a:xfrm rot="799802">
            <a:off x="8718108" y="-6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D6E2619-6778-39EB-9C8A-3A041761975C}"/>
              </a:ext>
            </a:extLst>
          </p:cNvPr>
          <p:cNvSpPr/>
          <p:nvPr/>
        </p:nvSpPr>
        <p:spPr>
          <a:xfrm rot="799802">
            <a:off x="8358310" y="167982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17CEF08-5D80-1C35-0856-FA939EF96AC2}"/>
              </a:ext>
            </a:extLst>
          </p:cNvPr>
          <p:cNvSpPr/>
          <p:nvPr/>
        </p:nvSpPr>
        <p:spPr>
          <a:xfrm rot="799802">
            <a:off x="1714073" y="31362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63E2311-6564-1D49-2A67-8D9F36FEA2DA}"/>
              </a:ext>
            </a:extLst>
          </p:cNvPr>
          <p:cNvSpPr/>
          <p:nvPr/>
        </p:nvSpPr>
        <p:spPr>
          <a:xfrm rot="799802">
            <a:off x="-1342748" y="2423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AD6737-C11E-1E1E-2773-B1AE3A9069BC}"/>
              </a:ext>
            </a:extLst>
          </p:cNvPr>
          <p:cNvSpPr/>
          <p:nvPr/>
        </p:nvSpPr>
        <p:spPr>
          <a:xfrm rot="799802">
            <a:off x="4102374" y="-15443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F0CD69F-5AE3-B794-1019-034D702E4E5B}"/>
              </a:ext>
            </a:extLst>
          </p:cNvPr>
          <p:cNvSpPr/>
          <p:nvPr/>
        </p:nvSpPr>
        <p:spPr>
          <a:xfrm rot="799802">
            <a:off x="5620389" y="247655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37301D8-C9D0-D255-12A1-85DA54831CE6}"/>
              </a:ext>
            </a:extLst>
          </p:cNvPr>
          <p:cNvSpPr/>
          <p:nvPr/>
        </p:nvSpPr>
        <p:spPr>
          <a:xfrm rot="799802">
            <a:off x="3110431" y="4744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221D67B-D98A-8FFA-5B39-12F1B067EBD8}"/>
              </a:ext>
            </a:extLst>
          </p:cNvPr>
          <p:cNvSpPr/>
          <p:nvPr/>
        </p:nvSpPr>
        <p:spPr>
          <a:xfrm rot="799802">
            <a:off x="-701506" y="50566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6FB1B14F-D80D-793C-0CD0-8656484111C0}"/>
              </a:ext>
            </a:extLst>
          </p:cNvPr>
          <p:cNvSpPr/>
          <p:nvPr/>
        </p:nvSpPr>
        <p:spPr>
          <a:xfrm rot="19032781">
            <a:off x="11419157" y="-67212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0B2B29-D116-7467-0CC0-53AF24208717}"/>
              </a:ext>
            </a:extLst>
          </p:cNvPr>
          <p:cNvSpPr/>
          <p:nvPr/>
        </p:nvSpPr>
        <p:spPr>
          <a:xfrm rot="19032781">
            <a:off x="11059359" y="16668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CDDBA5F-5EAF-456D-E69F-79289A6D2CFC}"/>
              </a:ext>
            </a:extLst>
          </p:cNvPr>
          <p:cNvSpPr/>
          <p:nvPr/>
        </p:nvSpPr>
        <p:spPr>
          <a:xfrm rot="19032781">
            <a:off x="4415122" y="31232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429A6F6E-DEA8-B28C-7CE8-15ABF5F05259}"/>
              </a:ext>
            </a:extLst>
          </p:cNvPr>
          <p:cNvSpPr/>
          <p:nvPr/>
        </p:nvSpPr>
        <p:spPr>
          <a:xfrm rot="19032781">
            <a:off x="1358301" y="24107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277B5C2B-A0CA-FFB3-2485-813878692286}"/>
              </a:ext>
            </a:extLst>
          </p:cNvPr>
          <p:cNvSpPr/>
          <p:nvPr/>
        </p:nvSpPr>
        <p:spPr>
          <a:xfrm rot="19032781">
            <a:off x="6803423" y="-1673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347C73E-594D-FF73-86DA-6EBF2A1F5779}"/>
              </a:ext>
            </a:extLst>
          </p:cNvPr>
          <p:cNvSpPr/>
          <p:nvPr/>
        </p:nvSpPr>
        <p:spPr>
          <a:xfrm rot="19032781">
            <a:off x="8321438" y="246359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F1B53330-2303-716B-3756-A8546D261004}"/>
              </a:ext>
            </a:extLst>
          </p:cNvPr>
          <p:cNvSpPr/>
          <p:nvPr/>
        </p:nvSpPr>
        <p:spPr>
          <a:xfrm rot="19032781">
            <a:off x="5811480" y="473116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50EE21E8-EC68-97A0-2311-2A2946D2F61A}"/>
              </a:ext>
            </a:extLst>
          </p:cNvPr>
          <p:cNvSpPr/>
          <p:nvPr/>
        </p:nvSpPr>
        <p:spPr>
          <a:xfrm rot="19032781">
            <a:off x="1999543" y="50436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D25C4B45-C282-7CF1-5F43-9750D57600D3}"/>
              </a:ext>
            </a:extLst>
          </p:cNvPr>
          <p:cNvSpPr/>
          <p:nvPr/>
        </p:nvSpPr>
        <p:spPr>
          <a:xfrm rot="395788">
            <a:off x="9751669" y="-19145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C1D0CF8C-CA64-C442-6498-CA8173434D47}"/>
              </a:ext>
            </a:extLst>
          </p:cNvPr>
          <p:cNvSpPr/>
          <p:nvPr/>
        </p:nvSpPr>
        <p:spPr>
          <a:xfrm rot="395788">
            <a:off x="9391871" y="4244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B1476A1C-5C4A-760E-05D4-650C4EACA380}"/>
              </a:ext>
            </a:extLst>
          </p:cNvPr>
          <p:cNvSpPr/>
          <p:nvPr/>
        </p:nvSpPr>
        <p:spPr>
          <a:xfrm rot="395788">
            <a:off x="2747634" y="1880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13208699-0286-F150-C2C0-37EC15875EE0}"/>
              </a:ext>
            </a:extLst>
          </p:cNvPr>
          <p:cNvSpPr/>
          <p:nvPr/>
        </p:nvSpPr>
        <p:spPr>
          <a:xfrm rot="395788">
            <a:off x="-309187" y="11682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0F720F2B-F52C-1B1D-51BA-190B1B6D02C3}"/>
              </a:ext>
            </a:extLst>
          </p:cNvPr>
          <p:cNvSpPr/>
          <p:nvPr/>
        </p:nvSpPr>
        <p:spPr>
          <a:xfrm rot="395788">
            <a:off x="5135935" y="-14098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819B0075-8061-FC7A-37A8-8F6D56CE34BD}"/>
              </a:ext>
            </a:extLst>
          </p:cNvPr>
          <p:cNvSpPr/>
          <p:nvPr/>
        </p:nvSpPr>
        <p:spPr>
          <a:xfrm rot="395788">
            <a:off x="6653950" y="12211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FE5299C4-A24D-8A9C-3A43-EFBE7E9EE45D}"/>
              </a:ext>
            </a:extLst>
          </p:cNvPr>
          <p:cNvSpPr/>
          <p:nvPr/>
        </p:nvSpPr>
        <p:spPr>
          <a:xfrm rot="395788">
            <a:off x="4143992" y="348871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E87D2565-4C24-3BB9-E323-EEC64A1A795D}"/>
              </a:ext>
            </a:extLst>
          </p:cNvPr>
          <p:cNvSpPr/>
          <p:nvPr/>
        </p:nvSpPr>
        <p:spPr>
          <a:xfrm rot="395788">
            <a:off x="332055" y="3801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73DEA386-8E61-BC97-3966-481A3EB4E3BD}"/>
              </a:ext>
            </a:extLst>
          </p:cNvPr>
          <p:cNvSpPr/>
          <p:nvPr/>
        </p:nvSpPr>
        <p:spPr>
          <a:xfrm rot="18626361">
            <a:off x="10294887" y="-25912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67D1E726-BC9D-14E7-43F5-881F4BCEE831}"/>
              </a:ext>
            </a:extLst>
          </p:cNvPr>
          <p:cNvSpPr/>
          <p:nvPr/>
        </p:nvSpPr>
        <p:spPr>
          <a:xfrm rot="18626361">
            <a:off x="9935089" y="-25221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24593E27-72CC-6F92-BC12-160FA8705757}"/>
              </a:ext>
            </a:extLst>
          </p:cNvPr>
          <p:cNvSpPr/>
          <p:nvPr/>
        </p:nvSpPr>
        <p:spPr>
          <a:xfrm rot="18626361">
            <a:off x="3290852" y="12041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C3B42A17-717A-4E57-3F50-3DD76F0A8B16}"/>
              </a:ext>
            </a:extLst>
          </p:cNvPr>
          <p:cNvSpPr/>
          <p:nvPr/>
        </p:nvSpPr>
        <p:spPr>
          <a:xfrm rot="18626361">
            <a:off x="234031" y="4916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05C7D942-217E-4676-5481-5FE27A0CDFC2}"/>
              </a:ext>
            </a:extLst>
          </p:cNvPr>
          <p:cNvSpPr/>
          <p:nvPr/>
        </p:nvSpPr>
        <p:spPr>
          <a:xfrm rot="18626361">
            <a:off x="5679153" y="-20864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5F4C2B34-2DEA-51E6-A8B5-B63DFEAB6965}"/>
              </a:ext>
            </a:extLst>
          </p:cNvPr>
          <p:cNvSpPr/>
          <p:nvPr/>
        </p:nvSpPr>
        <p:spPr>
          <a:xfrm rot="18626361">
            <a:off x="7197168" y="5445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DEEB489F-8436-2BEE-394E-0B9E02E98891}"/>
              </a:ext>
            </a:extLst>
          </p:cNvPr>
          <p:cNvSpPr/>
          <p:nvPr/>
        </p:nvSpPr>
        <p:spPr>
          <a:xfrm rot="18626361">
            <a:off x="4687210" y="28120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E9A5C5A8-12F6-A6B8-BAB8-50DB163F1DD5}"/>
              </a:ext>
            </a:extLst>
          </p:cNvPr>
          <p:cNvSpPr/>
          <p:nvPr/>
        </p:nvSpPr>
        <p:spPr>
          <a:xfrm rot="18626361">
            <a:off x="875273" y="31245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CFBFFB0-A4E0-1CC6-992C-CA55933B91DD}"/>
              </a:ext>
            </a:extLst>
          </p:cNvPr>
          <p:cNvSpPr/>
          <p:nvPr/>
        </p:nvSpPr>
        <p:spPr>
          <a:xfrm rot="18626361">
            <a:off x="10838105" y="-32678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0C94904B-6BCF-33FD-02E0-B0C870B9AA9B}"/>
              </a:ext>
            </a:extLst>
          </p:cNvPr>
          <p:cNvSpPr/>
          <p:nvPr/>
        </p:nvSpPr>
        <p:spPr>
          <a:xfrm rot="18626361">
            <a:off x="10478307" y="-9288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04B84C80-31B4-E870-2E92-D83995FC8462}"/>
              </a:ext>
            </a:extLst>
          </p:cNvPr>
          <p:cNvSpPr/>
          <p:nvPr/>
        </p:nvSpPr>
        <p:spPr>
          <a:xfrm rot="18626361">
            <a:off x="3834070" y="5275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64B7B925-F625-C72F-6E72-84D400170AB2}"/>
              </a:ext>
            </a:extLst>
          </p:cNvPr>
          <p:cNvSpPr/>
          <p:nvPr/>
        </p:nvSpPr>
        <p:spPr>
          <a:xfrm rot="18626361">
            <a:off x="777249" y="-1849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8FFB596B-D410-B04B-79C1-CD7EB7BFE0FF}"/>
              </a:ext>
            </a:extLst>
          </p:cNvPr>
          <p:cNvSpPr/>
          <p:nvPr/>
        </p:nvSpPr>
        <p:spPr>
          <a:xfrm rot="18626361">
            <a:off x="6222371" y="-27631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9DA999C0-E5EE-5DA7-0D53-11268299E800}"/>
              </a:ext>
            </a:extLst>
          </p:cNvPr>
          <p:cNvSpPr/>
          <p:nvPr/>
        </p:nvSpPr>
        <p:spPr>
          <a:xfrm rot="18626361">
            <a:off x="7740386" y="-1321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D4C20739-D147-B8A2-22EA-7E499CE883A1}"/>
              </a:ext>
            </a:extLst>
          </p:cNvPr>
          <p:cNvSpPr/>
          <p:nvPr/>
        </p:nvSpPr>
        <p:spPr>
          <a:xfrm rot="18626361">
            <a:off x="5230428" y="21354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8A4E313D-87F3-ADE6-9829-34A471AFFE96}"/>
              </a:ext>
            </a:extLst>
          </p:cNvPr>
          <p:cNvSpPr/>
          <p:nvPr/>
        </p:nvSpPr>
        <p:spPr>
          <a:xfrm rot="18626361">
            <a:off x="1418491" y="24479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7035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ВБ/СПУМЕР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44514" y="1683877"/>
            <a:ext cx="458556" cy="458556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A17236E5-CA93-9BBD-77EF-7406A4DA70EC}"/>
              </a:ext>
            </a:extLst>
          </p:cNvPr>
          <p:cNvSpPr/>
          <p:nvPr/>
        </p:nvSpPr>
        <p:spPr>
          <a:xfrm>
            <a:off x="1471469" y="17196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результат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48" name="Полилиния: фигура 47">
            <a:extLst>
              <a:ext uri="{FF2B5EF4-FFF2-40B4-BE49-F238E27FC236}">
                <a16:creationId xmlns:a16="http://schemas.microsoft.com/office/drawing/2014/main" id="{456D5E5B-6E97-1546-9826-A2A26D11021B}"/>
              </a:ext>
            </a:extLst>
          </p:cNvPr>
          <p:cNvSpPr/>
          <p:nvPr/>
        </p:nvSpPr>
        <p:spPr>
          <a:xfrm>
            <a:off x="3969295" y="21976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2801840-B2BC-48EA-B2D2-4288A5BCC13C}"/>
              </a:ext>
            </a:extLst>
          </p:cNvPr>
          <p:cNvSpPr/>
          <p:nvPr/>
        </p:nvSpPr>
        <p:spPr>
          <a:xfrm>
            <a:off x="10312908" y="266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03CF337F-B804-6B45-9C4D-9A14D4E3145E}"/>
              </a:ext>
            </a:extLst>
          </p:cNvPr>
          <p:cNvSpPr/>
          <p:nvPr/>
        </p:nvSpPr>
        <p:spPr>
          <a:xfrm>
            <a:off x="9953110" y="2605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EC66508-877B-F496-CA73-6B8874B23679}"/>
              </a:ext>
            </a:extLst>
          </p:cNvPr>
          <p:cNvSpPr/>
          <p:nvPr/>
        </p:nvSpPr>
        <p:spPr>
          <a:xfrm>
            <a:off x="3308873" y="406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75A8CA8-E416-F4B5-089F-F1F4102C930D}"/>
              </a:ext>
            </a:extLst>
          </p:cNvPr>
          <p:cNvSpPr/>
          <p:nvPr/>
        </p:nvSpPr>
        <p:spPr>
          <a:xfrm>
            <a:off x="252052" y="3349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BA8A3F3E-F260-EA9C-9DA9-A11BD8CAAB04}"/>
              </a:ext>
            </a:extLst>
          </p:cNvPr>
          <p:cNvSpPr/>
          <p:nvPr/>
        </p:nvSpPr>
        <p:spPr>
          <a:xfrm>
            <a:off x="5697174" y="771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C9127776-3BAC-7A70-570D-0A4361DFD286}"/>
              </a:ext>
            </a:extLst>
          </p:cNvPr>
          <p:cNvSpPr/>
          <p:nvPr/>
        </p:nvSpPr>
        <p:spPr>
          <a:xfrm>
            <a:off x="7215189" y="3402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7EBE4E5-DD8A-7455-6EA3-3E23E1053A7B}"/>
              </a:ext>
            </a:extLst>
          </p:cNvPr>
          <p:cNvSpPr/>
          <p:nvPr/>
        </p:nvSpPr>
        <p:spPr>
          <a:xfrm>
            <a:off x="4705231" y="5669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E6DBACF-8011-4993-87B0-4DD9B97B3099}"/>
              </a:ext>
            </a:extLst>
          </p:cNvPr>
          <p:cNvSpPr/>
          <p:nvPr/>
        </p:nvSpPr>
        <p:spPr>
          <a:xfrm>
            <a:off x="893294" y="5982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14CC064-5959-0007-CD1A-C3B2C271F648}"/>
              </a:ext>
            </a:extLst>
          </p:cNvPr>
          <p:cNvSpPr/>
          <p:nvPr/>
        </p:nvSpPr>
        <p:spPr>
          <a:xfrm rot="799802">
            <a:off x="8718108" y="-6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D6E2619-6778-39EB-9C8A-3A041761975C}"/>
              </a:ext>
            </a:extLst>
          </p:cNvPr>
          <p:cNvSpPr/>
          <p:nvPr/>
        </p:nvSpPr>
        <p:spPr>
          <a:xfrm rot="799802">
            <a:off x="8358310" y="167982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17CEF08-5D80-1C35-0856-FA939EF96AC2}"/>
              </a:ext>
            </a:extLst>
          </p:cNvPr>
          <p:cNvSpPr/>
          <p:nvPr/>
        </p:nvSpPr>
        <p:spPr>
          <a:xfrm rot="799802">
            <a:off x="1714073" y="31362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63E2311-6564-1D49-2A67-8D9F36FEA2DA}"/>
              </a:ext>
            </a:extLst>
          </p:cNvPr>
          <p:cNvSpPr/>
          <p:nvPr/>
        </p:nvSpPr>
        <p:spPr>
          <a:xfrm rot="799802">
            <a:off x="-1342748" y="2423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AD6737-C11E-1E1E-2773-B1AE3A9069BC}"/>
              </a:ext>
            </a:extLst>
          </p:cNvPr>
          <p:cNvSpPr/>
          <p:nvPr/>
        </p:nvSpPr>
        <p:spPr>
          <a:xfrm rot="799802">
            <a:off x="4102374" y="-15443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F0CD69F-5AE3-B794-1019-034D702E4E5B}"/>
              </a:ext>
            </a:extLst>
          </p:cNvPr>
          <p:cNvSpPr/>
          <p:nvPr/>
        </p:nvSpPr>
        <p:spPr>
          <a:xfrm rot="799802">
            <a:off x="5620389" y="247655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37301D8-C9D0-D255-12A1-85DA54831CE6}"/>
              </a:ext>
            </a:extLst>
          </p:cNvPr>
          <p:cNvSpPr/>
          <p:nvPr/>
        </p:nvSpPr>
        <p:spPr>
          <a:xfrm rot="799802">
            <a:off x="3110431" y="4744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221D67B-D98A-8FFA-5B39-12F1B067EBD8}"/>
              </a:ext>
            </a:extLst>
          </p:cNvPr>
          <p:cNvSpPr/>
          <p:nvPr/>
        </p:nvSpPr>
        <p:spPr>
          <a:xfrm rot="799802">
            <a:off x="-701506" y="50566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6FB1B14F-D80D-793C-0CD0-8656484111C0}"/>
              </a:ext>
            </a:extLst>
          </p:cNvPr>
          <p:cNvSpPr/>
          <p:nvPr/>
        </p:nvSpPr>
        <p:spPr>
          <a:xfrm rot="19032781">
            <a:off x="11419157" y="-67212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0B2B29-D116-7467-0CC0-53AF24208717}"/>
              </a:ext>
            </a:extLst>
          </p:cNvPr>
          <p:cNvSpPr/>
          <p:nvPr/>
        </p:nvSpPr>
        <p:spPr>
          <a:xfrm rot="19032781">
            <a:off x="11059359" y="16668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CDDBA5F-5EAF-456D-E69F-79289A6D2CFC}"/>
              </a:ext>
            </a:extLst>
          </p:cNvPr>
          <p:cNvSpPr/>
          <p:nvPr/>
        </p:nvSpPr>
        <p:spPr>
          <a:xfrm rot="19032781">
            <a:off x="4415122" y="31232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429A6F6E-DEA8-B28C-7CE8-15ABF5F05259}"/>
              </a:ext>
            </a:extLst>
          </p:cNvPr>
          <p:cNvSpPr/>
          <p:nvPr/>
        </p:nvSpPr>
        <p:spPr>
          <a:xfrm rot="19032781">
            <a:off x="1358301" y="24107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277B5C2B-A0CA-FFB3-2485-813878692286}"/>
              </a:ext>
            </a:extLst>
          </p:cNvPr>
          <p:cNvSpPr/>
          <p:nvPr/>
        </p:nvSpPr>
        <p:spPr>
          <a:xfrm rot="19032781">
            <a:off x="6803423" y="-1673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347C73E-594D-FF73-86DA-6EBF2A1F5779}"/>
              </a:ext>
            </a:extLst>
          </p:cNvPr>
          <p:cNvSpPr/>
          <p:nvPr/>
        </p:nvSpPr>
        <p:spPr>
          <a:xfrm rot="19032781">
            <a:off x="8321438" y="246359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F1B53330-2303-716B-3756-A8546D261004}"/>
              </a:ext>
            </a:extLst>
          </p:cNvPr>
          <p:cNvSpPr/>
          <p:nvPr/>
        </p:nvSpPr>
        <p:spPr>
          <a:xfrm rot="19032781">
            <a:off x="5811480" y="473116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50EE21E8-EC68-97A0-2311-2A2946D2F61A}"/>
              </a:ext>
            </a:extLst>
          </p:cNvPr>
          <p:cNvSpPr/>
          <p:nvPr/>
        </p:nvSpPr>
        <p:spPr>
          <a:xfrm rot="19032781">
            <a:off x="1999543" y="50436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D25C4B45-C282-7CF1-5F43-9750D57600D3}"/>
              </a:ext>
            </a:extLst>
          </p:cNvPr>
          <p:cNvSpPr/>
          <p:nvPr/>
        </p:nvSpPr>
        <p:spPr>
          <a:xfrm rot="395788">
            <a:off x="9751669" y="-19145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C1D0CF8C-CA64-C442-6498-CA8173434D47}"/>
              </a:ext>
            </a:extLst>
          </p:cNvPr>
          <p:cNvSpPr/>
          <p:nvPr/>
        </p:nvSpPr>
        <p:spPr>
          <a:xfrm rot="395788">
            <a:off x="9391871" y="4244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B1476A1C-5C4A-760E-05D4-650C4EACA380}"/>
              </a:ext>
            </a:extLst>
          </p:cNvPr>
          <p:cNvSpPr/>
          <p:nvPr/>
        </p:nvSpPr>
        <p:spPr>
          <a:xfrm rot="395788">
            <a:off x="2747634" y="1880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13208699-0286-F150-C2C0-37EC15875EE0}"/>
              </a:ext>
            </a:extLst>
          </p:cNvPr>
          <p:cNvSpPr/>
          <p:nvPr/>
        </p:nvSpPr>
        <p:spPr>
          <a:xfrm rot="395788">
            <a:off x="-309187" y="11682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0F720F2B-F52C-1B1D-51BA-190B1B6D02C3}"/>
              </a:ext>
            </a:extLst>
          </p:cNvPr>
          <p:cNvSpPr/>
          <p:nvPr/>
        </p:nvSpPr>
        <p:spPr>
          <a:xfrm rot="395788">
            <a:off x="5135935" y="-14098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819B0075-8061-FC7A-37A8-8F6D56CE34BD}"/>
              </a:ext>
            </a:extLst>
          </p:cNvPr>
          <p:cNvSpPr/>
          <p:nvPr/>
        </p:nvSpPr>
        <p:spPr>
          <a:xfrm rot="395788">
            <a:off x="6653950" y="12211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FE5299C4-A24D-8A9C-3A43-EFBE7E9EE45D}"/>
              </a:ext>
            </a:extLst>
          </p:cNvPr>
          <p:cNvSpPr/>
          <p:nvPr/>
        </p:nvSpPr>
        <p:spPr>
          <a:xfrm rot="395788">
            <a:off x="4143992" y="348871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E87D2565-4C24-3BB9-E323-EEC64A1A795D}"/>
              </a:ext>
            </a:extLst>
          </p:cNvPr>
          <p:cNvSpPr/>
          <p:nvPr/>
        </p:nvSpPr>
        <p:spPr>
          <a:xfrm rot="395788">
            <a:off x="332055" y="3801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73DEA386-8E61-BC97-3966-481A3EB4E3BD}"/>
              </a:ext>
            </a:extLst>
          </p:cNvPr>
          <p:cNvSpPr/>
          <p:nvPr/>
        </p:nvSpPr>
        <p:spPr>
          <a:xfrm rot="18626361">
            <a:off x="10294887" y="-25912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67D1E726-BC9D-14E7-43F5-881F4BCEE831}"/>
              </a:ext>
            </a:extLst>
          </p:cNvPr>
          <p:cNvSpPr/>
          <p:nvPr/>
        </p:nvSpPr>
        <p:spPr>
          <a:xfrm rot="18626361">
            <a:off x="9935089" y="-25221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24593E27-72CC-6F92-BC12-160FA8705757}"/>
              </a:ext>
            </a:extLst>
          </p:cNvPr>
          <p:cNvSpPr/>
          <p:nvPr/>
        </p:nvSpPr>
        <p:spPr>
          <a:xfrm rot="18626361">
            <a:off x="3290852" y="12041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C3B42A17-717A-4E57-3F50-3DD76F0A8B16}"/>
              </a:ext>
            </a:extLst>
          </p:cNvPr>
          <p:cNvSpPr/>
          <p:nvPr/>
        </p:nvSpPr>
        <p:spPr>
          <a:xfrm rot="18626361">
            <a:off x="234031" y="4916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05C7D942-217E-4676-5481-5FE27A0CDFC2}"/>
              </a:ext>
            </a:extLst>
          </p:cNvPr>
          <p:cNvSpPr/>
          <p:nvPr/>
        </p:nvSpPr>
        <p:spPr>
          <a:xfrm rot="18626361">
            <a:off x="5679153" y="-20864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5F4C2B34-2DEA-51E6-A8B5-B63DFEAB6965}"/>
              </a:ext>
            </a:extLst>
          </p:cNvPr>
          <p:cNvSpPr/>
          <p:nvPr/>
        </p:nvSpPr>
        <p:spPr>
          <a:xfrm rot="18626361">
            <a:off x="7197168" y="5445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DEEB489F-8436-2BEE-394E-0B9E02E98891}"/>
              </a:ext>
            </a:extLst>
          </p:cNvPr>
          <p:cNvSpPr/>
          <p:nvPr/>
        </p:nvSpPr>
        <p:spPr>
          <a:xfrm rot="18626361">
            <a:off x="4687210" y="28120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E9A5C5A8-12F6-A6B8-BAB8-50DB163F1DD5}"/>
              </a:ext>
            </a:extLst>
          </p:cNvPr>
          <p:cNvSpPr/>
          <p:nvPr/>
        </p:nvSpPr>
        <p:spPr>
          <a:xfrm rot="18626361">
            <a:off x="875273" y="31245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CFBFFB0-A4E0-1CC6-992C-CA55933B91DD}"/>
              </a:ext>
            </a:extLst>
          </p:cNvPr>
          <p:cNvSpPr/>
          <p:nvPr/>
        </p:nvSpPr>
        <p:spPr>
          <a:xfrm rot="18626361">
            <a:off x="10838105" y="-32678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0C94904B-6BCF-33FD-02E0-B0C870B9AA9B}"/>
              </a:ext>
            </a:extLst>
          </p:cNvPr>
          <p:cNvSpPr/>
          <p:nvPr/>
        </p:nvSpPr>
        <p:spPr>
          <a:xfrm rot="18626361">
            <a:off x="10478307" y="-9288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04B84C80-31B4-E870-2E92-D83995FC8462}"/>
              </a:ext>
            </a:extLst>
          </p:cNvPr>
          <p:cNvSpPr/>
          <p:nvPr/>
        </p:nvSpPr>
        <p:spPr>
          <a:xfrm rot="18626361">
            <a:off x="3834070" y="5275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64B7B925-F625-C72F-6E72-84D400170AB2}"/>
              </a:ext>
            </a:extLst>
          </p:cNvPr>
          <p:cNvSpPr/>
          <p:nvPr/>
        </p:nvSpPr>
        <p:spPr>
          <a:xfrm rot="18626361">
            <a:off x="777249" y="-1849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8FFB596B-D410-B04B-79C1-CD7EB7BFE0FF}"/>
              </a:ext>
            </a:extLst>
          </p:cNvPr>
          <p:cNvSpPr/>
          <p:nvPr/>
        </p:nvSpPr>
        <p:spPr>
          <a:xfrm rot="18626361">
            <a:off x="6222371" y="-27631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9DA999C0-E5EE-5DA7-0D53-11268299E800}"/>
              </a:ext>
            </a:extLst>
          </p:cNvPr>
          <p:cNvSpPr/>
          <p:nvPr/>
        </p:nvSpPr>
        <p:spPr>
          <a:xfrm rot="18626361">
            <a:off x="7740386" y="-1321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D4C20739-D147-B8A2-22EA-7E499CE883A1}"/>
              </a:ext>
            </a:extLst>
          </p:cNvPr>
          <p:cNvSpPr/>
          <p:nvPr/>
        </p:nvSpPr>
        <p:spPr>
          <a:xfrm rot="18626361">
            <a:off x="5230428" y="21354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8A4E313D-87F3-ADE6-9829-34A471AFFE96}"/>
              </a:ext>
            </a:extLst>
          </p:cNvPr>
          <p:cNvSpPr/>
          <p:nvPr/>
        </p:nvSpPr>
        <p:spPr>
          <a:xfrm rot="18626361">
            <a:off x="1418491" y="24479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24F78B0A-BF53-A881-2344-6004D8B84579}"/>
              </a:ext>
            </a:extLst>
          </p:cNvPr>
          <p:cNvSpPr/>
          <p:nvPr/>
        </p:nvSpPr>
        <p:spPr>
          <a:xfrm>
            <a:off x="10465308" y="419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4DA469CB-CF0E-A9EE-FAE8-35AD5F128912}"/>
              </a:ext>
            </a:extLst>
          </p:cNvPr>
          <p:cNvSpPr/>
          <p:nvPr/>
        </p:nvSpPr>
        <p:spPr>
          <a:xfrm>
            <a:off x="10105510" y="2758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15757F3F-A9A2-1FDD-9577-CDF1C31929EC}"/>
              </a:ext>
            </a:extLst>
          </p:cNvPr>
          <p:cNvSpPr/>
          <p:nvPr/>
        </p:nvSpPr>
        <p:spPr>
          <a:xfrm>
            <a:off x="3461273" y="421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4FE7E186-9415-A870-1F95-5ECFDB9378AF}"/>
              </a:ext>
            </a:extLst>
          </p:cNvPr>
          <p:cNvSpPr/>
          <p:nvPr/>
        </p:nvSpPr>
        <p:spPr>
          <a:xfrm>
            <a:off x="404452" y="3501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97A73CDC-C239-AC31-B0B9-0E4CCC7B7F0C}"/>
              </a:ext>
            </a:extLst>
          </p:cNvPr>
          <p:cNvSpPr/>
          <p:nvPr/>
        </p:nvSpPr>
        <p:spPr>
          <a:xfrm>
            <a:off x="5849574" y="923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428AECA0-0266-7889-AEA7-0980BD489F62}"/>
              </a:ext>
            </a:extLst>
          </p:cNvPr>
          <p:cNvSpPr/>
          <p:nvPr/>
        </p:nvSpPr>
        <p:spPr>
          <a:xfrm>
            <a:off x="7367589" y="3554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10F71131-7A49-A38A-2000-E1AB72B9089F}"/>
              </a:ext>
            </a:extLst>
          </p:cNvPr>
          <p:cNvSpPr/>
          <p:nvPr/>
        </p:nvSpPr>
        <p:spPr>
          <a:xfrm>
            <a:off x="4857631" y="5822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F1AEE24-85B5-F9CE-4B10-33B542350994}"/>
              </a:ext>
            </a:extLst>
          </p:cNvPr>
          <p:cNvSpPr/>
          <p:nvPr/>
        </p:nvSpPr>
        <p:spPr>
          <a:xfrm>
            <a:off x="1045694" y="6134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68E104A1-EEC0-641A-1F19-E4AF8A3915B2}"/>
              </a:ext>
            </a:extLst>
          </p:cNvPr>
          <p:cNvSpPr/>
          <p:nvPr/>
        </p:nvSpPr>
        <p:spPr>
          <a:xfrm>
            <a:off x="10617708" y="571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006400B2-95D0-ED03-8215-2B5199F33AB0}"/>
              </a:ext>
            </a:extLst>
          </p:cNvPr>
          <p:cNvSpPr/>
          <p:nvPr/>
        </p:nvSpPr>
        <p:spPr>
          <a:xfrm>
            <a:off x="10257910" y="2910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04CADD4A-4435-EF43-19C8-B2C29C5C450A}"/>
              </a:ext>
            </a:extLst>
          </p:cNvPr>
          <p:cNvSpPr/>
          <p:nvPr/>
        </p:nvSpPr>
        <p:spPr>
          <a:xfrm>
            <a:off x="3613673" y="436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89E554A8-ACC0-C454-25A6-F079A8673EA9}"/>
              </a:ext>
            </a:extLst>
          </p:cNvPr>
          <p:cNvSpPr/>
          <p:nvPr/>
        </p:nvSpPr>
        <p:spPr>
          <a:xfrm>
            <a:off x="556852" y="3654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027C0F6B-20AF-FAC7-DEA4-AEC8A88BEE64}"/>
              </a:ext>
            </a:extLst>
          </p:cNvPr>
          <p:cNvSpPr/>
          <p:nvPr/>
        </p:nvSpPr>
        <p:spPr>
          <a:xfrm>
            <a:off x="6001974" y="1076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21247CC7-350B-4F14-CAE2-684297BF590F}"/>
              </a:ext>
            </a:extLst>
          </p:cNvPr>
          <p:cNvSpPr/>
          <p:nvPr/>
        </p:nvSpPr>
        <p:spPr>
          <a:xfrm>
            <a:off x="7519989" y="3707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84F2D96-944C-E1C4-2083-903B1DAA651C}"/>
              </a:ext>
            </a:extLst>
          </p:cNvPr>
          <p:cNvSpPr/>
          <p:nvPr/>
        </p:nvSpPr>
        <p:spPr>
          <a:xfrm>
            <a:off x="5010031" y="5974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7CAF3150-7CE5-0D6C-5E78-121FBB8CA3EE}"/>
              </a:ext>
            </a:extLst>
          </p:cNvPr>
          <p:cNvSpPr/>
          <p:nvPr/>
        </p:nvSpPr>
        <p:spPr>
          <a:xfrm>
            <a:off x="1198094" y="6287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2EBBAB8C-D972-CE3E-22B6-5751AA192F20}"/>
              </a:ext>
            </a:extLst>
          </p:cNvPr>
          <p:cNvSpPr/>
          <p:nvPr/>
        </p:nvSpPr>
        <p:spPr>
          <a:xfrm>
            <a:off x="10770108" y="723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712DC4E-DEE7-6E58-E4D7-2F9C660AB817}"/>
              </a:ext>
            </a:extLst>
          </p:cNvPr>
          <p:cNvSpPr/>
          <p:nvPr/>
        </p:nvSpPr>
        <p:spPr>
          <a:xfrm>
            <a:off x="10410310" y="3062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B972101E-1036-32E9-482D-28C4397F0BEA}"/>
              </a:ext>
            </a:extLst>
          </p:cNvPr>
          <p:cNvSpPr/>
          <p:nvPr/>
        </p:nvSpPr>
        <p:spPr>
          <a:xfrm>
            <a:off x="3766073" y="451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1F661BFD-33CB-5720-5453-A62702B81293}"/>
              </a:ext>
            </a:extLst>
          </p:cNvPr>
          <p:cNvSpPr/>
          <p:nvPr/>
        </p:nvSpPr>
        <p:spPr>
          <a:xfrm>
            <a:off x="709252" y="3806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764DF361-F63E-C690-1EE6-6AAD3F58CB30}"/>
              </a:ext>
            </a:extLst>
          </p:cNvPr>
          <p:cNvSpPr/>
          <p:nvPr/>
        </p:nvSpPr>
        <p:spPr>
          <a:xfrm>
            <a:off x="6154374" y="1228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F9825533-231E-2217-C081-E85AB49E908C}"/>
              </a:ext>
            </a:extLst>
          </p:cNvPr>
          <p:cNvSpPr/>
          <p:nvPr/>
        </p:nvSpPr>
        <p:spPr>
          <a:xfrm>
            <a:off x="7672389" y="3859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DB0FC0E8-CAE9-29D3-43AE-15E183A14ED2}"/>
              </a:ext>
            </a:extLst>
          </p:cNvPr>
          <p:cNvSpPr/>
          <p:nvPr/>
        </p:nvSpPr>
        <p:spPr>
          <a:xfrm>
            <a:off x="5162431" y="6127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0274A02F-EF2F-A146-7E41-66F48AE16996}"/>
              </a:ext>
            </a:extLst>
          </p:cNvPr>
          <p:cNvSpPr/>
          <p:nvPr/>
        </p:nvSpPr>
        <p:spPr>
          <a:xfrm>
            <a:off x="1350494" y="6439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FBF4BAF2-740B-54F5-11CA-564611359470}"/>
              </a:ext>
            </a:extLst>
          </p:cNvPr>
          <p:cNvSpPr/>
          <p:nvPr/>
        </p:nvSpPr>
        <p:spPr>
          <a:xfrm>
            <a:off x="9916390" y="-15666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AE4C996B-2B12-C05E-B588-0513263720B0}"/>
              </a:ext>
            </a:extLst>
          </p:cNvPr>
          <p:cNvSpPr/>
          <p:nvPr/>
        </p:nvSpPr>
        <p:spPr>
          <a:xfrm>
            <a:off x="9556592" y="7723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1EFED01-6961-68AC-E0DC-EF674427422B}"/>
              </a:ext>
            </a:extLst>
          </p:cNvPr>
          <p:cNvSpPr/>
          <p:nvPr/>
        </p:nvSpPr>
        <p:spPr>
          <a:xfrm>
            <a:off x="2912355" y="22287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6D4281D1-E32E-19AB-8CE9-97C2BDBCCB7E}"/>
              </a:ext>
            </a:extLst>
          </p:cNvPr>
          <p:cNvSpPr/>
          <p:nvPr/>
        </p:nvSpPr>
        <p:spPr>
          <a:xfrm>
            <a:off x="-144466" y="151620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28490EA-D0D0-D7CB-7C1C-9ADEA3145560}"/>
              </a:ext>
            </a:extLst>
          </p:cNvPr>
          <p:cNvSpPr/>
          <p:nvPr/>
        </p:nvSpPr>
        <p:spPr>
          <a:xfrm>
            <a:off x="5300656" y="-106193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E45E67DB-E14E-E110-3B80-AF52B57497D2}"/>
              </a:ext>
            </a:extLst>
          </p:cNvPr>
          <p:cNvSpPr/>
          <p:nvPr/>
        </p:nvSpPr>
        <p:spPr>
          <a:xfrm>
            <a:off x="6818671" y="15690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F79D4778-17D8-AFA6-B96D-2CB87F4A9312}"/>
              </a:ext>
            </a:extLst>
          </p:cNvPr>
          <p:cNvSpPr/>
          <p:nvPr/>
        </p:nvSpPr>
        <p:spPr>
          <a:xfrm>
            <a:off x="4308713" y="38366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E60C1A76-A6EE-03AD-61E0-D063180964D2}"/>
              </a:ext>
            </a:extLst>
          </p:cNvPr>
          <p:cNvSpPr/>
          <p:nvPr/>
        </p:nvSpPr>
        <p:spPr>
          <a:xfrm>
            <a:off x="496776" y="41491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ACF80AE0-F38B-C8B3-09C3-833B30F611C8}"/>
              </a:ext>
            </a:extLst>
          </p:cNvPr>
          <p:cNvSpPr/>
          <p:nvPr/>
        </p:nvSpPr>
        <p:spPr>
          <a:xfrm>
            <a:off x="10922508" y="876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EA7D04D0-028C-D2E9-AC19-6DD4814ED232}"/>
              </a:ext>
            </a:extLst>
          </p:cNvPr>
          <p:cNvSpPr/>
          <p:nvPr/>
        </p:nvSpPr>
        <p:spPr>
          <a:xfrm>
            <a:off x="10562710" y="3215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3E8222C8-7EF2-1CBF-3B72-42E4643AB034}"/>
              </a:ext>
            </a:extLst>
          </p:cNvPr>
          <p:cNvSpPr/>
          <p:nvPr/>
        </p:nvSpPr>
        <p:spPr>
          <a:xfrm>
            <a:off x="3918473" y="467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CBACF8D1-BBDF-2A89-0104-50A0274340CB}"/>
              </a:ext>
            </a:extLst>
          </p:cNvPr>
          <p:cNvSpPr/>
          <p:nvPr/>
        </p:nvSpPr>
        <p:spPr>
          <a:xfrm>
            <a:off x="861652" y="39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E10AA53C-7017-76AA-1719-251E1EEA7B1D}"/>
              </a:ext>
            </a:extLst>
          </p:cNvPr>
          <p:cNvSpPr/>
          <p:nvPr/>
        </p:nvSpPr>
        <p:spPr>
          <a:xfrm>
            <a:off x="6306774" y="1381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8A83CBD1-2CE3-FD21-65DD-635BB361CB3E}"/>
              </a:ext>
            </a:extLst>
          </p:cNvPr>
          <p:cNvSpPr/>
          <p:nvPr/>
        </p:nvSpPr>
        <p:spPr>
          <a:xfrm>
            <a:off x="7824789" y="4012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DF79B8F6-2F01-E9BE-512F-1E5B44C21A96}"/>
              </a:ext>
            </a:extLst>
          </p:cNvPr>
          <p:cNvSpPr/>
          <p:nvPr/>
        </p:nvSpPr>
        <p:spPr>
          <a:xfrm>
            <a:off x="5314831" y="6279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A9687CAC-B913-6C8F-39A3-7B587E2F7FB9}"/>
              </a:ext>
            </a:extLst>
          </p:cNvPr>
          <p:cNvSpPr/>
          <p:nvPr/>
        </p:nvSpPr>
        <p:spPr>
          <a:xfrm>
            <a:off x="1502894" y="659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C57585AD-65A4-6308-3829-585D9EF8F606}"/>
              </a:ext>
            </a:extLst>
          </p:cNvPr>
          <p:cNvSpPr/>
          <p:nvPr/>
        </p:nvSpPr>
        <p:spPr>
          <a:xfrm>
            <a:off x="9854368" y="-13010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E1962E05-DEBE-A06A-801B-37805D6FE764}"/>
              </a:ext>
            </a:extLst>
          </p:cNvPr>
          <p:cNvSpPr/>
          <p:nvPr/>
        </p:nvSpPr>
        <p:spPr>
          <a:xfrm>
            <a:off x="9494570" y="10379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0CCE7F0A-0FCA-0BAF-14E2-B18EE0B81906}"/>
              </a:ext>
            </a:extLst>
          </p:cNvPr>
          <p:cNvSpPr/>
          <p:nvPr/>
        </p:nvSpPr>
        <p:spPr>
          <a:xfrm>
            <a:off x="2850333" y="24943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5A58A707-9786-3FFC-6DBE-F72108E15E08}"/>
              </a:ext>
            </a:extLst>
          </p:cNvPr>
          <p:cNvSpPr/>
          <p:nvPr/>
        </p:nvSpPr>
        <p:spPr>
          <a:xfrm>
            <a:off x="-206488" y="17817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967C1F8F-C762-5FF9-A990-0668546B491F}"/>
              </a:ext>
            </a:extLst>
          </p:cNvPr>
          <p:cNvSpPr/>
          <p:nvPr/>
        </p:nvSpPr>
        <p:spPr>
          <a:xfrm>
            <a:off x="5238634" y="-7963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B8E95411-6C1D-C486-42A7-CB078E58329E}"/>
              </a:ext>
            </a:extLst>
          </p:cNvPr>
          <p:cNvSpPr/>
          <p:nvPr/>
        </p:nvSpPr>
        <p:spPr>
          <a:xfrm>
            <a:off x="6756649" y="18346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B01DFEB8-9321-20D7-F4BC-115658F6A605}"/>
              </a:ext>
            </a:extLst>
          </p:cNvPr>
          <p:cNvSpPr/>
          <p:nvPr/>
        </p:nvSpPr>
        <p:spPr>
          <a:xfrm>
            <a:off x="4246691" y="41022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85884644-1453-3BE8-6B50-39A3A79518E4}"/>
              </a:ext>
            </a:extLst>
          </p:cNvPr>
          <p:cNvSpPr/>
          <p:nvPr/>
        </p:nvSpPr>
        <p:spPr>
          <a:xfrm>
            <a:off x="434754" y="4414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ADC3913D-4CE7-5239-45F2-DA2D7416C401}"/>
              </a:ext>
            </a:extLst>
          </p:cNvPr>
          <p:cNvSpPr/>
          <p:nvPr/>
        </p:nvSpPr>
        <p:spPr>
          <a:xfrm>
            <a:off x="10006768" y="-11486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19CDA322-56AF-1D41-B8DB-E81C403D7B95}"/>
              </a:ext>
            </a:extLst>
          </p:cNvPr>
          <p:cNvSpPr/>
          <p:nvPr/>
        </p:nvSpPr>
        <p:spPr>
          <a:xfrm>
            <a:off x="9646970" y="11903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8DC6790F-D62B-C909-B786-19686CECB00C}"/>
              </a:ext>
            </a:extLst>
          </p:cNvPr>
          <p:cNvSpPr/>
          <p:nvPr/>
        </p:nvSpPr>
        <p:spPr>
          <a:xfrm>
            <a:off x="3002733" y="2646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E209965C-03FF-40B0-B9C6-C8554F703492}"/>
              </a:ext>
            </a:extLst>
          </p:cNvPr>
          <p:cNvSpPr/>
          <p:nvPr/>
        </p:nvSpPr>
        <p:spPr>
          <a:xfrm>
            <a:off x="-54088" y="19341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9" name="Прямоугольник 138">
            <a:extLst>
              <a:ext uri="{FF2B5EF4-FFF2-40B4-BE49-F238E27FC236}">
                <a16:creationId xmlns:a16="http://schemas.microsoft.com/office/drawing/2014/main" id="{4AE88F49-C762-D53C-DEFC-79CD3FCDF797}"/>
              </a:ext>
            </a:extLst>
          </p:cNvPr>
          <p:cNvSpPr/>
          <p:nvPr/>
        </p:nvSpPr>
        <p:spPr>
          <a:xfrm>
            <a:off x="5391034" y="-6439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56E458A5-B059-2915-5E23-7BEDCDC8E4AE}"/>
              </a:ext>
            </a:extLst>
          </p:cNvPr>
          <p:cNvSpPr/>
          <p:nvPr/>
        </p:nvSpPr>
        <p:spPr>
          <a:xfrm>
            <a:off x="6909049" y="19870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14ADB64A-4981-6FB1-D014-EA5F82389D30}"/>
              </a:ext>
            </a:extLst>
          </p:cNvPr>
          <p:cNvSpPr/>
          <p:nvPr/>
        </p:nvSpPr>
        <p:spPr>
          <a:xfrm>
            <a:off x="4399091" y="42546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2" name="Прямоугольник 141">
            <a:extLst>
              <a:ext uri="{FF2B5EF4-FFF2-40B4-BE49-F238E27FC236}">
                <a16:creationId xmlns:a16="http://schemas.microsoft.com/office/drawing/2014/main" id="{2008EB79-FE35-51D6-A09B-2665E3D2E833}"/>
              </a:ext>
            </a:extLst>
          </p:cNvPr>
          <p:cNvSpPr/>
          <p:nvPr/>
        </p:nvSpPr>
        <p:spPr>
          <a:xfrm>
            <a:off x="587154" y="4567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3" name="Прямоугольник 142">
            <a:extLst>
              <a:ext uri="{FF2B5EF4-FFF2-40B4-BE49-F238E27FC236}">
                <a16:creationId xmlns:a16="http://schemas.microsoft.com/office/drawing/2014/main" id="{A565931D-DA46-9E42-B6F4-BDF907275103}"/>
              </a:ext>
            </a:extLst>
          </p:cNvPr>
          <p:cNvSpPr/>
          <p:nvPr/>
        </p:nvSpPr>
        <p:spPr>
          <a:xfrm>
            <a:off x="10159168" y="-9962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A9FEF3-7947-DF7B-2005-27BE2C55F447}"/>
              </a:ext>
            </a:extLst>
          </p:cNvPr>
          <p:cNvSpPr/>
          <p:nvPr/>
        </p:nvSpPr>
        <p:spPr>
          <a:xfrm>
            <a:off x="9799370" y="13427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EAF2A277-455B-8604-4EAC-E55BC72ADDDE}"/>
              </a:ext>
            </a:extLst>
          </p:cNvPr>
          <p:cNvSpPr/>
          <p:nvPr/>
        </p:nvSpPr>
        <p:spPr>
          <a:xfrm>
            <a:off x="3155133" y="2799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6" name="Прямоугольник 145">
            <a:extLst>
              <a:ext uri="{FF2B5EF4-FFF2-40B4-BE49-F238E27FC236}">
                <a16:creationId xmlns:a16="http://schemas.microsoft.com/office/drawing/2014/main" id="{C99A60E3-F1DA-C5ED-7BBC-7B3AF48B4C47}"/>
              </a:ext>
            </a:extLst>
          </p:cNvPr>
          <p:cNvSpPr/>
          <p:nvPr/>
        </p:nvSpPr>
        <p:spPr>
          <a:xfrm>
            <a:off x="98312" y="20865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37156E6A-46FA-91E0-DBBE-06FE4AB2B262}"/>
              </a:ext>
            </a:extLst>
          </p:cNvPr>
          <p:cNvSpPr/>
          <p:nvPr/>
        </p:nvSpPr>
        <p:spPr>
          <a:xfrm>
            <a:off x="5543434" y="-4915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D11AFACD-4B9A-F840-1FAC-D00D6D9D4A0C}"/>
              </a:ext>
            </a:extLst>
          </p:cNvPr>
          <p:cNvSpPr/>
          <p:nvPr/>
        </p:nvSpPr>
        <p:spPr>
          <a:xfrm>
            <a:off x="7061449" y="21394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A53DC8B1-6B12-C74A-ED07-4C5256498DB8}"/>
              </a:ext>
            </a:extLst>
          </p:cNvPr>
          <p:cNvSpPr/>
          <p:nvPr/>
        </p:nvSpPr>
        <p:spPr>
          <a:xfrm>
            <a:off x="4551491" y="44070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8DFED603-072D-174B-8EDF-7C75253C04CE}"/>
              </a:ext>
            </a:extLst>
          </p:cNvPr>
          <p:cNvSpPr/>
          <p:nvPr/>
        </p:nvSpPr>
        <p:spPr>
          <a:xfrm>
            <a:off x="739554" y="4719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10A15042-4E02-74BD-99EE-EEE45FD7BEEF}"/>
              </a:ext>
            </a:extLst>
          </p:cNvPr>
          <p:cNvSpPr/>
          <p:nvPr/>
        </p:nvSpPr>
        <p:spPr>
          <a:xfrm>
            <a:off x="10311568" y="-8438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63DDC235-8473-7D4C-6D89-185DB0822EA9}"/>
              </a:ext>
            </a:extLst>
          </p:cNvPr>
          <p:cNvSpPr/>
          <p:nvPr/>
        </p:nvSpPr>
        <p:spPr>
          <a:xfrm>
            <a:off x="9951770" y="14951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727E49D6-402E-604E-E298-4FBB4A95E35A}"/>
              </a:ext>
            </a:extLst>
          </p:cNvPr>
          <p:cNvSpPr/>
          <p:nvPr/>
        </p:nvSpPr>
        <p:spPr>
          <a:xfrm>
            <a:off x="3307533" y="2951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B15F351F-0902-C883-E834-1A8571DDC765}"/>
              </a:ext>
            </a:extLst>
          </p:cNvPr>
          <p:cNvSpPr/>
          <p:nvPr/>
        </p:nvSpPr>
        <p:spPr>
          <a:xfrm>
            <a:off x="250712" y="22389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9109D0DF-AC8B-745B-EFEB-7FFEA103C2C8}"/>
              </a:ext>
            </a:extLst>
          </p:cNvPr>
          <p:cNvSpPr/>
          <p:nvPr/>
        </p:nvSpPr>
        <p:spPr>
          <a:xfrm>
            <a:off x="5695834" y="-3391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0D1E140B-77A5-B125-715B-E2B33A0714E1}"/>
              </a:ext>
            </a:extLst>
          </p:cNvPr>
          <p:cNvSpPr/>
          <p:nvPr/>
        </p:nvSpPr>
        <p:spPr>
          <a:xfrm>
            <a:off x="7213849" y="22918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EA270422-5EF8-2A91-A3FF-2CA08B807350}"/>
              </a:ext>
            </a:extLst>
          </p:cNvPr>
          <p:cNvSpPr/>
          <p:nvPr/>
        </p:nvSpPr>
        <p:spPr>
          <a:xfrm>
            <a:off x="4703891" y="45594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0E2BA9E7-B6C0-1D99-09CD-C2084220D481}"/>
              </a:ext>
            </a:extLst>
          </p:cNvPr>
          <p:cNvSpPr/>
          <p:nvPr/>
        </p:nvSpPr>
        <p:spPr>
          <a:xfrm>
            <a:off x="891954" y="4871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2A708A61-337D-D33B-E142-3103981C657E}"/>
              </a:ext>
            </a:extLst>
          </p:cNvPr>
          <p:cNvSpPr/>
          <p:nvPr/>
        </p:nvSpPr>
        <p:spPr>
          <a:xfrm>
            <a:off x="8073611" y="-317467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3AF24669-ED07-4093-C5DF-E969B199932A}"/>
              </a:ext>
            </a:extLst>
          </p:cNvPr>
          <p:cNvSpPr/>
          <p:nvPr/>
        </p:nvSpPr>
        <p:spPr>
          <a:xfrm>
            <a:off x="7713813" y="-8356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BD2E473E-5B86-12EE-761E-81BFD53E8D7F}"/>
              </a:ext>
            </a:extLst>
          </p:cNvPr>
          <p:cNvSpPr/>
          <p:nvPr/>
        </p:nvSpPr>
        <p:spPr>
          <a:xfrm>
            <a:off x="1069576" y="6207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74291D2C-BF78-C1B9-BF39-D334022103FE}"/>
              </a:ext>
            </a:extLst>
          </p:cNvPr>
          <p:cNvSpPr/>
          <p:nvPr/>
        </p:nvSpPr>
        <p:spPr>
          <a:xfrm>
            <a:off x="-1987245" y="-918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808F2F7F-DF2C-EFA7-A430-DD1CBF0F6F85}"/>
              </a:ext>
            </a:extLst>
          </p:cNvPr>
          <p:cNvSpPr/>
          <p:nvPr/>
        </p:nvSpPr>
        <p:spPr>
          <a:xfrm>
            <a:off x="3457877" y="-266994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305623D0-E3BD-5636-E4CB-A13C5B6D2991}"/>
              </a:ext>
            </a:extLst>
          </p:cNvPr>
          <p:cNvSpPr/>
          <p:nvPr/>
        </p:nvSpPr>
        <p:spPr>
          <a:xfrm>
            <a:off x="4975892" y="-3895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40C771E5-741E-0DA9-4999-552300A50247}"/>
              </a:ext>
            </a:extLst>
          </p:cNvPr>
          <p:cNvSpPr/>
          <p:nvPr/>
        </p:nvSpPr>
        <p:spPr>
          <a:xfrm>
            <a:off x="2465934" y="22286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9076BAA5-784E-8FE2-2DE0-F6922141ADA5}"/>
              </a:ext>
            </a:extLst>
          </p:cNvPr>
          <p:cNvSpPr/>
          <p:nvPr/>
        </p:nvSpPr>
        <p:spPr>
          <a:xfrm>
            <a:off x="-1346003" y="2541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B470EE83-0685-E5A2-5C94-861989B56A1E}"/>
              </a:ext>
            </a:extLst>
          </p:cNvPr>
          <p:cNvSpPr/>
          <p:nvPr/>
        </p:nvSpPr>
        <p:spPr>
          <a:xfrm>
            <a:off x="5835654" y="-550546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073287F8-0C5A-91FF-01D6-55D2313B0D85}"/>
              </a:ext>
            </a:extLst>
          </p:cNvPr>
          <p:cNvSpPr/>
          <p:nvPr/>
        </p:nvSpPr>
        <p:spPr>
          <a:xfrm>
            <a:off x="5475856" y="-31664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53D83D81-4778-8BFA-FFA1-A8913CA08030}"/>
              </a:ext>
            </a:extLst>
          </p:cNvPr>
          <p:cNvSpPr/>
          <p:nvPr/>
        </p:nvSpPr>
        <p:spPr>
          <a:xfrm>
            <a:off x="-1168381" y="-17100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609E4472-4E5A-629B-8FCE-48291688F3AB}"/>
              </a:ext>
            </a:extLst>
          </p:cNvPr>
          <p:cNvSpPr/>
          <p:nvPr/>
        </p:nvSpPr>
        <p:spPr>
          <a:xfrm>
            <a:off x="-4225202" y="-242259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74F4C5BB-C68E-1D1E-06F0-0F295E7DF0DE}"/>
              </a:ext>
            </a:extLst>
          </p:cNvPr>
          <p:cNvSpPr/>
          <p:nvPr/>
        </p:nvSpPr>
        <p:spPr>
          <a:xfrm>
            <a:off x="1219920" y="-500073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A29369B0-AFD2-F06A-88EA-2CA6320EBBA9}"/>
              </a:ext>
            </a:extLst>
          </p:cNvPr>
          <p:cNvSpPr/>
          <p:nvPr/>
        </p:nvSpPr>
        <p:spPr>
          <a:xfrm>
            <a:off x="2737935" y="-23697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62BF9C5C-61A4-D891-5BE9-56F94A278FD4}"/>
              </a:ext>
            </a:extLst>
          </p:cNvPr>
          <p:cNvSpPr/>
          <p:nvPr/>
        </p:nvSpPr>
        <p:spPr>
          <a:xfrm>
            <a:off x="227977" y="-1021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45596925-1A28-774B-E86E-1755ADC2FB3E}"/>
              </a:ext>
            </a:extLst>
          </p:cNvPr>
          <p:cNvSpPr/>
          <p:nvPr/>
        </p:nvSpPr>
        <p:spPr>
          <a:xfrm>
            <a:off x="-3583960" y="2103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40B653F5-176E-932C-AB0C-8B35458AB625}"/>
              </a:ext>
            </a:extLst>
          </p:cNvPr>
          <p:cNvSpPr/>
          <p:nvPr/>
        </p:nvSpPr>
        <p:spPr>
          <a:xfrm>
            <a:off x="3597697" y="-78362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9EC76AED-476E-4F89-9B9C-39777C3A9816}"/>
              </a:ext>
            </a:extLst>
          </p:cNvPr>
          <p:cNvSpPr/>
          <p:nvPr/>
        </p:nvSpPr>
        <p:spPr>
          <a:xfrm>
            <a:off x="3237899" y="-54972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FEF4EF01-1C5B-4E19-8F67-A2931AAB1358}"/>
              </a:ext>
            </a:extLst>
          </p:cNvPr>
          <p:cNvSpPr/>
          <p:nvPr/>
        </p:nvSpPr>
        <p:spPr>
          <a:xfrm>
            <a:off x="-3406338" y="-40408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6AB2DF44-D611-1A3D-6BBD-FE11E2168E8F}"/>
              </a:ext>
            </a:extLst>
          </p:cNvPr>
          <p:cNvSpPr/>
          <p:nvPr/>
        </p:nvSpPr>
        <p:spPr>
          <a:xfrm>
            <a:off x="-6463159" y="-475338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6F6A3F19-7845-4AE7-CB7F-B3F26C97F54D}"/>
              </a:ext>
            </a:extLst>
          </p:cNvPr>
          <p:cNvSpPr/>
          <p:nvPr/>
        </p:nvSpPr>
        <p:spPr>
          <a:xfrm>
            <a:off x="-1018037" y="-73315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ADF9B4EB-9551-0363-179E-3F703B863736}"/>
              </a:ext>
            </a:extLst>
          </p:cNvPr>
          <p:cNvSpPr/>
          <p:nvPr/>
        </p:nvSpPr>
        <p:spPr>
          <a:xfrm>
            <a:off x="499978" y="-470053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2C049322-7B9E-D9AF-2F24-0B11ADEF4BC5}"/>
              </a:ext>
            </a:extLst>
          </p:cNvPr>
          <p:cNvSpPr/>
          <p:nvPr/>
        </p:nvSpPr>
        <p:spPr>
          <a:xfrm>
            <a:off x="-2009980" y="-24329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A749940F-C1EE-EC86-D9ED-F866EAB0C6A7}"/>
              </a:ext>
            </a:extLst>
          </p:cNvPr>
          <p:cNvSpPr/>
          <p:nvPr/>
        </p:nvSpPr>
        <p:spPr>
          <a:xfrm>
            <a:off x="-5821917" y="-21204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3" name="Прямоугольник 182">
            <a:extLst>
              <a:ext uri="{FF2B5EF4-FFF2-40B4-BE49-F238E27FC236}">
                <a16:creationId xmlns:a16="http://schemas.microsoft.com/office/drawing/2014/main" id="{22D80E4A-A046-7413-4400-08719ECD984B}"/>
              </a:ext>
            </a:extLst>
          </p:cNvPr>
          <p:cNvSpPr/>
          <p:nvPr/>
        </p:nvSpPr>
        <p:spPr>
          <a:xfrm>
            <a:off x="1359740" y="-101670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4" name="Прямоугольник 183">
            <a:extLst>
              <a:ext uri="{FF2B5EF4-FFF2-40B4-BE49-F238E27FC236}">
                <a16:creationId xmlns:a16="http://schemas.microsoft.com/office/drawing/2014/main" id="{5E95FDE6-9D5F-1D73-AF6F-89444E71EFCF}"/>
              </a:ext>
            </a:extLst>
          </p:cNvPr>
          <p:cNvSpPr/>
          <p:nvPr/>
        </p:nvSpPr>
        <p:spPr>
          <a:xfrm>
            <a:off x="999942" y="-78280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5" name="Прямоугольник 184">
            <a:extLst>
              <a:ext uri="{FF2B5EF4-FFF2-40B4-BE49-F238E27FC236}">
                <a16:creationId xmlns:a16="http://schemas.microsoft.com/office/drawing/2014/main" id="{4BE860F1-057D-8C23-9887-64F36CD7D1F7}"/>
              </a:ext>
            </a:extLst>
          </p:cNvPr>
          <p:cNvSpPr/>
          <p:nvPr/>
        </p:nvSpPr>
        <p:spPr>
          <a:xfrm>
            <a:off x="-5644295" y="-63716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6" name="Прямоугольник 185">
            <a:extLst>
              <a:ext uri="{FF2B5EF4-FFF2-40B4-BE49-F238E27FC236}">
                <a16:creationId xmlns:a16="http://schemas.microsoft.com/office/drawing/2014/main" id="{2900280E-2ABE-48A4-4EE1-F871E12BF987}"/>
              </a:ext>
            </a:extLst>
          </p:cNvPr>
          <p:cNvSpPr/>
          <p:nvPr/>
        </p:nvSpPr>
        <p:spPr>
          <a:xfrm>
            <a:off x="-8701116" y="-708417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7" name="Прямоугольник 186">
            <a:extLst>
              <a:ext uri="{FF2B5EF4-FFF2-40B4-BE49-F238E27FC236}">
                <a16:creationId xmlns:a16="http://schemas.microsoft.com/office/drawing/2014/main" id="{3C893017-8746-1856-76A5-0F0A8A2F89BC}"/>
              </a:ext>
            </a:extLst>
          </p:cNvPr>
          <p:cNvSpPr/>
          <p:nvPr/>
        </p:nvSpPr>
        <p:spPr>
          <a:xfrm>
            <a:off x="-3255994" y="-96623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8" name="Прямоугольник 187">
            <a:extLst>
              <a:ext uri="{FF2B5EF4-FFF2-40B4-BE49-F238E27FC236}">
                <a16:creationId xmlns:a16="http://schemas.microsoft.com/office/drawing/2014/main" id="{499C8D69-654A-81B9-6C37-6733BFBF71B2}"/>
              </a:ext>
            </a:extLst>
          </p:cNvPr>
          <p:cNvSpPr/>
          <p:nvPr/>
        </p:nvSpPr>
        <p:spPr>
          <a:xfrm>
            <a:off x="-1737979" y="-703132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9" name="Прямоугольник 188">
            <a:extLst>
              <a:ext uri="{FF2B5EF4-FFF2-40B4-BE49-F238E27FC236}">
                <a16:creationId xmlns:a16="http://schemas.microsoft.com/office/drawing/2014/main" id="{43EF3D3A-3C9A-62F6-ABBB-143C2C25E2BF}"/>
              </a:ext>
            </a:extLst>
          </p:cNvPr>
          <p:cNvSpPr/>
          <p:nvPr/>
        </p:nvSpPr>
        <p:spPr>
          <a:xfrm>
            <a:off x="-4247937" y="-476375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0" name="Прямоугольник 189">
            <a:extLst>
              <a:ext uri="{FF2B5EF4-FFF2-40B4-BE49-F238E27FC236}">
                <a16:creationId xmlns:a16="http://schemas.microsoft.com/office/drawing/2014/main" id="{7F1CBC70-E7E9-8E04-CDA0-16AE2C631425}"/>
              </a:ext>
            </a:extLst>
          </p:cNvPr>
          <p:cNvSpPr/>
          <p:nvPr/>
        </p:nvSpPr>
        <p:spPr>
          <a:xfrm>
            <a:off x="-8059874" y="-44512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6894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ВБ/СПУМЕР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44514" y="1683877"/>
            <a:ext cx="458556" cy="458556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A17236E5-CA93-9BBD-77EF-7406A4DA70EC}"/>
              </a:ext>
            </a:extLst>
          </p:cNvPr>
          <p:cNvSpPr/>
          <p:nvPr/>
        </p:nvSpPr>
        <p:spPr>
          <a:xfrm>
            <a:off x="1471469" y="17196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результат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48" name="Полилиния: фигура 47">
            <a:extLst>
              <a:ext uri="{FF2B5EF4-FFF2-40B4-BE49-F238E27FC236}">
                <a16:creationId xmlns:a16="http://schemas.microsoft.com/office/drawing/2014/main" id="{456D5E5B-6E97-1546-9826-A2A26D11021B}"/>
              </a:ext>
            </a:extLst>
          </p:cNvPr>
          <p:cNvSpPr/>
          <p:nvPr/>
        </p:nvSpPr>
        <p:spPr>
          <a:xfrm>
            <a:off x="3969295" y="21976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2801840-B2BC-48EA-B2D2-4288A5BCC13C}"/>
              </a:ext>
            </a:extLst>
          </p:cNvPr>
          <p:cNvSpPr/>
          <p:nvPr/>
        </p:nvSpPr>
        <p:spPr>
          <a:xfrm>
            <a:off x="10312908" y="266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03CF337F-B804-6B45-9C4D-9A14D4E3145E}"/>
              </a:ext>
            </a:extLst>
          </p:cNvPr>
          <p:cNvSpPr/>
          <p:nvPr/>
        </p:nvSpPr>
        <p:spPr>
          <a:xfrm>
            <a:off x="9953110" y="2605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EC66508-877B-F496-CA73-6B8874B23679}"/>
              </a:ext>
            </a:extLst>
          </p:cNvPr>
          <p:cNvSpPr/>
          <p:nvPr/>
        </p:nvSpPr>
        <p:spPr>
          <a:xfrm>
            <a:off x="3308873" y="406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75A8CA8-E416-F4B5-089F-F1F4102C930D}"/>
              </a:ext>
            </a:extLst>
          </p:cNvPr>
          <p:cNvSpPr/>
          <p:nvPr/>
        </p:nvSpPr>
        <p:spPr>
          <a:xfrm>
            <a:off x="252052" y="3349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BA8A3F3E-F260-EA9C-9DA9-A11BD8CAAB04}"/>
              </a:ext>
            </a:extLst>
          </p:cNvPr>
          <p:cNvSpPr/>
          <p:nvPr/>
        </p:nvSpPr>
        <p:spPr>
          <a:xfrm>
            <a:off x="5697174" y="771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C9127776-3BAC-7A70-570D-0A4361DFD286}"/>
              </a:ext>
            </a:extLst>
          </p:cNvPr>
          <p:cNvSpPr/>
          <p:nvPr/>
        </p:nvSpPr>
        <p:spPr>
          <a:xfrm>
            <a:off x="7215189" y="3402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7EBE4E5-DD8A-7455-6EA3-3E23E1053A7B}"/>
              </a:ext>
            </a:extLst>
          </p:cNvPr>
          <p:cNvSpPr/>
          <p:nvPr/>
        </p:nvSpPr>
        <p:spPr>
          <a:xfrm>
            <a:off x="4705231" y="5669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E6DBACF-8011-4993-87B0-4DD9B97B3099}"/>
              </a:ext>
            </a:extLst>
          </p:cNvPr>
          <p:cNvSpPr/>
          <p:nvPr/>
        </p:nvSpPr>
        <p:spPr>
          <a:xfrm>
            <a:off x="893294" y="5982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14CC064-5959-0007-CD1A-C3B2C271F648}"/>
              </a:ext>
            </a:extLst>
          </p:cNvPr>
          <p:cNvSpPr/>
          <p:nvPr/>
        </p:nvSpPr>
        <p:spPr>
          <a:xfrm rot="799802">
            <a:off x="8718108" y="-6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D6E2619-6778-39EB-9C8A-3A041761975C}"/>
              </a:ext>
            </a:extLst>
          </p:cNvPr>
          <p:cNvSpPr/>
          <p:nvPr/>
        </p:nvSpPr>
        <p:spPr>
          <a:xfrm rot="799802">
            <a:off x="8358310" y="167982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17CEF08-5D80-1C35-0856-FA939EF96AC2}"/>
              </a:ext>
            </a:extLst>
          </p:cNvPr>
          <p:cNvSpPr/>
          <p:nvPr/>
        </p:nvSpPr>
        <p:spPr>
          <a:xfrm rot="799802">
            <a:off x="1714073" y="31362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63E2311-6564-1D49-2A67-8D9F36FEA2DA}"/>
              </a:ext>
            </a:extLst>
          </p:cNvPr>
          <p:cNvSpPr/>
          <p:nvPr/>
        </p:nvSpPr>
        <p:spPr>
          <a:xfrm rot="799802">
            <a:off x="-1342748" y="2423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AD6737-C11E-1E1E-2773-B1AE3A9069BC}"/>
              </a:ext>
            </a:extLst>
          </p:cNvPr>
          <p:cNvSpPr/>
          <p:nvPr/>
        </p:nvSpPr>
        <p:spPr>
          <a:xfrm rot="799802">
            <a:off x="4102374" y="-15443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F0CD69F-5AE3-B794-1019-034D702E4E5B}"/>
              </a:ext>
            </a:extLst>
          </p:cNvPr>
          <p:cNvSpPr/>
          <p:nvPr/>
        </p:nvSpPr>
        <p:spPr>
          <a:xfrm rot="799802">
            <a:off x="5620389" y="247655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37301D8-C9D0-D255-12A1-85DA54831CE6}"/>
              </a:ext>
            </a:extLst>
          </p:cNvPr>
          <p:cNvSpPr/>
          <p:nvPr/>
        </p:nvSpPr>
        <p:spPr>
          <a:xfrm rot="799802">
            <a:off x="3110431" y="4744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221D67B-D98A-8FFA-5B39-12F1B067EBD8}"/>
              </a:ext>
            </a:extLst>
          </p:cNvPr>
          <p:cNvSpPr/>
          <p:nvPr/>
        </p:nvSpPr>
        <p:spPr>
          <a:xfrm rot="799802">
            <a:off x="-701506" y="50566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6FB1B14F-D80D-793C-0CD0-8656484111C0}"/>
              </a:ext>
            </a:extLst>
          </p:cNvPr>
          <p:cNvSpPr/>
          <p:nvPr/>
        </p:nvSpPr>
        <p:spPr>
          <a:xfrm rot="19032781">
            <a:off x="11419157" y="-67212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0B2B29-D116-7467-0CC0-53AF24208717}"/>
              </a:ext>
            </a:extLst>
          </p:cNvPr>
          <p:cNvSpPr/>
          <p:nvPr/>
        </p:nvSpPr>
        <p:spPr>
          <a:xfrm rot="19032781">
            <a:off x="11059359" y="16668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CDDBA5F-5EAF-456D-E69F-79289A6D2CFC}"/>
              </a:ext>
            </a:extLst>
          </p:cNvPr>
          <p:cNvSpPr/>
          <p:nvPr/>
        </p:nvSpPr>
        <p:spPr>
          <a:xfrm rot="19032781">
            <a:off x="4415122" y="31232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429A6F6E-DEA8-B28C-7CE8-15ABF5F05259}"/>
              </a:ext>
            </a:extLst>
          </p:cNvPr>
          <p:cNvSpPr/>
          <p:nvPr/>
        </p:nvSpPr>
        <p:spPr>
          <a:xfrm rot="19032781">
            <a:off x="1358301" y="24107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277B5C2B-A0CA-FFB3-2485-813878692286}"/>
              </a:ext>
            </a:extLst>
          </p:cNvPr>
          <p:cNvSpPr/>
          <p:nvPr/>
        </p:nvSpPr>
        <p:spPr>
          <a:xfrm rot="19032781">
            <a:off x="6803423" y="-1673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347C73E-594D-FF73-86DA-6EBF2A1F5779}"/>
              </a:ext>
            </a:extLst>
          </p:cNvPr>
          <p:cNvSpPr/>
          <p:nvPr/>
        </p:nvSpPr>
        <p:spPr>
          <a:xfrm rot="19032781">
            <a:off x="8321438" y="246359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F1B53330-2303-716B-3756-A8546D261004}"/>
              </a:ext>
            </a:extLst>
          </p:cNvPr>
          <p:cNvSpPr/>
          <p:nvPr/>
        </p:nvSpPr>
        <p:spPr>
          <a:xfrm rot="19032781">
            <a:off x="5811480" y="473116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50EE21E8-EC68-97A0-2311-2A2946D2F61A}"/>
              </a:ext>
            </a:extLst>
          </p:cNvPr>
          <p:cNvSpPr/>
          <p:nvPr/>
        </p:nvSpPr>
        <p:spPr>
          <a:xfrm rot="19032781">
            <a:off x="1999543" y="50436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D25C4B45-C282-7CF1-5F43-9750D57600D3}"/>
              </a:ext>
            </a:extLst>
          </p:cNvPr>
          <p:cNvSpPr/>
          <p:nvPr/>
        </p:nvSpPr>
        <p:spPr>
          <a:xfrm rot="395788">
            <a:off x="9751669" y="-19145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C1D0CF8C-CA64-C442-6498-CA8173434D47}"/>
              </a:ext>
            </a:extLst>
          </p:cNvPr>
          <p:cNvSpPr/>
          <p:nvPr/>
        </p:nvSpPr>
        <p:spPr>
          <a:xfrm rot="395788">
            <a:off x="9391871" y="4244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B1476A1C-5C4A-760E-05D4-650C4EACA380}"/>
              </a:ext>
            </a:extLst>
          </p:cNvPr>
          <p:cNvSpPr/>
          <p:nvPr/>
        </p:nvSpPr>
        <p:spPr>
          <a:xfrm rot="395788">
            <a:off x="2747634" y="1880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13208699-0286-F150-C2C0-37EC15875EE0}"/>
              </a:ext>
            </a:extLst>
          </p:cNvPr>
          <p:cNvSpPr/>
          <p:nvPr/>
        </p:nvSpPr>
        <p:spPr>
          <a:xfrm rot="395788">
            <a:off x="-309187" y="11682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0F720F2B-F52C-1B1D-51BA-190B1B6D02C3}"/>
              </a:ext>
            </a:extLst>
          </p:cNvPr>
          <p:cNvSpPr/>
          <p:nvPr/>
        </p:nvSpPr>
        <p:spPr>
          <a:xfrm rot="395788">
            <a:off x="5135935" y="-14098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819B0075-8061-FC7A-37A8-8F6D56CE34BD}"/>
              </a:ext>
            </a:extLst>
          </p:cNvPr>
          <p:cNvSpPr/>
          <p:nvPr/>
        </p:nvSpPr>
        <p:spPr>
          <a:xfrm rot="395788">
            <a:off x="6653950" y="12211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FE5299C4-A24D-8A9C-3A43-EFBE7E9EE45D}"/>
              </a:ext>
            </a:extLst>
          </p:cNvPr>
          <p:cNvSpPr/>
          <p:nvPr/>
        </p:nvSpPr>
        <p:spPr>
          <a:xfrm rot="395788">
            <a:off x="4143992" y="348871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E87D2565-4C24-3BB9-E323-EEC64A1A795D}"/>
              </a:ext>
            </a:extLst>
          </p:cNvPr>
          <p:cNvSpPr/>
          <p:nvPr/>
        </p:nvSpPr>
        <p:spPr>
          <a:xfrm rot="395788">
            <a:off x="332055" y="3801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73DEA386-8E61-BC97-3966-481A3EB4E3BD}"/>
              </a:ext>
            </a:extLst>
          </p:cNvPr>
          <p:cNvSpPr/>
          <p:nvPr/>
        </p:nvSpPr>
        <p:spPr>
          <a:xfrm rot="18626361">
            <a:off x="10294887" y="-25912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67D1E726-BC9D-14E7-43F5-881F4BCEE831}"/>
              </a:ext>
            </a:extLst>
          </p:cNvPr>
          <p:cNvSpPr/>
          <p:nvPr/>
        </p:nvSpPr>
        <p:spPr>
          <a:xfrm rot="18626361">
            <a:off x="9935089" y="-25221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24593E27-72CC-6F92-BC12-160FA8705757}"/>
              </a:ext>
            </a:extLst>
          </p:cNvPr>
          <p:cNvSpPr/>
          <p:nvPr/>
        </p:nvSpPr>
        <p:spPr>
          <a:xfrm rot="18626361">
            <a:off x="3290852" y="12041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C3B42A17-717A-4E57-3F50-3DD76F0A8B16}"/>
              </a:ext>
            </a:extLst>
          </p:cNvPr>
          <p:cNvSpPr/>
          <p:nvPr/>
        </p:nvSpPr>
        <p:spPr>
          <a:xfrm rot="18626361">
            <a:off x="234031" y="4916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05C7D942-217E-4676-5481-5FE27A0CDFC2}"/>
              </a:ext>
            </a:extLst>
          </p:cNvPr>
          <p:cNvSpPr/>
          <p:nvPr/>
        </p:nvSpPr>
        <p:spPr>
          <a:xfrm rot="18626361">
            <a:off x="5679153" y="-20864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5F4C2B34-2DEA-51E6-A8B5-B63DFEAB6965}"/>
              </a:ext>
            </a:extLst>
          </p:cNvPr>
          <p:cNvSpPr/>
          <p:nvPr/>
        </p:nvSpPr>
        <p:spPr>
          <a:xfrm rot="18626361">
            <a:off x="7197168" y="5445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DEEB489F-8436-2BEE-394E-0B9E02E98891}"/>
              </a:ext>
            </a:extLst>
          </p:cNvPr>
          <p:cNvSpPr/>
          <p:nvPr/>
        </p:nvSpPr>
        <p:spPr>
          <a:xfrm rot="18626361">
            <a:off x="4687210" y="28120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E9A5C5A8-12F6-A6B8-BAB8-50DB163F1DD5}"/>
              </a:ext>
            </a:extLst>
          </p:cNvPr>
          <p:cNvSpPr/>
          <p:nvPr/>
        </p:nvSpPr>
        <p:spPr>
          <a:xfrm rot="18626361">
            <a:off x="875273" y="31245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CFBFFB0-A4E0-1CC6-992C-CA55933B91DD}"/>
              </a:ext>
            </a:extLst>
          </p:cNvPr>
          <p:cNvSpPr/>
          <p:nvPr/>
        </p:nvSpPr>
        <p:spPr>
          <a:xfrm rot="18626361">
            <a:off x="10838105" y="-32678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0C94904B-6BCF-33FD-02E0-B0C870B9AA9B}"/>
              </a:ext>
            </a:extLst>
          </p:cNvPr>
          <p:cNvSpPr/>
          <p:nvPr/>
        </p:nvSpPr>
        <p:spPr>
          <a:xfrm rot="18626361">
            <a:off x="10478307" y="-9288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04B84C80-31B4-E870-2E92-D83995FC8462}"/>
              </a:ext>
            </a:extLst>
          </p:cNvPr>
          <p:cNvSpPr/>
          <p:nvPr/>
        </p:nvSpPr>
        <p:spPr>
          <a:xfrm rot="18626361">
            <a:off x="3834070" y="5275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64B7B925-F625-C72F-6E72-84D400170AB2}"/>
              </a:ext>
            </a:extLst>
          </p:cNvPr>
          <p:cNvSpPr/>
          <p:nvPr/>
        </p:nvSpPr>
        <p:spPr>
          <a:xfrm rot="18626361">
            <a:off x="777249" y="-1849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8FFB596B-D410-B04B-79C1-CD7EB7BFE0FF}"/>
              </a:ext>
            </a:extLst>
          </p:cNvPr>
          <p:cNvSpPr/>
          <p:nvPr/>
        </p:nvSpPr>
        <p:spPr>
          <a:xfrm rot="18626361">
            <a:off x="6222371" y="-27631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9DA999C0-E5EE-5DA7-0D53-11268299E800}"/>
              </a:ext>
            </a:extLst>
          </p:cNvPr>
          <p:cNvSpPr/>
          <p:nvPr/>
        </p:nvSpPr>
        <p:spPr>
          <a:xfrm rot="18626361">
            <a:off x="7740386" y="-1321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D4C20739-D147-B8A2-22EA-7E499CE883A1}"/>
              </a:ext>
            </a:extLst>
          </p:cNvPr>
          <p:cNvSpPr/>
          <p:nvPr/>
        </p:nvSpPr>
        <p:spPr>
          <a:xfrm rot="18626361">
            <a:off x="5230428" y="21354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8A4E313D-87F3-ADE6-9829-34A471AFFE96}"/>
              </a:ext>
            </a:extLst>
          </p:cNvPr>
          <p:cNvSpPr/>
          <p:nvPr/>
        </p:nvSpPr>
        <p:spPr>
          <a:xfrm rot="18626361">
            <a:off x="1418491" y="24479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24F78B0A-BF53-A881-2344-6004D8B84579}"/>
              </a:ext>
            </a:extLst>
          </p:cNvPr>
          <p:cNvSpPr/>
          <p:nvPr/>
        </p:nvSpPr>
        <p:spPr>
          <a:xfrm>
            <a:off x="10465308" y="419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4DA469CB-CF0E-A9EE-FAE8-35AD5F128912}"/>
              </a:ext>
            </a:extLst>
          </p:cNvPr>
          <p:cNvSpPr/>
          <p:nvPr/>
        </p:nvSpPr>
        <p:spPr>
          <a:xfrm>
            <a:off x="10105510" y="2758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15757F3F-A9A2-1FDD-9577-CDF1C31929EC}"/>
              </a:ext>
            </a:extLst>
          </p:cNvPr>
          <p:cNvSpPr/>
          <p:nvPr/>
        </p:nvSpPr>
        <p:spPr>
          <a:xfrm>
            <a:off x="3461273" y="421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4FE7E186-9415-A870-1F95-5ECFDB9378AF}"/>
              </a:ext>
            </a:extLst>
          </p:cNvPr>
          <p:cNvSpPr/>
          <p:nvPr/>
        </p:nvSpPr>
        <p:spPr>
          <a:xfrm>
            <a:off x="404452" y="3501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97A73CDC-C239-AC31-B0B9-0E4CCC7B7F0C}"/>
              </a:ext>
            </a:extLst>
          </p:cNvPr>
          <p:cNvSpPr/>
          <p:nvPr/>
        </p:nvSpPr>
        <p:spPr>
          <a:xfrm>
            <a:off x="5849574" y="923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428AECA0-0266-7889-AEA7-0980BD489F62}"/>
              </a:ext>
            </a:extLst>
          </p:cNvPr>
          <p:cNvSpPr/>
          <p:nvPr/>
        </p:nvSpPr>
        <p:spPr>
          <a:xfrm>
            <a:off x="7367589" y="3554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10F71131-7A49-A38A-2000-E1AB72B9089F}"/>
              </a:ext>
            </a:extLst>
          </p:cNvPr>
          <p:cNvSpPr/>
          <p:nvPr/>
        </p:nvSpPr>
        <p:spPr>
          <a:xfrm>
            <a:off x="4857631" y="5822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F1AEE24-85B5-F9CE-4B10-33B542350994}"/>
              </a:ext>
            </a:extLst>
          </p:cNvPr>
          <p:cNvSpPr/>
          <p:nvPr/>
        </p:nvSpPr>
        <p:spPr>
          <a:xfrm>
            <a:off x="1045694" y="6134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68E104A1-EEC0-641A-1F19-E4AF8A3915B2}"/>
              </a:ext>
            </a:extLst>
          </p:cNvPr>
          <p:cNvSpPr/>
          <p:nvPr/>
        </p:nvSpPr>
        <p:spPr>
          <a:xfrm>
            <a:off x="10617708" y="571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006400B2-95D0-ED03-8215-2B5199F33AB0}"/>
              </a:ext>
            </a:extLst>
          </p:cNvPr>
          <p:cNvSpPr/>
          <p:nvPr/>
        </p:nvSpPr>
        <p:spPr>
          <a:xfrm>
            <a:off x="10257910" y="2910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04CADD4A-4435-EF43-19C8-B2C29C5C450A}"/>
              </a:ext>
            </a:extLst>
          </p:cNvPr>
          <p:cNvSpPr/>
          <p:nvPr/>
        </p:nvSpPr>
        <p:spPr>
          <a:xfrm>
            <a:off x="3613673" y="436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89E554A8-ACC0-C454-25A6-F079A8673EA9}"/>
              </a:ext>
            </a:extLst>
          </p:cNvPr>
          <p:cNvSpPr/>
          <p:nvPr/>
        </p:nvSpPr>
        <p:spPr>
          <a:xfrm>
            <a:off x="556852" y="3654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027C0F6B-20AF-FAC7-DEA4-AEC8A88BEE64}"/>
              </a:ext>
            </a:extLst>
          </p:cNvPr>
          <p:cNvSpPr/>
          <p:nvPr/>
        </p:nvSpPr>
        <p:spPr>
          <a:xfrm>
            <a:off x="6001974" y="1076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21247CC7-350B-4F14-CAE2-684297BF590F}"/>
              </a:ext>
            </a:extLst>
          </p:cNvPr>
          <p:cNvSpPr/>
          <p:nvPr/>
        </p:nvSpPr>
        <p:spPr>
          <a:xfrm>
            <a:off x="7519989" y="3707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84F2D96-944C-E1C4-2083-903B1DAA651C}"/>
              </a:ext>
            </a:extLst>
          </p:cNvPr>
          <p:cNvSpPr/>
          <p:nvPr/>
        </p:nvSpPr>
        <p:spPr>
          <a:xfrm>
            <a:off x="5010031" y="5974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7CAF3150-7CE5-0D6C-5E78-121FBB8CA3EE}"/>
              </a:ext>
            </a:extLst>
          </p:cNvPr>
          <p:cNvSpPr/>
          <p:nvPr/>
        </p:nvSpPr>
        <p:spPr>
          <a:xfrm>
            <a:off x="1198094" y="6287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2EBBAB8C-D972-CE3E-22B6-5751AA192F20}"/>
              </a:ext>
            </a:extLst>
          </p:cNvPr>
          <p:cNvSpPr/>
          <p:nvPr/>
        </p:nvSpPr>
        <p:spPr>
          <a:xfrm>
            <a:off x="10770108" y="723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712DC4E-DEE7-6E58-E4D7-2F9C660AB817}"/>
              </a:ext>
            </a:extLst>
          </p:cNvPr>
          <p:cNvSpPr/>
          <p:nvPr/>
        </p:nvSpPr>
        <p:spPr>
          <a:xfrm>
            <a:off x="10410310" y="3062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B972101E-1036-32E9-482D-28C4397F0BEA}"/>
              </a:ext>
            </a:extLst>
          </p:cNvPr>
          <p:cNvSpPr/>
          <p:nvPr/>
        </p:nvSpPr>
        <p:spPr>
          <a:xfrm>
            <a:off x="3766073" y="451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1F661BFD-33CB-5720-5453-A62702B81293}"/>
              </a:ext>
            </a:extLst>
          </p:cNvPr>
          <p:cNvSpPr/>
          <p:nvPr/>
        </p:nvSpPr>
        <p:spPr>
          <a:xfrm>
            <a:off x="709252" y="3806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764DF361-F63E-C690-1EE6-6AAD3F58CB30}"/>
              </a:ext>
            </a:extLst>
          </p:cNvPr>
          <p:cNvSpPr/>
          <p:nvPr/>
        </p:nvSpPr>
        <p:spPr>
          <a:xfrm>
            <a:off x="6154374" y="1228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F9825533-231E-2217-C081-E85AB49E908C}"/>
              </a:ext>
            </a:extLst>
          </p:cNvPr>
          <p:cNvSpPr/>
          <p:nvPr/>
        </p:nvSpPr>
        <p:spPr>
          <a:xfrm>
            <a:off x="7672389" y="3859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DB0FC0E8-CAE9-29D3-43AE-15E183A14ED2}"/>
              </a:ext>
            </a:extLst>
          </p:cNvPr>
          <p:cNvSpPr/>
          <p:nvPr/>
        </p:nvSpPr>
        <p:spPr>
          <a:xfrm>
            <a:off x="5162431" y="6127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0274A02F-EF2F-A146-7E41-66F48AE16996}"/>
              </a:ext>
            </a:extLst>
          </p:cNvPr>
          <p:cNvSpPr/>
          <p:nvPr/>
        </p:nvSpPr>
        <p:spPr>
          <a:xfrm>
            <a:off x="1350494" y="6439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FBF4BAF2-740B-54F5-11CA-564611359470}"/>
              </a:ext>
            </a:extLst>
          </p:cNvPr>
          <p:cNvSpPr/>
          <p:nvPr/>
        </p:nvSpPr>
        <p:spPr>
          <a:xfrm>
            <a:off x="9916390" y="-15666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AE4C996B-2B12-C05E-B588-0513263720B0}"/>
              </a:ext>
            </a:extLst>
          </p:cNvPr>
          <p:cNvSpPr/>
          <p:nvPr/>
        </p:nvSpPr>
        <p:spPr>
          <a:xfrm>
            <a:off x="9556592" y="7723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1EFED01-6961-68AC-E0DC-EF674427422B}"/>
              </a:ext>
            </a:extLst>
          </p:cNvPr>
          <p:cNvSpPr/>
          <p:nvPr/>
        </p:nvSpPr>
        <p:spPr>
          <a:xfrm>
            <a:off x="2912355" y="22287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6D4281D1-E32E-19AB-8CE9-97C2BDBCCB7E}"/>
              </a:ext>
            </a:extLst>
          </p:cNvPr>
          <p:cNvSpPr/>
          <p:nvPr/>
        </p:nvSpPr>
        <p:spPr>
          <a:xfrm>
            <a:off x="-144466" y="151620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28490EA-D0D0-D7CB-7C1C-9ADEA3145560}"/>
              </a:ext>
            </a:extLst>
          </p:cNvPr>
          <p:cNvSpPr/>
          <p:nvPr/>
        </p:nvSpPr>
        <p:spPr>
          <a:xfrm>
            <a:off x="5300656" y="-106193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E45E67DB-E14E-E110-3B80-AF52B57497D2}"/>
              </a:ext>
            </a:extLst>
          </p:cNvPr>
          <p:cNvSpPr/>
          <p:nvPr/>
        </p:nvSpPr>
        <p:spPr>
          <a:xfrm>
            <a:off x="6818671" y="15690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F79D4778-17D8-AFA6-B96D-2CB87F4A9312}"/>
              </a:ext>
            </a:extLst>
          </p:cNvPr>
          <p:cNvSpPr/>
          <p:nvPr/>
        </p:nvSpPr>
        <p:spPr>
          <a:xfrm>
            <a:off x="4308713" y="38366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E60C1A76-A6EE-03AD-61E0-D063180964D2}"/>
              </a:ext>
            </a:extLst>
          </p:cNvPr>
          <p:cNvSpPr/>
          <p:nvPr/>
        </p:nvSpPr>
        <p:spPr>
          <a:xfrm>
            <a:off x="496776" y="41491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ACF80AE0-F38B-C8B3-09C3-833B30F611C8}"/>
              </a:ext>
            </a:extLst>
          </p:cNvPr>
          <p:cNvSpPr/>
          <p:nvPr/>
        </p:nvSpPr>
        <p:spPr>
          <a:xfrm>
            <a:off x="10922508" y="876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EA7D04D0-028C-D2E9-AC19-6DD4814ED232}"/>
              </a:ext>
            </a:extLst>
          </p:cNvPr>
          <p:cNvSpPr/>
          <p:nvPr/>
        </p:nvSpPr>
        <p:spPr>
          <a:xfrm>
            <a:off x="10562710" y="3215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3E8222C8-7EF2-1CBF-3B72-42E4643AB034}"/>
              </a:ext>
            </a:extLst>
          </p:cNvPr>
          <p:cNvSpPr/>
          <p:nvPr/>
        </p:nvSpPr>
        <p:spPr>
          <a:xfrm>
            <a:off x="3918473" y="467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CBACF8D1-BBDF-2A89-0104-50A0274340CB}"/>
              </a:ext>
            </a:extLst>
          </p:cNvPr>
          <p:cNvSpPr/>
          <p:nvPr/>
        </p:nvSpPr>
        <p:spPr>
          <a:xfrm>
            <a:off x="861652" y="39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E10AA53C-7017-76AA-1719-251E1EEA7B1D}"/>
              </a:ext>
            </a:extLst>
          </p:cNvPr>
          <p:cNvSpPr/>
          <p:nvPr/>
        </p:nvSpPr>
        <p:spPr>
          <a:xfrm>
            <a:off x="6306774" y="1381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8A83CBD1-2CE3-FD21-65DD-635BB361CB3E}"/>
              </a:ext>
            </a:extLst>
          </p:cNvPr>
          <p:cNvSpPr/>
          <p:nvPr/>
        </p:nvSpPr>
        <p:spPr>
          <a:xfrm>
            <a:off x="7824789" y="4012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DF79B8F6-2F01-E9BE-512F-1E5B44C21A96}"/>
              </a:ext>
            </a:extLst>
          </p:cNvPr>
          <p:cNvSpPr/>
          <p:nvPr/>
        </p:nvSpPr>
        <p:spPr>
          <a:xfrm>
            <a:off x="5314831" y="6279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A9687CAC-B913-6C8F-39A3-7B587E2F7FB9}"/>
              </a:ext>
            </a:extLst>
          </p:cNvPr>
          <p:cNvSpPr/>
          <p:nvPr/>
        </p:nvSpPr>
        <p:spPr>
          <a:xfrm>
            <a:off x="1502894" y="659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C57585AD-65A4-6308-3829-585D9EF8F606}"/>
              </a:ext>
            </a:extLst>
          </p:cNvPr>
          <p:cNvSpPr/>
          <p:nvPr/>
        </p:nvSpPr>
        <p:spPr>
          <a:xfrm>
            <a:off x="9854368" y="-13010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E1962E05-DEBE-A06A-801B-37805D6FE764}"/>
              </a:ext>
            </a:extLst>
          </p:cNvPr>
          <p:cNvSpPr/>
          <p:nvPr/>
        </p:nvSpPr>
        <p:spPr>
          <a:xfrm>
            <a:off x="9494570" y="10379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0CCE7F0A-0FCA-0BAF-14E2-B18EE0B81906}"/>
              </a:ext>
            </a:extLst>
          </p:cNvPr>
          <p:cNvSpPr/>
          <p:nvPr/>
        </p:nvSpPr>
        <p:spPr>
          <a:xfrm>
            <a:off x="2850333" y="24943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5A58A707-9786-3FFC-6DBE-F72108E15E08}"/>
              </a:ext>
            </a:extLst>
          </p:cNvPr>
          <p:cNvSpPr/>
          <p:nvPr/>
        </p:nvSpPr>
        <p:spPr>
          <a:xfrm>
            <a:off x="-206488" y="17817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967C1F8F-C762-5FF9-A990-0668546B491F}"/>
              </a:ext>
            </a:extLst>
          </p:cNvPr>
          <p:cNvSpPr/>
          <p:nvPr/>
        </p:nvSpPr>
        <p:spPr>
          <a:xfrm>
            <a:off x="5238634" y="-7963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B8E95411-6C1D-C486-42A7-CB078E58329E}"/>
              </a:ext>
            </a:extLst>
          </p:cNvPr>
          <p:cNvSpPr/>
          <p:nvPr/>
        </p:nvSpPr>
        <p:spPr>
          <a:xfrm>
            <a:off x="6756649" y="18346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B01DFEB8-9321-20D7-F4BC-115658F6A605}"/>
              </a:ext>
            </a:extLst>
          </p:cNvPr>
          <p:cNvSpPr/>
          <p:nvPr/>
        </p:nvSpPr>
        <p:spPr>
          <a:xfrm>
            <a:off x="4246691" y="41022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85884644-1453-3BE8-6B50-39A3A79518E4}"/>
              </a:ext>
            </a:extLst>
          </p:cNvPr>
          <p:cNvSpPr/>
          <p:nvPr/>
        </p:nvSpPr>
        <p:spPr>
          <a:xfrm>
            <a:off x="434754" y="4414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ADC3913D-4CE7-5239-45F2-DA2D7416C401}"/>
              </a:ext>
            </a:extLst>
          </p:cNvPr>
          <p:cNvSpPr/>
          <p:nvPr/>
        </p:nvSpPr>
        <p:spPr>
          <a:xfrm>
            <a:off x="10006768" y="-11486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19CDA322-56AF-1D41-B8DB-E81C403D7B95}"/>
              </a:ext>
            </a:extLst>
          </p:cNvPr>
          <p:cNvSpPr/>
          <p:nvPr/>
        </p:nvSpPr>
        <p:spPr>
          <a:xfrm>
            <a:off x="9646970" y="11903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8DC6790F-D62B-C909-B786-19686CECB00C}"/>
              </a:ext>
            </a:extLst>
          </p:cNvPr>
          <p:cNvSpPr/>
          <p:nvPr/>
        </p:nvSpPr>
        <p:spPr>
          <a:xfrm>
            <a:off x="3002733" y="2646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E209965C-03FF-40B0-B9C6-C8554F703492}"/>
              </a:ext>
            </a:extLst>
          </p:cNvPr>
          <p:cNvSpPr/>
          <p:nvPr/>
        </p:nvSpPr>
        <p:spPr>
          <a:xfrm>
            <a:off x="-54088" y="19341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9" name="Прямоугольник 138">
            <a:extLst>
              <a:ext uri="{FF2B5EF4-FFF2-40B4-BE49-F238E27FC236}">
                <a16:creationId xmlns:a16="http://schemas.microsoft.com/office/drawing/2014/main" id="{4AE88F49-C762-D53C-DEFC-79CD3FCDF797}"/>
              </a:ext>
            </a:extLst>
          </p:cNvPr>
          <p:cNvSpPr/>
          <p:nvPr/>
        </p:nvSpPr>
        <p:spPr>
          <a:xfrm>
            <a:off x="5391034" y="-6439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56E458A5-B059-2915-5E23-7BEDCDC8E4AE}"/>
              </a:ext>
            </a:extLst>
          </p:cNvPr>
          <p:cNvSpPr/>
          <p:nvPr/>
        </p:nvSpPr>
        <p:spPr>
          <a:xfrm>
            <a:off x="6909049" y="19870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14ADB64A-4981-6FB1-D014-EA5F82389D30}"/>
              </a:ext>
            </a:extLst>
          </p:cNvPr>
          <p:cNvSpPr/>
          <p:nvPr/>
        </p:nvSpPr>
        <p:spPr>
          <a:xfrm>
            <a:off x="4399091" y="42546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2" name="Прямоугольник 141">
            <a:extLst>
              <a:ext uri="{FF2B5EF4-FFF2-40B4-BE49-F238E27FC236}">
                <a16:creationId xmlns:a16="http://schemas.microsoft.com/office/drawing/2014/main" id="{2008EB79-FE35-51D6-A09B-2665E3D2E833}"/>
              </a:ext>
            </a:extLst>
          </p:cNvPr>
          <p:cNvSpPr/>
          <p:nvPr/>
        </p:nvSpPr>
        <p:spPr>
          <a:xfrm>
            <a:off x="587154" y="4567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3" name="Прямоугольник 142">
            <a:extLst>
              <a:ext uri="{FF2B5EF4-FFF2-40B4-BE49-F238E27FC236}">
                <a16:creationId xmlns:a16="http://schemas.microsoft.com/office/drawing/2014/main" id="{A565931D-DA46-9E42-B6F4-BDF907275103}"/>
              </a:ext>
            </a:extLst>
          </p:cNvPr>
          <p:cNvSpPr/>
          <p:nvPr/>
        </p:nvSpPr>
        <p:spPr>
          <a:xfrm>
            <a:off x="10159168" y="-9962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A9FEF3-7947-DF7B-2005-27BE2C55F447}"/>
              </a:ext>
            </a:extLst>
          </p:cNvPr>
          <p:cNvSpPr/>
          <p:nvPr/>
        </p:nvSpPr>
        <p:spPr>
          <a:xfrm>
            <a:off x="9799370" y="13427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EAF2A277-455B-8604-4EAC-E55BC72ADDDE}"/>
              </a:ext>
            </a:extLst>
          </p:cNvPr>
          <p:cNvSpPr/>
          <p:nvPr/>
        </p:nvSpPr>
        <p:spPr>
          <a:xfrm>
            <a:off x="3155133" y="2799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6" name="Прямоугольник 145">
            <a:extLst>
              <a:ext uri="{FF2B5EF4-FFF2-40B4-BE49-F238E27FC236}">
                <a16:creationId xmlns:a16="http://schemas.microsoft.com/office/drawing/2014/main" id="{C99A60E3-F1DA-C5ED-7BBC-7B3AF48B4C47}"/>
              </a:ext>
            </a:extLst>
          </p:cNvPr>
          <p:cNvSpPr/>
          <p:nvPr/>
        </p:nvSpPr>
        <p:spPr>
          <a:xfrm>
            <a:off x="98312" y="20865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37156E6A-46FA-91E0-DBBE-06FE4AB2B262}"/>
              </a:ext>
            </a:extLst>
          </p:cNvPr>
          <p:cNvSpPr/>
          <p:nvPr/>
        </p:nvSpPr>
        <p:spPr>
          <a:xfrm>
            <a:off x="5543434" y="-4915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D11AFACD-4B9A-F840-1FAC-D00D6D9D4A0C}"/>
              </a:ext>
            </a:extLst>
          </p:cNvPr>
          <p:cNvSpPr/>
          <p:nvPr/>
        </p:nvSpPr>
        <p:spPr>
          <a:xfrm>
            <a:off x="7061449" y="21394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A53DC8B1-6B12-C74A-ED07-4C5256498DB8}"/>
              </a:ext>
            </a:extLst>
          </p:cNvPr>
          <p:cNvSpPr/>
          <p:nvPr/>
        </p:nvSpPr>
        <p:spPr>
          <a:xfrm>
            <a:off x="4551491" y="44070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8DFED603-072D-174B-8EDF-7C75253C04CE}"/>
              </a:ext>
            </a:extLst>
          </p:cNvPr>
          <p:cNvSpPr/>
          <p:nvPr/>
        </p:nvSpPr>
        <p:spPr>
          <a:xfrm>
            <a:off x="739554" y="4719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10A15042-4E02-74BD-99EE-EEE45FD7BEEF}"/>
              </a:ext>
            </a:extLst>
          </p:cNvPr>
          <p:cNvSpPr/>
          <p:nvPr/>
        </p:nvSpPr>
        <p:spPr>
          <a:xfrm>
            <a:off x="10311568" y="-8438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63DDC235-8473-7D4C-6D89-185DB0822EA9}"/>
              </a:ext>
            </a:extLst>
          </p:cNvPr>
          <p:cNvSpPr/>
          <p:nvPr/>
        </p:nvSpPr>
        <p:spPr>
          <a:xfrm>
            <a:off x="9951770" y="14951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727E49D6-402E-604E-E298-4FBB4A95E35A}"/>
              </a:ext>
            </a:extLst>
          </p:cNvPr>
          <p:cNvSpPr/>
          <p:nvPr/>
        </p:nvSpPr>
        <p:spPr>
          <a:xfrm>
            <a:off x="3307533" y="2951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B15F351F-0902-C883-E834-1A8571DDC765}"/>
              </a:ext>
            </a:extLst>
          </p:cNvPr>
          <p:cNvSpPr/>
          <p:nvPr/>
        </p:nvSpPr>
        <p:spPr>
          <a:xfrm>
            <a:off x="250712" y="22389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9109D0DF-AC8B-745B-EFEB-7FFEA103C2C8}"/>
              </a:ext>
            </a:extLst>
          </p:cNvPr>
          <p:cNvSpPr/>
          <p:nvPr/>
        </p:nvSpPr>
        <p:spPr>
          <a:xfrm>
            <a:off x="5695834" y="-3391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0D1E140B-77A5-B125-715B-E2B33A0714E1}"/>
              </a:ext>
            </a:extLst>
          </p:cNvPr>
          <p:cNvSpPr/>
          <p:nvPr/>
        </p:nvSpPr>
        <p:spPr>
          <a:xfrm>
            <a:off x="7213849" y="22918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EA270422-5EF8-2A91-A3FF-2CA08B807350}"/>
              </a:ext>
            </a:extLst>
          </p:cNvPr>
          <p:cNvSpPr/>
          <p:nvPr/>
        </p:nvSpPr>
        <p:spPr>
          <a:xfrm>
            <a:off x="4703891" y="45594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0E2BA9E7-B6C0-1D99-09CD-C2084220D481}"/>
              </a:ext>
            </a:extLst>
          </p:cNvPr>
          <p:cNvSpPr/>
          <p:nvPr/>
        </p:nvSpPr>
        <p:spPr>
          <a:xfrm>
            <a:off x="891954" y="4871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2A708A61-337D-D33B-E142-3103981C657E}"/>
              </a:ext>
            </a:extLst>
          </p:cNvPr>
          <p:cNvSpPr/>
          <p:nvPr/>
        </p:nvSpPr>
        <p:spPr>
          <a:xfrm>
            <a:off x="8073611" y="-317467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3AF24669-ED07-4093-C5DF-E969B199932A}"/>
              </a:ext>
            </a:extLst>
          </p:cNvPr>
          <p:cNvSpPr/>
          <p:nvPr/>
        </p:nvSpPr>
        <p:spPr>
          <a:xfrm>
            <a:off x="7713813" y="-8356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BD2E473E-5B86-12EE-761E-81BFD53E8D7F}"/>
              </a:ext>
            </a:extLst>
          </p:cNvPr>
          <p:cNvSpPr/>
          <p:nvPr/>
        </p:nvSpPr>
        <p:spPr>
          <a:xfrm>
            <a:off x="1069576" y="6207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74291D2C-BF78-C1B9-BF39-D334022103FE}"/>
              </a:ext>
            </a:extLst>
          </p:cNvPr>
          <p:cNvSpPr/>
          <p:nvPr/>
        </p:nvSpPr>
        <p:spPr>
          <a:xfrm>
            <a:off x="-1987245" y="-918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808F2F7F-DF2C-EFA7-A430-DD1CBF0F6F85}"/>
              </a:ext>
            </a:extLst>
          </p:cNvPr>
          <p:cNvSpPr/>
          <p:nvPr/>
        </p:nvSpPr>
        <p:spPr>
          <a:xfrm>
            <a:off x="3457877" y="-266994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305623D0-E3BD-5636-E4CB-A13C5B6D2991}"/>
              </a:ext>
            </a:extLst>
          </p:cNvPr>
          <p:cNvSpPr/>
          <p:nvPr/>
        </p:nvSpPr>
        <p:spPr>
          <a:xfrm>
            <a:off x="4975892" y="-3895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40C771E5-741E-0DA9-4999-552300A50247}"/>
              </a:ext>
            </a:extLst>
          </p:cNvPr>
          <p:cNvSpPr/>
          <p:nvPr/>
        </p:nvSpPr>
        <p:spPr>
          <a:xfrm>
            <a:off x="2465934" y="22286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9076BAA5-784E-8FE2-2DE0-F6922141ADA5}"/>
              </a:ext>
            </a:extLst>
          </p:cNvPr>
          <p:cNvSpPr/>
          <p:nvPr/>
        </p:nvSpPr>
        <p:spPr>
          <a:xfrm>
            <a:off x="-1346003" y="2541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B470EE83-0685-E5A2-5C94-861989B56A1E}"/>
              </a:ext>
            </a:extLst>
          </p:cNvPr>
          <p:cNvSpPr/>
          <p:nvPr/>
        </p:nvSpPr>
        <p:spPr>
          <a:xfrm>
            <a:off x="5835654" y="-550546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073287F8-0C5A-91FF-01D6-55D2313B0D85}"/>
              </a:ext>
            </a:extLst>
          </p:cNvPr>
          <p:cNvSpPr/>
          <p:nvPr/>
        </p:nvSpPr>
        <p:spPr>
          <a:xfrm>
            <a:off x="5475856" y="-31664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53D83D81-4778-8BFA-FFA1-A8913CA08030}"/>
              </a:ext>
            </a:extLst>
          </p:cNvPr>
          <p:cNvSpPr/>
          <p:nvPr/>
        </p:nvSpPr>
        <p:spPr>
          <a:xfrm>
            <a:off x="-1168381" y="-17100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609E4472-4E5A-629B-8FCE-48291688F3AB}"/>
              </a:ext>
            </a:extLst>
          </p:cNvPr>
          <p:cNvSpPr/>
          <p:nvPr/>
        </p:nvSpPr>
        <p:spPr>
          <a:xfrm>
            <a:off x="-4225202" y="-242259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74F4C5BB-C68E-1D1E-06F0-0F295E7DF0DE}"/>
              </a:ext>
            </a:extLst>
          </p:cNvPr>
          <p:cNvSpPr/>
          <p:nvPr/>
        </p:nvSpPr>
        <p:spPr>
          <a:xfrm>
            <a:off x="1219920" y="-500073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A29369B0-AFD2-F06A-88EA-2CA6320EBBA9}"/>
              </a:ext>
            </a:extLst>
          </p:cNvPr>
          <p:cNvSpPr/>
          <p:nvPr/>
        </p:nvSpPr>
        <p:spPr>
          <a:xfrm>
            <a:off x="2737935" y="-23697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62BF9C5C-61A4-D891-5BE9-56F94A278FD4}"/>
              </a:ext>
            </a:extLst>
          </p:cNvPr>
          <p:cNvSpPr/>
          <p:nvPr/>
        </p:nvSpPr>
        <p:spPr>
          <a:xfrm>
            <a:off x="227977" y="-1021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45596925-1A28-774B-E86E-1755ADC2FB3E}"/>
              </a:ext>
            </a:extLst>
          </p:cNvPr>
          <p:cNvSpPr/>
          <p:nvPr/>
        </p:nvSpPr>
        <p:spPr>
          <a:xfrm>
            <a:off x="-3583960" y="2103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40B653F5-176E-932C-AB0C-8B35458AB625}"/>
              </a:ext>
            </a:extLst>
          </p:cNvPr>
          <p:cNvSpPr/>
          <p:nvPr/>
        </p:nvSpPr>
        <p:spPr>
          <a:xfrm>
            <a:off x="3597697" y="-78362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9EC76AED-476E-4F89-9B9C-39777C3A9816}"/>
              </a:ext>
            </a:extLst>
          </p:cNvPr>
          <p:cNvSpPr/>
          <p:nvPr/>
        </p:nvSpPr>
        <p:spPr>
          <a:xfrm>
            <a:off x="3237899" y="-54972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FEF4EF01-1C5B-4E19-8F67-A2931AAB1358}"/>
              </a:ext>
            </a:extLst>
          </p:cNvPr>
          <p:cNvSpPr/>
          <p:nvPr/>
        </p:nvSpPr>
        <p:spPr>
          <a:xfrm>
            <a:off x="-3406338" y="-40408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6AB2DF44-D611-1A3D-6BBD-FE11E2168E8F}"/>
              </a:ext>
            </a:extLst>
          </p:cNvPr>
          <p:cNvSpPr/>
          <p:nvPr/>
        </p:nvSpPr>
        <p:spPr>
          <a:xfrm>
            <a:off x="-6463159" y="-475338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6F6A3F19-7845-4AE7-CB7F-B3F26C97F54D}"/>
              </a:ext>
            </a:extLst>
          </p:cNvPr>
          <p:cNvSpPr/>
          <p:nvPr/>
        </p:nvSpPr>
        <p:spPr>
          <a:xfrm>
            <a:off x="-1018037" y="-73315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ADF9B4EB-9551-0363-179E-3F703B863736}"/>
              </a:ext>
            </a:extLst>
          </p:cNvPr>
          <p:cNvSpPr/>
          <p:nvPr/>
        </p:nvSpPr>
        <p:spPr>
          <a:xfrm>
            <a:off x="499978" y="-470053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2C049322-7B9E-D9AF-2F24-0B11ADEF4BC5}"/>
              </a:ext>
            </a:extLst>
          </p:cNvPr>
          <p:cNvSpPr/>
          <p:nvPr/>
        </p:nvSpPr>
        <p:spPr>
          <a:xfrm>
            <a:off x="-2009980" y="-24329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A749940F-C1EE-EC86-D9ED-F866EAB0C6A7}"/>
              </a:ext>
            </a:extLst>
          </p:cNvPr>
          <p:cNvSpPr/>
          <p:nvPr/>
        </p:nvSpPr>
        <p:spPr>
          <a:xfrm>
            <a:off x="-5821917" y="-21204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3" name="Прямоугольник 182">
            <a:extLst>
              <a:ext uri="{FF2B5EF4-FFF2-40B4-BE49-F238E27FC236}">
                <a16:creationId xmlns:a16="http://schemas.microsoft.com/office/drawing/2014/main" id="{22D80E4A-A046-7413-4400-08719ECD984B}"/>
              </a:ext>
            </a:extLst>
          </p:cNvPr>
          <p:cNvSpPr/>
          <p:nvPr/>
        </p:nvSpPr>
        <p:spPr>
          <a:xfrm>
            <a:off x="1359740" y="-101670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4" name="Прямоугольник 183">
            <a:extLst>
              <a:ext uri="{FF2B5EF4-FFF2-40B4-BE49-F238E27FC236}">
                <a16:creationId xmlns:a16="http://schemas.microsoft.com/office/drawing/2014/main" id="{5E95FDE6-9D5F-1D73-AF6F-89444E71EFCF}"/>
              </a:ext>
            </a:extLst>
          </p:cNvPr>
          <p:cNvSpPr/>
          <p:nvPr/>
        </p:nvSpPr>
        <p:spPr>
          <a:xfrm>
            <a:off x="999942" y="-78280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5" name="Прямоугольник 184">
            <a:extLst>
              <a:ext uri="{FF2B5EF4-FFF2-40B4-BE49-F238E27FC236}">
                <a16:creationId xmlns:a16="http://schemas.microsoft.com/office/drawing/2014/main" id="{4BE860F1-057D-8C23-9887-64F36CD7D1F7}"/>
              </a:ext>
            </a:extLst>
          </p:cNvPr>
          <p:cNvSpPr/>
          <p:nvPr/>
        </p:nvSpPr>
        <p:spPr>
          <a:xfrm>
            <a:off x="-5644295" y="-63716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6" name="Прямоугольник 185">
            <a:extLst>
              <a:ext uri="{FF2B5EF4-FFF2-40B4-BE49-F238E27FC236}">
                <a16:creationId xmlns:a16="http://schemas.microsoft.com/office/drawing/2014/main" id="{2900280E-2ABE-48A4-4EE1-F871E12BF987}"/>
              </a:ext>
            </a:extLst>
          </p:cNvPr>
          <p:cNvSpPr/>
          <p:nvPr/>
        </p:nvSpPr>
        <p:spPr>
          <a:xfrm>
            <a:off x="-8701116" y="-708417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7" name="Прямоугольник 186">
            <a:extLst>
              <a:ext uri="{FF2B5EF4-FFF2-40B4-BE49-F238E27FC236}">
                <a16:creationId xmlns:a16="http://schemas.microsoft.com/office/drawing/2014/main" id="{3C893017-8746-1856-76A5-0F0A8A2F89BC}"/>
              </a:ext>
            </a:extLst>
          </p:cNvPr>
          <p:cNvSpPr/>
          <p:nvPr/>
        </p:nvSpPr>
        <p:spPr>
          <a:xfrm>
            <a:off x="-3255994" y="-96623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8" name="Прямоугольник 187">
            <a:extLst>
              <a:ext uri="{FF2B5EF4-FFF2-40B4-BE49-F238E27FC236}">
                <a16:creationId xmlns:a16="http://schemas.microsoft.com/office/drawing/2014/main" id="{499C8D69-654A-81B9-6C37-6733BFBF71B2}"/>
              </a:ext>
            </a:extLst>
          </p:cNvPr>
          <p:cNvSpPr/>
          <p:nvPr/>
        </p:nvSpPr>
        <p:spPr>
          <a:xfrm>
            <a:off x="-1737979" y="-703132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9" name="Прямоугольник 188">
            <a:extLst>
              <a:ext uri="{FF2B5EF4-FFF2-40B4-BE49-F238E27FC236}">
                <a16:creationId xmlns:a16="http://schemas.microsoft.com/office/drawing/2014/main" id="{43EF3D3A-3C9A-62F6-ABBB-143C2C25E2BF}"/>
              </a:ext>
            </a:extLst>
          </p:cNvPr>
          <p:cNvSpPr/>
          <p:nvPr/>
        </p:nvSpPr>
        <p:spPr>
          <a:xfrm>
            <a:off x="-4247937" y="-476375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0" name="Прямоугольник 189">
            <a:extLst>
              <a:ext uri="{FF2B5EF4-FFF2-40B4-BE49-F238E27FC236}">
                <a16:creationId xmlns:a16="http://schemas.microsoft.com/office/drawing/2014/main" id="{7F1CBC70-E7E9-8E04-CDA0-16AE2C631425}"/>
              </a:ext>
            </a:extLst>
          </p:cNvPr>
          <p:cNvSpPr/>
          <p:nvPr/>
        </p:nvSpPr>
        <p:spPr>
          <a:xfrm>
            <a:off x="-8059874" y="-44512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1" name="Прямоугольник 190">
            <a:extLst>
              <a:ext uri="{FF2B5EF4-FFF2-40B4-BE49-F238E27FC236}">
                <a16:creationId xmlns:a16="http://schemas.microsoft.com/office/drawing/2014/main" id="{46C8A6AB-24CA-95C2-1514-784790948D59}"/>
              </a:ext>
            </a:extLst>
          </p:cNvPr>
          <p:cNvSpPr/>
          <p:nvPr/>
        </p:nvSpPr>
        <p:spPr>
          <a:xfrm rot="10154040">
            <a:off x="11074908" y="1028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2" name="Прямоугольник 191">
            <a:extLst>
              <a:ext uri="{FF2B5EF4-FFF2-40B4-BE49-F238E27FC236}">
                <a16:creationId xmlns:a16="http://schemas.microsoft.com/office/drawing/2014/main" id="{FFAA4B70-CCD5-A0EA-87D9-8369245F4642}"/>
              </a:ext>
            </a:extLst>
          </p:cNvPr>
          <p:cNvSpPr/>
          <p:nvPr/>
        </p:nvSpPr>
        <p:spPr>
          <a:xfrm rot="10154040">
            <a:off x="10715110" y="3367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3" name="Прямоугольник 192">
            <a:extLst>
              <a:ext uri="{FF2B5EF4-FFF2-40B4-BE49-F238E27FC236}">
                <a16:creationId xmlns:a16="http://schemas.microsoft.com/office/drawing/2014/main" id="{393E4D8F-3833-1506-F427-F0576DBE315C}"/>
              </a:ext>
            </a:extLst>
          </p:cNvPr>
          <p:cNvSpPr/>
          <p:nvPr/>
        </p:nvSpPr>
        <p:spPr>
          <a:xfrm rot="10154040">
            <a:off x="4070873" y="4824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4" name="Прямоугольник 193">
            <a:extLst>
              <a:ext uri="{FF2B5EF4-FFF2-40B4-BE49-F238E27FC236}">
                <a16:creationId xmlns:a16="http://schemas.microsoft.com/office/drawing/2014/main" id="{2F66921A-2FD1-8FAD-0565-18D05CBE2C7A}"/>
              </a:ext>
            </a:extLst>
          </p:cNvPr>
          <p:cNvSpPr/>
          <p:nvPr/>
        </p:nvSpPr>
        <p:spPr>
          <a:xfrm rot="10154040">
            <a:off x="1014052" y="4111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5" name="Прямоугольник 194">
            <a:extLst>
              <a:ext uri="{FF2B5EF4-FFF2-40B4-BE49-F238E27FC236}">
                <a16:creationId xmlns:a16="http://schemas.microsoft.com/office/drawing/2014/main" id="{7CE79FE6-EAAD-7604-F9F8-11AE3E3728D2}"/>
              </a:ext>
            </a:extLst>
          </p:cNvPr>
          <p:cNvSpPr/>
          <p:nvPr/>
        </p:nvSpPr>
        <p:spPr>
          <a:xfrm rot="10154040">
            <a:off x="6459174" y="1533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6" name="Прямоугольник 195">
            <a:extLst>
              <a:ext uri="{FF2B5EF4-FFF2-40B4-BE49-F238E27FC236}">
                <a16:creationId xmlns:a16="http://schemas.microsoft.com/office/drawing/2014/main" id="{D274E9D0-4440-73BF-0215-2B82EC4770A4}"/>
              </a:ext>
            </a:extLst>
          </p:cNvPr>
          <p:cNvSpPr/>
          <p:nvPr/>
        </p:nvSpPr>
        <p:spPr>
          <a:xfrm rot="10154040">
            <a:off x="7977189" y="4164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7" name="Прямоугольник 196">
            <a:extLst>
              <a:ext uri="{FF2B5EF4-FFF2-40B4-BE49-F238E27FC236}">
                <a16:creationId xmlns:a16="http://schemas.microsoft.com/office/drawing/2014/main" id="{B6CD3FA3-41BD-8FCB-3FB9-30BB8591E1C7}"/>
              </a:ext>
            </a:extLst>
          </p:cNvPr>
          <p:cNvSpPr/>
          <p:nvPr/>
        </p:nvSpPr>
        <p:spPr>
          <a:xfrm rot="10154040">
            <a:off x="5467231" y="6431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8" name="Прямоугольник 197">
            <a:extLst>
              <a:ext uri="{FF2B5EF4-FFF2-40B4-BE49-F238E27FC236}">
                <a16:creationId xmlns:a16="http://schemas.microsoft.com/office/drawing/2014/main" id="{534CAD0F-2700-A9C6-97C3-FF38AFB4AE38}"/>
              </a:ext>
            </a:extLst>
          </p:cNvPr>
          <p:cNvSpPr/>
          <p:nvPr/>
        </p:nvSpPr>
        <p:spPr>
          <a:xfrm rot="10154040">
            <a:off x="1655294" y="674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9" name="Прямоугольник 198">
            <a:extLst>
              <a:ext uri="{FF2B5EF4-FFF2-40B4-BE49-F238E27FC236}">
                <a16:creationId xmlns:a16="http://schemas.microsoft.com/office/drawing/2014/main" id="{C480F061-0C68-43E1-6EF9-8AB3A4A0B47C}"/>
              </a:ext>
            </a:extLst>
          </p:cNvPr>
          <p:cNvSpPr/>
          <p:nvPr/>
        </p:nvSpPr>
        <p:spPr>
          <a:xfrm rot="10154040">
            <a:off x="11227308" y="1181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0" name="Прямоугольник 199">
            <a:extLst>
              <a:ext uri="{FF2B5EF4-FFF2-40B4-BE49-F238E27FC236}">
                <a16:creationId xmlns:a16="http://schemas.microsoft.com/office/drawing/2014/main" id="{B234DFBC-48C0-1041-0E25-788D91A82545}"/>
              </a:ext>
            </a:extLst>
          </p:cNvPr>
          <p:cNvSpPr/>
          <p:nvPr/>
        </p:nvSpPr>
        <p:spPr>
          <a:xfrm rot="10154040">
            <a:off x="10867510" y="3520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1" name="Прямоугольник 200">
            <a:extLst>
              <a:ext uri="{FF2B5EF4-FFF2-40B4-BE49-F238E27FC236}">
                <a16:creationId xmlns:a16="http://schemas.microsoft.com/office/drawing/2014/main" id="{0AD158C7-34D2-5D2B-C7B5-9B0E0871F5D5}"/>
              </a:ext>
            </a:extLst>
          </p:cNvPr>
          <p:cNvSpPr/>
          <p:nvPr/>
        </p:nvSpPr>
        <p:spPr>
          <a:xfrm rot="10154040">
            <a:off x="4223273" y="4976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2" name="Прямоугольник 201">
            <a:extLst>
              <a:ext uri="{FF2B5EF4-FFF2-40B4-BE49-F238E27FC236}">
                <a16:creationId xmlns:a16="http://schemas.microsoft.com/office/drawing/2014/main" id="{60B1F4FE-C925-9052-BAAF-B1019B6DF819}"/>
              </a:ext>
            </a:extLst>
          </p:cNvPr>
          <p:cNvSpPr/>
          <p:nvPr/>
        </p:nvSpPr>
        <p:spPr>
          <a:xfrm rot="10154040">
            <a:off x="1166452" y="4263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3" name="Прямоугольник 202">
            <a:extLst>
              <a:ext uri="{FF2B5EF4-FFF2-40B4-BE49-F238E27FC236}">
                <a16:creationId xmlns:a16="http://schemas.microsoft.com/office/drawing/2014/main" id="{5E7A07AF-066F-83D0-6A48-D51F62625858}"/>
              </a:ext>
            </a:extLst>
          </p:cNvPr>
          <p:cNvSpPr/>
          <p:nvPr/>
        </p:nvSpPr>
        <p:spPr>
          <a:xfrm rot="10154040">
            <a:off x="6611574" y="1685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4" name="Прямоугольник 203">
            <a:extLst>
              <a:ext uri="{FF2B5EF4-FFF2-40B4-BE49-F238E27FC236}">
                <a16:creationId xmlns:a16="http://schemas.microsoft.com/office/drawing/2014/main" id="{7225782F-FA89-5F3E-9A23-9A00CC8E93A0}"/>
              </a:ext>
            </a:extLst>
          </p:cNvPr>
          <p:cNvSpPr/>
          <p:nvPr/>
        </p:nvSpPr>
        <p:spPr>
          <a:xfrm rot="10154040">
            <a:off x="8129589" y="4316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5" name="Прямоугольник 204">
            <a:extLst>
              <a:ext uri="{FF2B5EF4-FFF2-40B4-BE49-F238E27FC236}">
                <a16:creationId xmlns:a16="http://schemas.microsoft.com/office/drawing/2014/main" id="{CA8D91A7-DFDE-FB2B-1E38-15F002F75DFE}"/>
              </a:ext>
            </a:extLst>
          </p:cNvPr>
          <p:cNvSpPr/>
          <p:nvPr/>
        </p:nvSpPr>
        <p:spPr>
          <a:xfrm rot="10154040">
            <a:off x="5619631" y="6584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6" name="Прямоугольник 205">
            <a:extLst>
              <a:ext uri="{FF2B5EF4-FFF2-40B4-BE49-F238E27FC236}">
                <a16:creationId xmlns:a16="http://schemas.microsoft.com/office/drawing/2014/main" id="{6B65D048-DAF6-1D9D-A66F-D7A2ECACC74D}"/>
              </a:ext>
            </a:extLst>
          </p:cNvPr>
          <p:cNvSpPr/>
          <p:nvPr/>
        </p:nvSpPr>
        <p:spPr>
          <a:xfrm rot="10154040">
            <a:off x="1807694" y="689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7" name="Прямоугольник 206">
            <a:extLst>
              <a:ext uri="{FF2B5EF4-FFF2-40B4-BE49-F238E27FC236}">
                <a16:creationId xmlns:a16="http://schemas.microsoft.com/office/drawing/2014/main" id="{7D14A6B1-0C54-EC76-67DC-124498CC739A}"/>
              </a:ext>
            </a:extLst>
          </p:cNvPr>
          <p:cNvSpPr/>
          <p:nvPr/>
        </p:nvSpPr>
        <p:spPr>
          <a:xfrm rot="10154040">
            <a:off x="11379708" y="1333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8" name="Прямоугольник 207">
            <a:extLst>
              <a:ext uri="{FF2B5EF4-FFF2-40B4-BE49-F238E27FC236}">
                <a16:creationId xmlns:a16="http://schemas.microsoft.com/office/drawing/2014/main" id="{D248B69B-37FE-B5D2-C8B5-EC7629597D65}"/>
              </a:ext>
            </a:extLst>
          </p:cNvPr>
          <p:cNvSpPr/>
          <p:nvPr/>
        </p:nvSpPr>
        <p:spPr>
          <a:xfrm rot="10154040">
            <a:off x="11019910" y="3672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9" name="Прямоугольник 208">
            <a:extLst>
              <a:ext uri="{FF2B5EF4-FFF2-40B4-BE49-F238E27FC236}">
                <a16:creationId xmlns:a16="http://schemas.microsoft.com/office/drawing/2014/main" id="{B7A490BC-71C9-ECA6-3FA4-1E745BED4B73}"/>
              </a:ext>
            </a:extLst>
          </p:cNvPr>
          <p:cNvSpPr/>
          <p:nvPr/>
        </p:nvSpPr>
        <p:spPr>
          <a:xfrm rot="10154040">
            <a:off x="4375673" y="5128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0" name="Прямоугольник 209">
            <a:extLst>
              <a:ext uri="{FF2B5EF4-FFF2-40B4-BE49-F238E27FC236}">
                <a16:creationId xmlns:a16="http://schemas.microsoft.com/office/drawing/2014/main" id="{7B6D715C-339A-E3E6-6131-122EBF45B148}"/>
              </a:ext>
            </a:extLst>
          </p:cNvPr>
          <p:cNvSpPr/>
          <p:nvPr/>
        </p:nvSpPr>
        <p:spPr>
          <a:xfrm rot="10154040">
            <a:off x="1318852" y="4416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1" name="Прямоугольник 210">
            <a:extLst>
              <a:ext uri="{FF2B5EF4-FFF2-40B4-BE49-F238E27FC236}">
                <a16:creationId xmlns:a16="http://schemas.microsoft.com/office/drawing/2014/main" id="{B744C15C-CB13-8160-72F8-EF587B6C0371}"/>
              </a:ext>
            </a:extLst>
          </p:cNvPr>
          <p:cNvSpPr/>
          <p:nvPr/>
        </p:nvSpPr>
        <p:spPr>
          <a:xfrm rot="10154040">
            <a:off x="6763974" y="1838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2" name="Прямоугольник 211">
            <a:extLst>
              <a:ext uri="{FF2B5EF4-FFF2-40B4-BE49-F238E27FC236}">
                <a16:creationId xmlns:a16="http://schemas.microsoft.com/office/drawing/2014/main" id="{F1699008-9B5E-79FD-19CF-7A0C6B5371F6}"/>
              </a:ext>
            </a:extLst>
          </p:cNvPr>
          <p:cNvSpPr/>
          <p:nvPr/>
        </p:nvSpPr>
        <p:spPr>
          <a:xfrm rot="10154040">
            <a:off x="8281989" y="4469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3" name="Прямоугольник 212">
            <a:extLst>
              <a:ext uri="{FF2B5EF4-FFF2-40B4-BE49-F238E27FC236}">
                <a16:creationId xmlns:a16="http://schemas.microsoft.com/office/drawing/2014/main" id="{A995BF92-D4A7-67DC-42D3-E41848D864A5}"/>
              </a:ext>
            </a:extLst>
          </p:cNvPr>
          <p:cNvSpPr/>
          <p:nvPr/>
        </p:nvSpPr>
        <p:spPr>
          <a:xfrm rot="10154040">
            <a:off x="5772031" y="6736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4" name="Прямоугольник 213">
            <a:extLst>
              <a:ext uri="{FF2B5EF4-FFF2-40B4-BE49-F238E27FC236}">
                <a16:creationId xmlns:a16="http://schemas.microsoft.com/office/drawing/2014/main" id="{E91EE700-E655-4D53-4AD3-35F672227F75}"/>
              </a:ext>
            </a:extLst>
          </p:cNvPr>
          <p:cNvSpPr/>
          <p:nvPr/>
        </p:nvSpPr>
        <p:spPr>
          <a:xfrm rot="10154040">
            <a:off x="1960094" y="704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135FE8AA-484E-94F4-0C64-8472779C4F6B}"/>
              </a:ext>
            </a:extLst>
          </p:cNvPr>
          <p:cNvSpPr/>
          <p:nvPr/>
        </p:nvSpPr>
        <p:spPr>
          <a:xfrm rot="10154040">
            <a:off x="11532108" y="1485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E79CB787-3BF8-2C20-D226-0EC75BFC1B93}"/>
              </a:ext>
            </a:extLst>
          </p:cNvPr>
          <p:cNvSpPr/>
          <p:nvPr/>
        </p:nvSpPr>
        <p:spPr>
          <a:xfrm rot="10154040">
            <a:off x="11172310" y="3824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C8D985D6-5D9A-BB1C-8B96-BFF2E0991370}"/>
              </a:ext>
            </a:extLst>
          </p:cNvPr>
          <p:cNvSpPr/>
          <p:nvPr/>
        </p:nvSpPr>
        <p:spPr>
          <a:xfrm rot="10154040">
            <a:off x="4528073" y="5281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DBE114BB-DE01-CAE8-E494-1A38ACDD49A3}"/>
              </a:ext>
            </a:extLst>
          </p:cNvPr>
          <p:cNvSpPr/>
          <p:nvPr/>
        </p:nvSpPr>
        <p:spPr>
          <a:xfrm rot="10154040">
            <a:off x="1471252" y="4568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D3E4740-62E2-6BF4-F7C2-5E1A32EE34BA}"/>
              </a:ext>
            </a:extLst>
          </p:cNvPr>
          <p:cNvSpPr/>
          <p:nvPr/>
        </p:nvSpPr>
        <p:spPr>
          <a:xfrm rot="10154040">
            <a:off x="6916374" y="1990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0" name="Прямоугольник 219">
            <a:extLst>
              <a:ext uri="{FF2B5EF4-FFF2-40B4-BE49-F238E27FC236}">
                <a16:creationId xmlns:a16="http://schemas.microsoft.com/office/drawing/2014/main" id="{8EAA8B22-0709-5BE6-830B-C8CD1C2A23CF}"/>
              </a:ext>
            </a:extLst>
          </p:cNvPr>
          <p:cNvSpPr/>
          <p:nvPr/>
        </p:nvSpPr>
        <p:spPr>
          <a:xfrm rot="10154040">
            <a:off x="8434389" y="4621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1" name="Прямоугольник 220">
            <a:extLst>
              <a:ext uri="{FF2B5EF4-FFF2-40B4-BE49-F238E27FC236}">
                <a16:creationId xmlns:a16="http://schemas.microsoft.com/office/drawing/2014/main" id="{6ED79AF1-41DE-8F4E-301F-7B7741F1C9A1}"/>
              </a:ext>
            </a:extLst>
          </p:cNvPr>
          <p:cNvSpPr/>
          <p:nvPr/>
        </p:nvSpPr>
        <p:spPr>
          <a:xfrm rot="10154040">
            <a:off x="5924431" y="6889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2" name="Прямоугольник 221">
            <a:extLst>
              <a:ext uri="{FF2B5EF4-FFF2-40B4-BE49-F238E27FC236}">
                <a16:creationId xmlns:a16="http://schemas.microsoft.com/office/drawing/2014/main" id="{B446039B-D327-EF50-6EBB-7DB75ED3287D}"/>
              </a:ext>
            </a:extLst>
          </p:cNvPr>
          <p:cNvSpPr/>
          <p:nvPr/>
        </p:nvSpPr>
        <p:spPr>
          <a:xfrm rot="10154040">
            <a:off x="2112494" y="720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3" name="Прямоугольник 222">
            <a:extLst>
              <a:ext uri="{FF2B5EF4-FFF2-40B4-BE49-F238E27FC236}">
                <a16:creationId xmlns:a16="http://schemas.microsoft.com/office/drawing/2014/main" id="{C1204393-2094-B81F-F0B1-F3E4157ACA35}"/>
              </a:ext>
            </a:extLst>
          </p:cNvPr>
          <p:cNvSpPr/>
          <p:nvPr/>
        </p:nvSpPr>
        <p:spPr>
          <a:xfrm rot="10154040">
            <a:off x="7583442" y="-9141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4" name="Прямоугольник 223">
            <a:extLst>
              <a:ext uri="{FF2B5EF4-FFF2-40B4-BE49-F238E27FC236}">
                <a16:creationId xmlns:a16="http://schemas.microsoft.com/office/drawing/2014/main" id="{A21FBBB9-DEE3-2970-DCE6-33053A5B923A}"/>
              </a:ext>
            </a:extLst>
          </p:cNvPr>
          <p:cNvSpPr/>
          <p:nvPr/>
        </p:nvSpPr>
        <p:spPr>
          <a:xfrm rot="10154040">
            <a:off x="7223644" y="142488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5" name="Прямоугольник 224">
            <a:extLst>
              <a:ext uri="{FF2B5EF4-FFF2-40B4-BE49-F238E27FC236}">
                <a16:creationId xmlns:a16="http://schemas.microsoft.com/office/drawing/2014/main" id="{74B60312-44FF-37A3-5747-7219DF509D6F}"/>
              </a:ext>
            </a:extLst>
          </p:cNvPr>
          <p:cNvSpPr/>
          <p:nvPr/>
        </p:nvSpPr>
        <p:spPr>
          <a:xfrm rot="10154040">
            <a:off x="579407" y="28812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6" name="Прямоугольник 225">
            <a:extLst>
              <a:ext uri="{FF2B5EF4-FFF2-40B4-BE49-F238E27FC236}">
                <a16:creationId xmlns:a16="http://schemas.microsoft.com/office/drawing/2014/main" id="{485242FB-2AEF-1FD2-1615-A15DFAA8E576}"/>
              </a:ext>
            </a:extLst>
          </p:cNvPr>
          <p:cNvSpPr/>
          <p:nvPr/>
        </p:nvSpPr>
        <p:spPr>
          <a:xfrm rot="10154040">
            <a:off x="-2477414" y="21687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7" name="Прямоугольник 226">
            <a:extLst>
              <a:ext uri="{FF2B5EF4-FFF2-40B4-BE49-F238E27FC236}">
                <a16:creationId xmlns:a16="http://schemas.microsoft.com/office/drawing/2014/main" id="{AF45BB6B-AE1D-7C36-7A0E-6BFC51F216E5}"/>
              </a:ext>
            </a:extLst>
          </p:cNvPr>
          <p:cNvSpPr/>
          <p:nvPr/>
        </p:nvSpPr>
        <p:spPr>
          <a:xfrm rot="10154040">
            <a:off x="2967708" y="-4093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8" name="Прямоугольник 227">
            <a:extLst>
              <a:ext uri="{FF2B5EF4-FFF2-40B4-BE49-F238E27FC236}">
                <a16:creationId xmlns:a16="http://schemas.microsoft.com/office/drawing/2014/main" id="{22FB79B1-0FD0-95E2-492A-D00835DC878D}"/>
              </a:ext>
            </a:extLst>
          </p:cNvPr>
          <p:cNvSpPr/>
          <p:nvPr/>
        </p:nvSpPr>
        <p:spPr>
          <a:xfrm rot="10154040">
            <a:off x="4485723" y="22216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9" name="Прямоугольник 228">
            <a:extLst>
              <a:ext uri="{FF2B5EF4-FFF2-40B4-BE49-F238E27FC236}">
                <a16:creationId xmlns:a16="http://schemas.microsoft.com/office/drawing/2014/main" id="{4A6D2E45-2A78-2534-B399-5E95081B0116}"/>
              </a:ext>
            </a:extLst>
          </p:cNvPr>
          <p:cNvSpPr/>
          <p:nvPr/>
        </p:nvSpPr>
        <p:spPr>
          <a:xfrm rot="10154040">
            <a:off x="1975765" y="44891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0" name="Прямоугольник 229">
            <a:extLst>
              <a:ext uri="{FF2B5EF4-FFF2-40B4-BE49-F238E27FC236}">
                <a16:creationId xmlns:a16="http://schemas.microsoft.com/office/drawing/2014/main" id="{9FD21598-ED83-A3EB-6381-0A7D63793F88}"/>
              </a:ext>
            </a:extLst>
          </p:cNvPr>
          <p:cNvSpPr/>
          <p:nvPr/>
        </p:nvSpPr>
        <p:spPr>
          <a:xfrm rot="10154040">
            <a:off x="-1836172" y="48016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1" name="Прямоугольник 230">
            <a:extLst>
              <a:ext uri="{FF2B5EF4-FFF2-40B4-BE49-F238E27FC236}">
                <a16:creationId xmlns:a16="http://schemas.microsoft.com/office/drawing/2014/main" id="{386FC951-36FA-4FE4-9A0A-A49A5955F30F}"/>
              </a:ext>
            </a:extLst>
          </p:cNvPr>
          <p:cNvSpPr/>
          <p:nvPr/>
        </p:nvSpPr>
        <p:spPr>
          <a:xfrm rot="10154040">
            <a:off x="3634776" y="-33141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2" name="Прямоугольник 231">
            <a:extLst>
              <a:ext uri="{FF2B5EF4-FFF2-40B4-BE49-F238E27FC236}">
                <a16:creationId xmlns:a16="http://schemas.microsoft.com/office/drawing/2014/main" id="{AD5723F5-EF61-A84B-FC05-E28B403430F6}"/>
              </a:ext>
            </a:extLst>
          </p:cNvPr>
          <p:cNvSpPr/>
          <p:nvPr/>
        </p:nvSpPr>
        <p:spPr>
          <a:xfrm rot="10154040">
            <a:off x="3274978" y="-97512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3" name="Прямоугольник 232">
            <a:extLst>
              <a:ext uri="{FF2B5EF4-FFF2-40B4-BE49-F238E27FC236}">
                <a16:creationId xmlns:a16="http://schemas.microsoft.com/office/drawing/2014/main" id="{4FD76E4F-3BB1-5949-A976-2813E7C42B5A}"/>
              </a:ext>
            </a:extLst>
          </p:cNvPr>
          <p:cNvSpPr/>
          <p:nvPr/>
        </p:nvSpPr>
        <p:spPr>
          <a:xfrm rot="10154040">
            <a:off x="-3369259" y="4812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4" name="Прямоугольник 233">
            <a:extLst>
              <a:ext uri="{FF2B5EF4-FFF2-40B4-BE49-F238E27FC236}">
                <a16:creationId xmlns:a16="http://schemas.microsoft.com/office/drawing/2014/main" id="{8FB68949-F7EF-ECEF-DF3C-AA5F8E84E24B}"/>
              </a:ext>
            </a:extLst>
          </p:cNvPr>
          <p:cNvSpPr/>
          <p:nvPr/>
        </p:nvSpPr>
        <p:spPr>
          <a:xfrm rot="10154040">
            <a:off x="-6426080" y="-2312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5" name="Прямоугольник 234">
            <a:extLst>
              <a:ext uri="{FF2B5EF4-FFF2-40B4-BE49-F238E27FC236}">
                <a16:creationId xmlns:a16="http://schemas.microsoft.com/office/drawing/2014/main" id="{1E559495-8BDE-E0CF-BDE3-CF5097996C4B}"/>
              </a:ext>
            </a:extLst>
          </p:cNvPr>
          <p:cNvSpPr/>
          <p:nvPr/>
        </p:nvSpPr>
        <p:spPr>
          <a:xfrm rot="10154040">
            <a:off x="-980958" y="-28093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6" name="Прямоугольник 235">
            <a:extLst>
              <a:ext uri="{FF2B5EF4-FFF2-40B4-BE49-F238E27FC236}">
                <a16:creationId xmlns:a16="http://schemas.microsoft.com/office/drawing/2014/main" id="{E73E6756-A5F9-ECDF-D247-CD9DC171ECAD}"/>
              </a:ext>
            </a:extLst>
          </p:cNvPr>
          <p:cNvSpPr/>
          <p:nvPr/>
        </p:nvSpPr>
        <p:spPr>
          <a:xfrm rot="10154040">
            <a:off x="537057" y="-17840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7" name="Прямоугольник 236">
            <a:extLst>
              <a:ext uri="{FF2B5EF4-FFF2-40B4-BE49-F238E27FC236}">
                <a16:creationId xmlns:a16="http://schemas.microsoft.com/office/drawing/2014/main" id="{891712EE-38DD-47DC-BFD8-31103EA2A78F}"/>
              </a:ext>
            </a:extLst>
          </p:cNvPr>
          <p:cNvSpPr/>
          <p:nvPr/>
        </p:nvSpPr>
        <p:spPr>
          <a:xfrm rot="10154040">
            <a:off x="-1972901" y="20891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8" name="Прямоугольник 237">
            <a:extLst>
              <a:ext uri="{FF2B5EF4-FFF2-40B4-BE49-F238E27FC236}">
                <a16:creationId xmlns:a16="http://schemas.microsoft.com/office/drawing/2014/main" id="{106A9672-5805-9005-6781-9F5843F8C9C2}"/>
              </a:ext>
            </a:extLst>
          </p:cNvPr>
          <p:cNvSpPr/>
          <p:nvPr/>
        </p:nvSpPr>
        <p:spPr>
          <a:xfrm rot="10154040">
            <a:off x="-5784838" y="24016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9" name="Прямоугольник 238">
            <a:extLst>
              <a:ext uri="{FF2B5EF4-FFF2-40B4-BE49-F238E27FC236}">
                <a16:creationId xmlns:a16="http://schemas.microsoft.com/office/drawing/2014/main" id="{032085A7-5241-F0F4-D902-3DBA568160EA}"/>
              </a:ext>
            </a:extLst>
          </p:cNvPr>
          <p:cNvSpPr/>
          <p:nvPr/>
        </p:nvSpPr>
        <p:spPr>
          <a:xfrm rot="10154040">
            <a:off x="12065357" y="15270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0" name="Прямоугольник 239">
            <a:extLst>
              <a:ext uri="{FF2B5EF4-FFF2-40B4-BE49-F238E27FC236}">
                <a16:creationId xmlns:a16="http://schemas.microsoft.com/office/drawing/2014/main" id="{1011F771-50B3-A68C-A18F-9CED32EA5B45}"/>
              </a:ext>
            </a:extLst>
          </p:cNvPr>
          <p:cNvSpPr/>
          <p:nvPr/>
        </p:nvSpPr>
        <p:spPr>
          <a:xfrm rot="10154040">
            <a:off x="11705559" y="38660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1" name="Прямоугольник 240">
            <a:extLst>
              <a:ext uri="{FF2B5EF4-FFF2-40B4-BE49-F238E27FC236}">
                <a16:creationId xmlns:a16="http://schemas.microsoft.com/office/drawing/2014/main" id="{6271E647-A663-03D4-A9E4-79F1E4F20394}"/>
              </a:ext>
            </a:extLst>
          </p:cNvPr>
          <p:cNvSpPr/>
          <p:nvPr/>
        </p:nvSpPr>
        <p:spPr>
          <a:xfrm rot="10154040">
            <a:off x="5061322" y="53224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2" name="Прямоугольник 241">
            <a:extLst>
              <a:ext uri="{FF2B5EF4-FFF2-40B4-BE49-F238E27FC236}">
                <a16:creationId xmlns:a16="http://schemas.microsoft.com/office/drawing/2014/main" id="{5ECDA09A-75BF-8DCE-6D7C-0994CED12392}"/>
              </a:ext>
            </a:extLst>
          </p:cNvPr>
          <p:cNvSpPr/>
          <p:nvPr/>
        </p:nvSpPr>
        <p:spPr>
          <a:xfrm rot="10154040">
            <a:off x="2004501" y="46099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3" name="Прямоугольник 242">
            <a:extLst>
              <a:ext uri="{FF2B5EF4-FFF2-40B4-BE49-F238E27FC236}">
                <a16:creationId xmlns:a16="http://schemas.microsoft.com/office/drawing/2014/main" id="{935A04D2-934E-C446-8F67-6C830E3C822D}"/>
              </a:ext>
            </a:extLst>
          </p:cNvPr>
          <p:cNvSpPr/>
          <p:nvPr/>
        </p:nvSpPr>
        <p:spPr>
          <a:xfrm rot="10154040">
            <a:off x="7449623" y="20317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4" name="Прямоугольник 243">
            <a:extLst>
              <a:ext uri="{FF2B5EF4-FFF2-40B4-BE49-F238E27FC236}">
                <a16:creationId xmlns:a16="http://schemas.microsoft.com/office/drawing/2014/main" id="{76E773E2-DB49-7242-2B59-1712B738829D}"/>
              </a:ext>
            </a:extLst>
          </p:cNvPr>
          <p:cNvSpPr/>
          <p:nvPr/>
        </p:nvSpPr>
        <p:spPr>
          <a:xfrm rot="10154040">
            <a:off x="8967638" y="46627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5" name="Прямоугольник 244">
            <a:extLst>
              <a:ext uri="{FF2B5EF4-FFF2-40B4-BE49-F238E27FC236}">
                <a16:creationId xmlns:a16="http://schemas.microsoft.com/office/drawing/2014/main" id="{CDE26FC9-0C6A-182E-40AB-6C701C5DBB4E}"/>
              </a:ext>
            </a:extLst>
          </p:cNvPr>
          <p:cNvSpPr/>
          <p:nvPr/>
        </p:nvSpPr>
        <p:spPr>
          <a:xfrm rot="10154040">
            <a:off x="6457680" y="69303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6" name="Прямоугольник 245">
            <a:extLst>
              <a:ext uri="{FF2B5EF4-FFF2-40B4-BE49-F238E27FC236}">
                <a16:creationId xmlns:a16="http://schemas.microsoft.com/office/drawing/2014/main" id="{8ED557DF-79A5-FF08-0C44-7E0AB1DC054F}"/>
              </a:ext>
            </a:extLst>
          </p:cNvPr>
          <p:cNvSpPr/>
          <p:nvPr/>
        </p:nvSpPr>
        <p:spPr>
          <a:xfrm rot="10154040">
            <a:off x="2645743" y="72428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7" name="Прямоугольник: скругленные углы 246">
            <a:extLst>
              <a:ext uri="{FF2B5EF4-FFF2-40B4-BE49-F238E27FC236}">
                <a16:creationId xmlns:a16="http://schemas.microsoft.com/office/drawing/2014/main" id="{7B4B7D40-8EC2-62D0-0A3E-A61903C284AD}"/>
              </a:ext>
            </a:extLst>
          </p:cNvPr>
          <p:cNvSpPr/>
          <p:nvPr/>
        </p:nvSpPr>
        <p:spPr>
          <a:xfrm>
            <a:off x="-4495856" y="3467145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</p:spTree>
    <p:extLst>
      <p:ext uri="{BB962C8B-B14F-4D97-AF65-F5344CB8AC3E}">
        <p14:creationId xmlns:p14="http://schemas.microsoft.com/office/powerpoint/2010/main" val="1364400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ВБ/СПУМЕР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6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5BE2F38-71C6-32A8-8012-53EDAAE68FDB}"/>
              </a:ext>
            </a:extLst>
          </p:cNvPr>
          <p:cNvSpPr/>
          <p:nvPr/>
        </p:nvSpPr>
        <p:spPr>
          <a:xfrm>
            <a:off x="9495517" y="59913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4E15588-8242-6072-6233-E73CCB09C0B6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1C480F3B-A3E1-1BFF-984E-C419ED03F8DD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: скругленные углы 26">
            <a:hlinkClick r:id="rId10" action="ppaction://hlinksldjump"/>
            <a:extLst>
              <a:ext uri="{FF2B5EF4-FFF2-40B4-BE49-F238E27FC236}">
                <a16:creationId xmlns:a16="http://schemas.microsoft.com/office/drawing/2014/main" id="{B5C7FF00-6D87-88F0-B2F6-F4CC4D77405B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98681C7-6F1A-3435-48BF-221833C57EF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293DCC3B-2D02-BB06-11A6-79F771D82FA1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05A36E-28B7-2E45-5353-0C3F1B8EDD83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2" name="Прямоугольник: скругленные углы 31">
            <a:hlinkClick r:id="rId10" action="ppaction://hlinksldjump"/>
            <a:extLst>
              <a:ext uri="{FF2B5EF4-FFF2-40B4-BE49-F238E27FC236}">
                <a16:creationId xmlns:a16="http://schemas.microsoft.com/office/drawing/2014/main" id="{038F335C-C04E-798E-BC81-7DDEBCC5CB1D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52A409-3188-D8C2-567F-1506BCE8AE37}"/>
              </a:ext>
            </a:extLst>
          </p:cNvPr>
          <p:cNvSpPr/>
          <p:nvPr/>
        </p:nvSpPr>
        <p:spPr>
          <a:xfrm>
            <a:off x="1347666" y="12024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: скругленные углы 22">
            <a:hlinkClick r:id="rId13" action="ppaction://hlinksldjump"/>
            <a:extLst>
              <a:ext uri="{FF2B5EF4-FFF2-40B4-BE49-F238E27FC236}">
                <a16:creationId xmlns:a16="http://schemas.microsoft.com/office/drawing/2014/main" id="{AADFA56B-540C-B84F-00EC-8A3FB3B7FA28}"/>
              </a:ext>
            </a:extLst>
          </p:cNvPr>
          <p:cNvSpPr/>
          <p:nvPr/>
        </p:nvSpPr>
        <p:spPr>
          <a:xfrm>
            <a:off x="5959670" y="13222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4663684" y="13222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FA57322-3F39-7115-4C77-803CC33702BB}"/>
              </a:ext>
            </a:extLst>
          </p:cNvPr>
          <p:cNvSpPr/>
          <p:nvPr/>
        </p:nvSpPr>
        <p:spPr>
          <a:xfrm>
            <a:off x="3228697" y="17025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2D79B04-D5DB-C243-42BC-D6646FFDFEA1}"/>
              </a:ext>
            </a:extLst>
          </p:cNvPr>
          <p:cNvSpPr/>
          <p:nvPr/>
        </p:nvSpPr>
        <p:spPr>
          <a:xfrm>
            <a:off x="2491379" y="16857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C9FD8BD3-749D-9053-DB57-932210B87128}"/>
              </a:ext>
            </a:extLst>
          </p:cNvPr>
          <p:cNvSpPr/>
          <p:nvPr/>
        </p:nvSpPr>
        <p:spPr>
          <a:xfrm>
            <a:off x="7944514" y="16857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39AB76-3929-8812-82A2-051D70485663}"/>
              </a:ext>
            </a:extLst>
          </p:cNvPr>
          <p:cNvSpPr/>
          <p:nvPr/>
        </p:nvSpPr>
        <p:spPr>
          <a:xfrm>
            <a:off x="7944514" y="1683877"/>
            <a:ext cx="458556" cy="458556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A17236E5-CA93-9BBD-77EF-7406A4DA70EC}"/>
              </a:ext>
            </a:extLst>
          </p:cNvPr>
          <p:cNvSpPr/>
          <p:nvPr/>
        </p:nvSpPr>
        <p:spPr>
          <a:xfrm>
            <a:off x="1471469" y="17196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результат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4D8B13A-D529-A661-AA27-BCC1CF869AAC}"/>
              </a:ext>
            </a:extLst>
          </p:cNvPr>
          <p:cNvSpPr/>
          <p:nvPr/>
        </p:nvSpPr>
        <p:spPr>
          <a:xfrm>
            <a:off x="1846852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703216-DAC2-31D9-F3DE-3A4F95AC784A}"/>
              </a:ext>
            </a:extLst>
          </p:cNvPr>
          <p:cNvSpPr/>
          <p:nvPr/>
        </p:nvSpPr>
        <p:spPr>
          <a:xfrm>
            <a:off x="3094643" y="49430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04F523E-3E4F-4E98-449A-35F5181713F0}"/>
              </a:ext>
            </a:extLst>
          </p:cNvPr>
          <p:cNvSpPr/>
          <p:nvPr/>
        </p:nvSpPr>
        <p:spPr>
          <a:xfrm>
            <a:off x="4342434" y="49430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48" name="Полилиния: фигура 47">
            <a:extLst>
              <a:ext uri="{FF2B5EF4-FFF2-40B4-BE49-F238E27FC236}">
                <a16:creationId xmlns:a16="http://schemas.microsoft.com/office/drawing/2014/main" id="{456D5E5B-6E97-1546-9826-A2A26D11021B}"/>
              </a:ext>
            </a:extLst>
          </p:cNvPr>
          <p:cNvSpPr/>
          <p:nvPr/>
        </p:nvSpPr>
        <p:spPr>
          <a:xfrm>
            <a:off x="3969295" y="21976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2801840-B2BC-48EA-B2D2-4288A5BCC13C}"/>
              </a:ext>
            </a:extLst>
          </p:cNvPr>
          <p:cNvSpPr/>
          <p:nvPr/>
        </p:nvSpPr>
        <p:spPr>
          <a:xfrm>
            <a:off x="10312908" y="266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03CF337F-B804-6B45-9C4D-9A14D4E3145E}"/>
              </a:ext>
            </a:extLst>
          </p:cNvPr>
          <p:cNvSpPr/>
          <p:nvPr/>
        </p:nvSpPr>
        <p:spPr>
          <a:xfrm>
            <a:off x="9953110" y="2605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EC66508-877B-F496-CA73-6B8874B23679}"/>
              </a:ext>
            </a:extLst>
          </p:cNvPr>
          <p:cNvSpPr/>
          <p:nvPr/>
        </p:nvSpPr>
        <p:spPr>
          <a:xfrm>
            <a:off x="3308873" y="406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75A8CA8-E416-F4B5-089F-F1F4102C930D}"/>
              </a:ext>
            </a:extLst>
          </p:cNvPr>
          <p:cNvSpPr/>
          <p:nvPr/>
        </p:nvSpPr>
        <p:spPr>
          <a:xfrm>
            <a:off x="252052" y="3349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BA8A3F3E-F260-EA9C-9DA9-A11BD8CAAB04}"/>
              </a:ext>
            </a:extLst>
          </p:cNvPr>
          <p:cNvSpPr/>
          <p:nvPr/>
        </p:nvSpPr>
        <p:spPr>
          <a:xfrm>
            <a:off x="5697174" y="771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C9127776-3BAC-7A70-570D-0A4361DFD286}"/>
              </a:ext>
            </a:extLst>
          </p:cNvPr>
          <p:cNvSpPr/>
          <p:nvPr/>
        </p:nvSpPr>
        <p:spPr>
          <a:xfrm>
            <a:off x="7215189" y="3402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7EBE4E5-DD8A-7455-6EA3-3E23E1053A7B}"/>
              </a:ext>
            </a:extLst>
          </p:cNvPr>
          <p:cNvSpPr/>
          <p:nvPr/>
        </p:nvSpPr>
        <p:spPr>
          <a:xfrm>
            <a:off x="4705231" y="5669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E6DBACF-8011-4993-87B0-4DD9B97B3099}"/>
              </a:ext>
            </a:extLst>
          </p:cNvPr>
          <p:cNvSpPr/>
          <p:nvPr/>
        </p:nvSpPr>
        <p:spPr>
          <a:xfrm>
            <a:off x="893294" y="5982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14CC064-5959-0007-CD1A-C3B2C271F648}"/>
              </a:ext>
            </a:extLst>
          </p:cNvPr>
          <p:cNvSpPr/>
          <p:nvPr/>
        </p:nvSpPr>
        <p:spPr>
          <a:xfrm rot="799802">
            <a:off x="8718108" y="-6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D6E2619-6778-39EB-9C8A-3A041761975C}"/>
              </a:ext>
            </a:extLst>
          </p:cNvPr>
          <p:cNvSpPr/>
          <p:nvPr/>
        </p:nvSpPr>
        <p:spPr>
          <a:xfrm rot="799802">
            <a:off x="8358310" y="167982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17CEF08-5D80-1C35-0856-FA939EF96AC2}"/>
              </a:ext>
            </a:extLst>
          </p:cNvPr>
          <p:cNvSpPr/>
          <p:nvPr/>
        </p:nvSpPr>
        <p:spPr>
          <a:xfrm rot="799802">
            <a:off x="1714073" y="31362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63E2311-6564-1D49-2A67-8D9F36FEA2DA}"/>
              </a:ext>
            </a:extLst>
          </p:cNvPr>
          <p:cNvSpPr/>
          <p:nvPr/>
        </p:nvSpPr>
        <p:spPr>
          <a:xfrm rot="799802">
            <a:off x="-1342748" y="2423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AD6737-C11E-1E1E-2773-B1AE3A9069BC}"/>
              </a:ext>
            </a:extLst>
          </p:cNvPr>
          <p:cNvSpPr/>
          <p:nvPr/>
        </p:nvSpPr>
        <p:spPr>
          <a:xfrm rot="799802">
            <a:off x="4102374" y="-15443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F0CD69F-5AE3-B794-1019-034D702E4E5B}"/>
              </a:ext>
            </a:extLst>
          </p:cNvPr>
          <p:cNvSpPr/>
          <p:nvPr/>
        </p:nvSpPr>
        <p:spPr>
          <a:xfrm rot="799802">
            <a:off x="5620389" y="247655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37301D8-C9D0-D255-12A1-85DA54831CE6}"/>
              </a:ext>
            </a:extLst>
          </p:cNvPr>
          <p:cNvSpPr/>
          <p:nvPr/>
        </p:nvSpPr>
        <p:spPr>
          <a:xfrm rot="799802">
            <a:off x="3110431" y="4744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221D67B-D98A-8FFA-5B39-12F1B067EBD8}"/>
              </a:ext>
            </a:extLst>
          </p:cNvPr>
          <p:cNvSpPr/>
          <p:nvPr/>
        </p:nvSpPr>
        <p:spPr>
          <a:xfrm rot="799802">
            <a:off x="-701506" y="50566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6FB1B14F-D80D-793C-0CD0-8656484111C0}"/>
              </a:ext>
            </a:extLst>
          </p:cNvPr>
          <p:cNvSpPr/>
          <p:nvPr/>
        </p:nvSpPr>
        <p:spPr>
          <a:xfrm rot="19032781">
            <a:off x="11419157" y="-67212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20B2B29-D116-7467-0CC0-53AF24208717}"/>
              </a:ext>
            </a:extLst>
          </p:cNvPr>
          <p:cNvSpPr/>
          <p:nvPr/>
        </p:nvSpPr>
        <p:spPr>
          <a:xfrm rot="19032781">
            <a:off x="11059359" y="16668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CDDBA5F-5EAF-456D-E69F-79289A6D2CFC}"/>
              </a:ext>
            </a:extLst>
          </p:cNvPr>
          <p:cNvSpPr/>
          <p:nvPr/>
        </p:nvSpPr>
        <p:spPr>
          <a:xfrm rot="19032781">
            <a:off x="4415122" y="31232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429A6F6E-DEA8-B28C-7CE8-15ABF5F05259}"/>
              </a:ext>
            </a:extLst>
          </p:cNvPr>
          <p:cNvSpPr/>
          <p:nvPr/>
        </p:nvSpPr>
        <p:spPr>
          <a:xfrm rot="19032781">
            <a:off x="1358301" y="24107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277B5C2B-A0CA-FFB3-2485-813878692286}"/>
              </a:ext>
            </a:extLst>
          </p:cNvPr>
          <p:cNvSpPr/>
          <p:nvPr/>
        </p:nvSpPr>
        <p:spPr>
          <a:xfrm rot="19032781">
            <a:off x="6803423" y="-1673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347C73E-594D-FF73-86DA-6EBF2A1F5779}"/>
              </a:ext>
            </a:extLst>
          </p:cNvPr>
          <p:cNvSpPr/>
          <p:nvPr/>
        </p:nvSpPr>
        <p:spPr>
          <a:xfrm rot="19032781">
            <a:off x="8321438" y="246359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F1B53330-2303-716B-3756-A8546D261004}"/>
              </a:ext>
            </a:extLst>
          </p:cNvPr>
          <p:cNvSpPr/>
          <p:nvPr/>
        </p:nvSpPr>
        <p:spPr>
          <a:xfrm rot="19032781">
            <a:off x="5811480" y="473116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50EE21E8-EC68-97A0-2311-2A2946D2F61A}"/>
              </a:ext>
            </a:extLst>
          </p:cNvPr>
          <p:cNvSpPr/>
          <p:nvPr/>
        </p:nvSpPr>
        <p:spPr>
          <a:xfrm rot="19032781">
            <a:off x="1999543" y="50436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D25C4B45-C282-7CF1-5F43-9750D57600D3}"/>
              </a:ext>
            </a:extLst>
          </p:cNvPr>
          <p:cNvSpPr/>
          <p:nvPr/>
        </p:nvSpPr>
        <p:spPr>
          <a:xfrm rot="395788">
            <a:off x="9751669" y="-19145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C1D0CF8C-CA64-C442-6498-CA8173434D47}"/>
              </a:ext>
            </a:extLst>
          </p:cNvPr>
          <p:cNvSpPr/>
          <p:nvPr/>
        </p:nvSpPr>
        <p:spPr>
          <a:xfrm rot="395788">
            <a:off x="9391871" y="4244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B1476A1C-5C4A-760E-05D4-650C4EACA380}"/>
              </a:ext>
            </a:extLst>
          </p:cNvPr>
          <p:cNvSpPr/>
          <p:nvPr/>
        </p:nvSpPr>
        <p:spPr>
          <a:xfrm rot="395788">
            <a:off x="2747634" y="1880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13208699-0286-F150-C2C0-37EC15875EE0}"/>
              </a:ext>
            </a:extLst>
          </p:cNvPr>
          <p:cNvSpPr/>
          <p:nvPr/>
        </p:nvSpPr>
        <p:spPr>
          <a:xfrm rot="395788">
            <a:off x="-309187" y="11682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0F720F2B-F52C-1B1D-51BA-190B1B6D02C3}"/>
              </a:ext>
            </a:extLst>
          </p:cNvPr>
          <p:cNvSpPr/>
          <p:nvPr/>
        </p:nvSpPr>
        <p:spPr>
          <a:xfrm rot="395788">
            <a:off x="5135935" y="-14098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819B0075-8061-FC7A-37A8-8F6D56CE34BD}"/>
              </a:ext>
            </a:extLst>
          </p:cNvPr>
          <p:cNvSpPr/>
          <p:nvPr/>
        </p:nvSpPr>
        <p:spPr>
          <a:xfrm rot="395788">
            <a:off x="6653950" y="12211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FE5299C4-A24D-8A9C-3A43-EFBE7E9EE45D}"/>
              </a:ext>
            </a:extLst>
          </p:cNvPr>
          <p:cNvSpPr/>
          <p:nvPr/>
        </p:nvSpPr>
        <p:spPr>
          <a:xfrm rot="395788">
            <a:off x="4143992" y="348871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E87D2565-4C24-3BB9-E323-EEC64A1A795D}"/>
              </a:ext>
            </a:extLst>
          </p:cNvPr>
          <p:cNvSpPr/>
          <p:nvPr/>
        </p:nvSpPr>
        <p:spPr>
          <a:xfrm rot="395788">
            <a:off x="332055" y="3801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73DEA386-8E61-BC97-3966-481A3EB4E3BD}"/>
              </a:ext>
            </a:extLst>
          </p:cNvPr>
          <p:cNvSpPr/>
          <p:nvPr/>
        </p:nvSpPr>
        <p:spPr>
          <a:xfrm rot="18626361">
            <a:off x="10294887" y="-25912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67D1E726-BC9D-14E7-43F5-881F4BCEE831}"/>
              </a:ext>
            </a:extLst>
          </p:cNvPr>
          <p:cNvSpPr/>
          <p:nvPr/>
        </p:nvSpPr>
        <p:spPr>
          <a:xfrm rot="18626361">
            <a:off x="9935089" y="-25221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24593E27-72CC-6F92-BC12-160FA8705757}"/>
              </a:ext>
            </a:extLst>
          </p:cNvPr>
          <p:cNvSpPr/>
          <p:nvPr/>
        </p:nvSpPr>
        <p:spPr>
          <a:xfrm rot="18626361">
            <a:off x="3290852" y="12041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C3B42A17-717A-4E57-3F50-3DD76F0A8B16}"/>
              </a:ext>
            </a:extLst>
          </p:cNvPr>
          <p:cNvSpPr/>
          <p:nvPr/>
        </p:nvSpPr>
        <p:spPr>
          <a:xfrm rot="18626361">
            <a:off x="234031" y="4916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05C7D942-217E-4676-5481-5FE27A0CDFC2}"/>
              </a:ext>
            </a:extLst>
          </p:cNvPr>
          <p:cNvSpPr/>
          <p:nvPr/>
        </p:nvSpPr>
        <p:spPr>
          <a:xfrm rot="18626361">
            <a:off x="5679153" y="-20864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5F4C2B34-2DEA-51E6-A8B5-B63DFEAB6965}"/>
              </a:ext>
            </a:extLst>
          </p:cNvPr>
          <p:cNvSpPr/>
          <p:nvPr/>
        </p:nvSpPr>
        <p:spPr>
          <a:xfrm rot="18626361">
            <a:off x="7197168" y="5445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DEEB489F-8436-2BEE-394E-0B9E02E98891}"/>
              </a:ext>
            </a:extLst>
          </p:cNvPr>
          <p:cNvSpPr/>
          <p:nvPr/>
        </p:nvSpPr>
        <p:spPr>
          <a:xfrm rot="18626361">
            <a:off x="4687210" y="28120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E9A5C5A8-12F6-A6B8-BAB8-50DB163F1DD5}"/>
              </a:ext>
            </a:extLst>
          </p:cNvPr>
          <p:cNvSpPr/>
          <p:nvPr/>
        </p:nvSpPr>
        <p:spPr>
          <a:xfrm rot="18626361">
            <a:off x="875273" y="31245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CFBFFB0-A4E0-1CC6-992C-CA55933B91DD}"/>
              </a:ext>
            </a:extLst>
          </p:cNvPr>
          <p:cNvSpPr/>
          <p:nvPr/>
        </p:nvSpPr>
        <p:spPr>
          <a:xfrm rot="18626361">
            <a:off x="10838105" y="-32678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0C94904B-6BCF-33FD-02E0-B0C870B9AA9B}"/>
              </a:ext>
            </a:extLst>
          </p:cNvPr>
          <p:cNvSpPr/>
          <p:nvPr/>
        </p:nvSpPr>
        <p:spPr>
          <a:xfrm rot="18626361">
            <a:off x="10478307" y="-9288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04B84C80-31B4-E870-2E92-D83995FC8462}"/>
              </a:ext>
            </a:extLst>
          </p:cNvPr>
          <p:cNvSpPr/>
          <p:nvPr/>
        </p:nvSpPr>
        <p:spPr>
          <a:xfrm rot="18626361">
            <a:off x="3834070" y="5275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64B7B925-F625-C72F-6E72-84D400170AB2}"/>
              </a:ext>
            </a:extLst>
          </p:cNvPr>
          <p:cNvSpPr/>
          <p:nvPr/>
        </p:nvSpPr>
        <p:spPr>
          <a:xfrm rot="18626361">
            <a:off x="777249" y="-1849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8FFB596B-D410-B04B-79C1-CD7EB7BFE0FF}"/>
              </a:ext>
            </a:extLst>
          </p:cNvPr>
          <p:cNvSpPr/>
          <p:nvPr/>
        </p:nvSpPr>
        <p:spPr>
          <a:xfrm rot="18626361">
            <a:off x="6222371" y="-27631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9DA999C0-E5EE-5DA7-0D53-11268299E800}"/>
              </a:ext>
            </a:extLst>
          </p:cNvPr>
          <p:cNvSpPr/>
          <p:nvPr/>
        </p:nvSpPr>
        <p:spPr>
          <a:xfrm rot="18626361">
            <a:off x="7740386" y="-1321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D4C20739-D147-B8A2-22EA-7E499CE883A1}"/>
              </a:ext>
            </a:extLst>
          </p:cNvPr>
          <p:cNvSpPr/>
          <p:nvPr/>
        </p:nvSpPr>
        <p:spPr>
          <a:xfrm rot="18626361">
            <a:off x="5230428" y="21354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8A4E313D-87F3-ADE6-9829-34A471AFFE96}"/>
              </a:ext>
            </a:extLst>
          </p:cNvPr>
          <p:cNvSpPr/>
          <p:nvPr/>
        </p:nvSpPr>
        <p:spPr>
          <a:xfrm rot="18626361">
            <a:off x="1418491" y="24479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24F78B0A-BF53-A881-2344-6004D8B84579}"/>
              </a:ext>
            </a:extLst>
          </p:cNvPr>
          <p:cNvSpPr/>
          <p:nvPr/>
        </p:nvSpPr>
        <p:spPr>
          <a:xfrm>
            <a:off x="10465308" y="419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4DA469CB-CF0E-A9EE-FAE8-35AD5F128912}"/>
              </a:ext>
            </a:extLst>
          </p:cNvPr>
          <p:cNvSpPr/>
          <p:nvPr/>
        </p:nvSpPr>
        <p:spPr>
          <a:xfrm>
            <a:off x="10105510" y="2758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15757F3F-A9A2-1FDD-9577-CDF1C31929EC}"/>
              </a:ext>
            </a:extLst>
          </p:cNvPr>
          <p:cNvSpPr/>
          <p:nvPr/>
        </p:nvSpPr>
        <p:spPr>
          <a:xfrm>
            <a:off x="3461273" y="421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4FE7E186-9415-A870-1F95-5ECFDB9378AF}"/>
              </a:ext>
            </a:extLst>
          </p:cNvPr>
          <p:cNvSpPr/>
          <p:nvPr/>
        </p:nvSpPr>
        <p:spPr>
          <a:xfrm>
            <a:off x="404452" y="3501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97A73CDC-C239-AC31-B0B9-0E4CCC7B7F0C}"/>
              </a:ext>
            </a:extLst>
          </p:cNvPr>
          <p:cNvSpPr/>
          <p:nvPr/>
        </p:nvSpPr>
        <p:spPr>
          <a:xfrm>
            <a:off x="5849574" y="923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428AECA0-0266-7889-AEA7-0980BD489F62}"/>
              </a:ext>
            </a:extLst>
          </p:cNvPr>
          <p:cNvSpPr/>
          <p:nvPr/>
        </p:nvSpPr>
        <p:spPr>
          <a:xfrm>
            <a:off x="7367589" y="3554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10F71131-7A49-A38A-2000-E1AB72B9089F}"/>
              </a:ext>
            </a:extLst>
          </p:cNvPr>
          <p:cNvSpPr/>
          <p:nvPr/>
        </p:nvSpPr>
        <p:spPr>
          <a:xfrm>
            <a:off x="4857631" y="5822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F1AEE24-85B5-F9CE-4B10-33B542350994}"/>
              </a:ext>
            </a:extLst>
          </p:cNvPr>
          <p:cNvSpPr/>
          <p:nvPr/>
        </p:nvSpPr>
        <p:spPr>
          <a:xfrm>
            <a:off x="1045694" y="6134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68E104A1-EEC0-641A-1F19-E4AF8A3915B2}"/>
              </a:ext>
            </a:extLst>
          </p:cNvPr>
          <p:cNvSpPr/>
          <p:nvPr/>
        </p:nvSpPr>
        <p:spPr>
          <a:xfrm>
            <a:off x="10617708" y="571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006400B2-95D0-ED03-8215-2B5199F33AB0}"/>
              </a:ext>
            </a:extLst>
          </p:cNvPr>
          <p:cNvSpPr/>
          <p:nvPr/>
        </p:nvSpPr>
        <p:spPr>
          <a:xfrm>
            <a:off x="10257910" y="2910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04CADD4A-4435-EF43-19C8-B2C29C5C450A}"/>
              </a:ext>
            </a:extLst>
          </p:cNvPr>
          <p:cNvSpPr/>
          <p:nvPr/>
        </p:nvSpPr>
        <p:spPr>
          <a:xfrm>
            <a:off x="3613673" y="436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89E554A8-ACC0-C454-25A6-F079A8673EA9}"/>
              </a:ext>
            </a:extLst>
          </p:cNvPr>
          <p:cNvSpPr/>
          <p:nvPr/>
        </p:nvSpPr>
        <p:spPr>
          <a:xfrm>
            <a:off x="556852" y="3654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027C0F6B-20AF-FAC7-DEA4-AEC8A88BEE64}"/>
              </a:ext>
            </a:extLst>
          </p:cNvPr>
          <p:cNvSpPr/>
          <p:nvPr/>
        </p:nvSpPr>
        <p:spPr>
          <a:xfrm>
            <a:off x="6001974" y="1076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21247CC7-350B-4F14-CAE2-684297BF590F}"/>
              </a:ext>
            </a:extLst>
          </p:cNvPr>
          <p:cNvSpPr/>
          <p:nvPr/>
        </p:nvSpPr>
        <p:spPr>
          <a:xfrm>
            <a:off x="7519989" y="3707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84F2D96-944C-E1C4-2083-903B1DAA651C}"/>
              </a:ext>
            </a:extLst>
          </p:cNvPr>
          <p:cNvSpPr/>
          <p:nvPr/>
        </p:nvSpPr>
        <p:spPr>
          <a:xfrm>
            <a:off x="5010031" y="5974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7CAF3150-7CE5-0D6C-5E78-121FBB8CA3EE}"/>
              </a:ext>
            </a:extLst>
          </p:cNvPr>
          <p:cNvSpPr/>
          <p:nvPr/>
        </p:nvSpPr>
        <p:spPr>
          <a:xfrm>
            <a:off x="1198094" y="6287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2EBBAB8C-D972-CE3E-22B6-5751AA192F20}"/>
              </a:ext>
            </a:extLst>
          </p:cNvPr>
          <p:cNvSpPr/>
          <p:nvPr/>
        </p:nvSpPr>
        <p:spPr>
          <a:xfrm>
            <a:off x="10770108" y="723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712DC4E-DEE7-6E58-E4D7-2F9C660AB817}"/>
              </a:ext>
            </a:extLst>
          </p:cNvPr>
          <p:cNvSpPr/>
          <p:nvPr/>
        </p:nvSpPr>
        <p:spPr>
          <a:xfrm>
            <a:off x="10410310" y="3062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B972101E-1036-32E9-482D-28C4397F0BEA}"/>
              </a:ext>
            </a:extLst>
          </p:cNvPr>
          <p:cNvSpPr/>
          <p:nvPr/>
        </p:nvSpPr>
        <p:spPr>
          <a:xfrm>
            <a:off x="3766073" y="451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1F661BFD-33CB-5720-5453-A62702B81293}"/>
              </a:ext>
            </a:extLst>
          </p:cNvPr>
          <p:cNvSpPr/>
          <p:nvPr/>
        </p:nvSpPr>
        <p:spPr>
          <a:xfrm>
            <a:off x="709252" y="3806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764DF361-F63E-C690-1EE6-6AAD3F58CB30}"/>
              </a:ext>
            </a:extLst>
          </p:cNvPr>
          <p:cNvSpPr/>
          <p:nvPr/>
        </p:nvSpPr>
        <p:spPr>
          <a:xfrm>
            <a:off x="6154374" y="1228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F9825533-231E-2217-C081-E85AB49E908C}"/>
              </a:ext>
            </a:extLst>
          </p:cNvPr>
          <p:cNvSpPr/>
          <p:nvPr/>
        </p:nvSpPr>
        <p:spPr>
          <a:xfrm>
            <a:off x="7672389" y="3859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DB0FC0E8-CAE9-29D3-43AE-15E183A14ED2}"/>
              </a:ext>
            </a:extLst>
          </p:cNvPr>
          <p:cNvSpPr/>
          <p:nvPr/>
        </p:nvSpPr>
        <p:spPr>
          <a:xfrm>
            <a:off x="5162431" y="6127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0274A02F-EF2F-A146-7E41-66F48AE16996}"/>
              </a:ext>
            </a:extLst>
          </p:cNvPr>
          <p:cNvSpPr/>
          <p:nvPr/>
        </p:nvSpPr>
        <p:spPr>
          <a:xfrm>
            <a:off x="1350494" y="6439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FBF4BAF2-740B-54F5-11CA-564611359470}"/>
              </a:ext>
            </a:extLst>
          </p:cNvPr>
          <p:cNvSpPr/>
          <p:nvPr/>
        </p:nvSpPr>
        <p:spPr>
          <a:xfrm>
            <a:off x="9916390" y="-15666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AE4C996B-2B12-C05E-B588-0513263720B0}"/>
              </a:ext>
            </a:extLst>
          </p:cNvPr>
          <p:cNvSpPr/>
          <p:nvPr/>
        </p:nvSpPr>
        <p:spPr>
          <a:xfrm>
            <a:off x="9556592" y="7723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1EFED01-6961-68AC-E0DC-EF674427422B}"/>
              </a:ext>
            </a:extLst>
          </p:cNvPr>
          <p:cNvSpPr/>
          <p:nvPr/>
        </p:nvSpPr>
        <p:spPr>
          <a:xfrm>
            <a:off x="2912355" y="22287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6D4281D1-E32E-19AB-8CE9-97C2BDBCCB7E}"/>
              </a:ext>
            </a:extLst>
          </p:cNvPr>
          <p:cNvSpPr/>
          <p:nvPr/>
        </p:nvSpPr>
        <p:spPr>
          <a:xfrm>
            <a:off x="-144466" y="151620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28490EA-D0D0-D7CB-7C1C-9ADEA3145560}"/>
              </a:ext>
            </a:extLst>
          </p:cNvPr>
          <p:cNvSpPr/>
          <p:nvPr/>
        </p:nvSpPr>
        <p:spPr>
          <a:xfrm>
            <a:off x="5300656" y="-106193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E45E67DB-E14E-E110-3B80-AF52B57497D2}"/>
              </a:ext>
            </a:extLst>
          </p:cNvPr>
          <p:cNvSpPr/>
          <p:nvPr/>
        </p:nvSpPr>
        <p:spPr>
          <a:xfrm>
            <a:off x="6818671" y="15690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F79D4778-17D8-AFA6-B96D-2CB87F4A9312}"/>
              </a:ext>
            </a:extLst>
          </p:cNvPr>
          <p:cNvSpPr/>
          <p:nvPr/>
        </p:nvSpPr>
        <p:spPr>
          <a:xfrm>
            <a:off x="4308713" y="38366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E60C1A76-A6EE-03AD-61E0-D063180964D2}"/>
              </a:ext>
            </a:extLst>
          </p:cNvPr>
          <p:cNvSpPr/>
          <p:nvPr/>
        </p:nvSpPr>
        <p:spPr>
          <a:xfrm>
            <a:off x="496776" y="41491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ACF80AE0-F38B-C8B3-09C3-833B30F611C8}"/>
              </a:ext>
            </a:extLst>
          </p:cNvPr>
          <p:cNvSpPr/>
          <p:nvPr/>
        </p:nvSpPr>
        <p:spPr>
          <a:xfrm>
            <a:off x="10922508" y="876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EA7D04D0-028C-D2E9-AC19-6DD4814ED232}"/>
              </a:ext>
            </a:extLst>
          </p:cNvPr>
          <p:cNvSpPr/>
          <p:nvPr/>
        </p:nvSpPr>
        <p:spPr>
          <a:xfrm>
            <a:off x="10562710" y="3215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3E8222C8-7EF2-1CBF-3B72-42E4643AB034}"/>
              </a:ext>
            </a:extLst>
          </p:cNvPr>
          <p:cNvSpPr/>
          <p:nvPr/>
        </p:nvSpPr>
        <p:spPr>
          <a:xfrm>
            <a:off x="3918473" y="467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CBACF8D1-BBDF-2A89-0104-50A0274340CB}"/>
              </a:ext>
            </a:extLst>
          </p:cNvPr>
          <p:cNvSpPr/>
          <p:nvPr/>
        </p:nvSpPr>
        <p:spPr>
          <a:xfrm>
            <a:off x="861652" y="39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E10AA53C-7017-76AA-1719-251E1EEA7B1D}"/>
              </a:ext>
            </a:extLst>
          </p:cNvPr>
          <p:cNvSpPr/>
          <p:nvPr/>
        </p:nvSpPr>
        <p:spPr>
          <a:xfrm>
            <a:off x="6306774" y="1381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8A83CBD1-2CE3-FD21-65DD-635BB361CB3E}"/>
              </a:ext>
            </a:extLst>
          </p:cNvPr>
          <p:cNvSpPr/>
          <p:nvPr/>
        </p:nvSpPr>
        <p:spPr>
          <a:xfrm>
            <a:off x="7824789" y="4012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DF79B8F6-2F01-E9BE-512F-1E5B44C21A96}"/>
              </a:ext>
            </a:extLst>
          </p:cNvPr>
          <p:cNvSpPr/>
          <p:nvPr/>
        </p:nvSpPr>
        <p:spPr>
          <a:xfrm>
            <a:off x="5314831" y="6279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A9687CAC-B913-6C8F-39A3-7B587E2F7FB9}"/>
              </a:ext>
            </a:extLst>
          </p:cNvPr>
          <p:cNvSpPr/>
          <p:nvPr/>
        </p:nvSpPr>
        <p:spPr>
          <a:xfrm>
            <a:off x="1502894" y="659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C57585AD-65A4-6308-3829-585D9EF8F606}"/>
              </a:ext>
            </a:extLst>
          </p:cNvPr>
          <p:cNvSpPr/>
          <p:nvPr/>
        </p:nvSpPr>
        <p:spPr>
          <a:xfrm>
            <a:off x="9854368" y="-13010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E1962E05-DEBE-A06A-801B-37805D6FE764}"/>
              </a:ext>
            </a:extLst>
          </p:cNvPr>
          <p:cNvSpPr/>
          <p:nvPr/>
        </p:nvSpPr>
        <p:spPr>
          <a:xfrm>
            <a:off x="9494570" y="10379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0CCE7F0A-0FCA-0BAF-14E2-B18EE0B81906}"/>
              </a:ext>
            </a:extLst>
          </p:cNvPr>
          <p:cNvSpPr/>
          <p:nvPr/>
        </p:nvSpPr>
        <p:spPr>
          <a:xfrm>
            <a:off x="2850333" y="24943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5A58A707-9786-3FFC-6DBE-F72108E15E08}"/>
              </a:ext>
            </a:extLst>
          </p:cNvPr>
          <p:cNvSpPr/>
          <p:nvPr/>
        </p:nvSpPr>
        <p:spPr>
          <a:xfrm>
            <a:off x="-206488" y="17817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967C1F8F-C762-5FF9-A990-0668546B491F}"/>
              </a:ext>
            </a:extLst>
          </p:cNvPr>
          <p:cNvSpPr/>
          <p:nvPr/>
        </p:nvSpPr>
        <p:spPr>
          <a:xfrm>
            <a:off x="5238634" y="-7963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B8E95411-6C1D-C486-42A7-CB078E58329E}"/>
              </a:ext>
            </a:extLst>
          </p:cNvPr>
          <p:cNvSpPr/>
          <p:nvPr/>
        </p:nvSpPr>
        <p:spPr>
          <a:xfrm>
            <a:off x="6756649" y="18346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B01DFEB8-9321-20D7-F4BC-115658F6A605}"/>
              </a:ext>
            </a:extLst>
          </p:cNvPr>
          <p:cNvSpPr/>
          <p:nvPr/>
        </p:nvSpPr>
        <p:spPr>
          <a:xfrm>
            <a:off x="4246691" y="41022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85884644-1453-3BE8-6B50-39A3A79518E4}"/>
              </a:ext>
            </a:extLst>
          </p:cNvPr>
          <p:cNvSpPr/>
          <p:nvPr/>
        </p:nvSpPr>
        <p:spPr>
          <a:xfrm>
            <a:off x="434754" y="4414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ADC3913D-4CE7-5239-45F2-DA2D7416C401}"/>
              </a:ext>
            </a:extLst>
          </p:cNvPr>
          <p:cNvSpPr/>
          <p:nvPr/>
        </p:nvSpPr>
        <p:spPr>
          <a:xfrm>
            <a:off x="10006768" y="-11486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19CDA322-56AF-1D41-B8DB-E81C403D7B95}"/>
              </a:ext>
            </a:extLst>
          </p:cNvPr>
          <p:cNvSpPr/>
          <p:nvPr/>
        </p:nvSpPr>
        <p:spPr>
          <a:xfrm>
            <a:off x="9646970" y="11903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8DC6790F-D62B-C909-B786-19686CECB00C}"/>
              </a:ext>
            </a:extLst>
          </p:cNvPr>
          <p:cNvSpPr/>
          <p:nvPr/>
        </p:nvSpPr>
        <p:spPr>
          <a:xfrm>
            <a:off x="3002733" y="2646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E209965C-03FF-40B0-B9C6-C8554F703492}"/>
              </a:ext>
            </a:extLst>
          </p:cNvPr>
          <p:cNvSpPr/>
          <p:nvPr/>
        </p:nvSpPr>
        <p:spPr>
          <a:xfrm>
            <a:off x="-54088" y="19341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9" name="Прямоугольник 138">
            <a:extLst>
              <a:ext uri="{FF2B5EF4-FFF2-40B4-BE49-F238E27FC236}">
                <a16:creationId xmlns:a16="http://schemas.microsoft.com/office/drawing/2014/main" id="{4AE88F49-C762-D53C-DEFC-79CD3FCDF797}"/>
              </a:ext>
            </a:extLst>
          </p:cNvPr>
          <p:cNvSpPr/>
          <p:nvPr/>
        </p:nvSpPr>
        <p:spPr>
          <a:xfrm>
            <a:off x="5391034" y="-6439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56E458A5-B059-2915-5E23-7BEDCDC8E4AE}"/>
              </a:ext>
            </a:extLst>
          </p:cNvPr>
          <p:cNvSpPr/>
          <p:nvPr/>
        </p:nvSpPr>
        <p:spPr>
          <a:xfrm>
            <a:off x="6909049" y="19870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14ADB64A-4981-6FB1-D014-EA5F82389D30}"/>
              </a:ext>
            </a:extLst>
          </p:cNvPr>
          <p:cNvSpPr/>
          <p:nvPr/>
        </p:nvSpPr>
        <p:spPr>
          <a:xfrm>
            <a:off x="4399091" y="42546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2" name="Прямоугольник 141">
            <a:extLst>
              <a:ext uri="{FF2B5EF4-FFF2-40B4-BE49-F238E27FC236}">
                <a16:creationId xmlns:a16="http://schemas.microsoft.com/office/drawing/2014/main" id="{2008EB79-FE35-51D6-A09B-2665E3D2E833}"/>
              </a:ext>
            </a:extLst>
          </p:cNvPr>
          <p:cNvSpPr/>
          <p:nvPr/>
        </p:nvSpPr>
        <p:spPr>
          <a:xfrm>
            <a:off x="587154" y="4567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3" name="Прямоугольник 142">
            <a:extLst>
              <a:ext uri="{FF2B5EF4-FFF2-40B4-BE49-F238E27FC236}">
                <a16:creationId xmlns:a16="http://schemas.microsoft.com/office/drawing/2014/main" id="{A565931D-DA46-9E42-B6F4-BDF907275103}"/>
              </a:ext>
            </a:extLst>
          </p:cNvPr>
          <p:cNvSpPr/>
          <p:nvPr/>
        </p:nvSpPr>
        <p:spPr>
          <a:xfrm>
            <a:off x="10159168" y="-9962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A9FEF3-7947-DF7B-2005-27BE2C55F447}"/>
              </a:ext>
            </a:extLst>
          </p:cNvPr>
          <p:cNvSpPr/>
          <p:nvPr/>
        </p:nvSpPr>
        <p:spPr>
          <a:xfrm>
            <a:off x="9799370" y="13427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EAF2A277-455B-8604-4EAC-E55BC72ADDDE}"/>
              </a:ext>
            </a:extLst>
          </p:cNvPr>
          <p:cNvSpPr/>
          <p:nvPr/>
        </p:nvSpPr>
        <p:spPr>
          <a:xfrm>
            <a:off x="3155133" y="2799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6" name="Прямоугольник 145">
            <a:extLst>
              <a:ext uri="{FF2B5EF4-FFF2-40B4-BE49-F238E27FC236}">
                <a16:creationId xmlns:a16="http://schemas.microsoft.com/office/drawing/2014/main" id="{C99A60E3-F1DA-C5ED-7BBC-7B3AF48B4C47}"/>
              </a:ext>
            </a:extLst>
          </p:cNvPr>
          <p:cNvSpPr/>
          <p:nvPr/>
        </p:nvSpPr>
        <p:spPr>
          <a:xfrm>
            <a:off x="98312" y="20865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37156E6A-46FA-91E0-DBBE-06FE4AB2B262}"/>
              </a:ext>
            </a:extLst>
          </p:cNvPr>
          <p:cNvSpPr/>
          <p:nvPr/>
        </p:nvSpPr>
        <p:spPr>
          <a:xfrm>
            <a:off x="5543434" y="-4915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D11AFACD-4B9A-F840-1FAC-D00D6D9D4A0C}"/>
              </a:ext>
            </a:extLst>
          </p:cNvPr>
          <p:cNvSpPr/>
          <p:nvPr/>
        </p:nvSpPr>
        <p:spPr>
          <a:xfrm>
            <a:off x="7061449" y="21394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A53DC8B1-6B12-C74A-ED07-4C5256498DB8}"/>
              </a:ext>
            </a:extLst>
          </p:cNvPr>
          <p:cNvSpPr/>
          <p:nvPr/>
        </p:nvSpPr>
        <p:spPr>
          <a:xfrm>
            <a:off x="4551491" y="44070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8DFED603-072D-174B-8EDF-7C75253C04CE}"/>
              </a:ext>
            </a:extLst>
          </p:cNvPr>
          <p:cNvSpPr/>
          <p:nvPr/>
        </p:nvSpPr>
        <p:spPr>
          <a:xfrm>
            <a:off x="739554" y="4719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10A15042-4E02-74BD-99EE-EEE45FD7BEEF}"/>
              </a:ext>
            </a:extLst>
          </p:cNvPr>
          <p:cNvSpPr/>
          <p:nvPr/>
        </p:nvSpPr>
        <p:spPr>
          <a:xfrm>
            <a:off x="10311568" y="-8438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63DDC235-8473-7D4C-6D89-185DB0822EA9}"/>
              </a:ext>
            </a:extLst>
          </p:cNvPr>
          <p:cNvSpPr/>
          <p:nvPr/>
        </p:nvSpPr>
        <p:spPr>
          <a:xfrm>
            <a:off x="9951770" y="14951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727E49D6-402E-604E-E298-4FBB4A95E35A}"/>
              </a:ext>
            </a:extLst>
          </p:cNvPr>
          <p:cNvSpPr/>
          <p:nvPr/>
        </p:nvSpPr>
        <p:spPr>
          <a:xfrm>
            <a:off x="3307533" y="2951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B15F351F-0902-C883-E834-1A8571DDC765}"/>
              </a:ext>
            </a:extLst>
          </p:cNvPr>
          <p:cNvSpPr/>
          <p:nvPr/>
        </p:nvSpPr>
        <p:spPr>
          <a:xfrm>
            <a:off x="250712" y="22389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9109D0DF-AC8B-745B-EFEB-7FFEA103C2C8}"/>
              </a:ext>
            </a:extLst>
          </p:cNvPr>
          <p:cNvSpPr/>
          <p:nvPr/>
        </p:nvSpPr>
        <p:spPr>
          <a:xfrm>
            <a:off x="5695834" y="-3391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0D1E140B-77A5-B125-715B-E2B33A0714E1}"/>
              </a:ext>
            </a:extLst>
          </p:cNvPr>
          <p:cNvSpPr/>
          <p:nvPr/>
        </p:nvSpPr>
        <p:spPr>
          <a:xfrm>
            <a:off x="7213849" y="22918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EA270422-5EF8-2A91-A3FF-2CA08B807350}"/>
              </a:ext>
            </a:extLst>
          </p:cNvPr>
          <p:cNvSpPr/>
          <p:nvPr/>
        </p:nvSpPr>
        <p:spPr>
          <a:xfrm>
            <a:off x="4703891" y="45594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0E2BA9E7-B6C0-1D99-09CD-C2084220D481}"/>
              </a:ext>
            </a:extLst>
          </p:cNvPr>
          <p:cNvSpPr/>
          <p:nvPr/>
        </p:nvSpPr>
        <p:spPr>
          <a:xfrm>
            <a:off x="891954" y="4871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2A708A61-337D-D33B-E142-3103981C657E}"/>
              </a:ext>
            </a:extLst>
          </p:cNvPr>
          <p:cNvSpPr/>
          <p:nvPr/>
        </p:nvSpPr>
        <p:spPr>
          <a:xfrm>
            <a:off x="8073611" y="-317467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3AF24669-ED07-4093-C5DF-E969B199932A}"/>
              </a:ext>
            </a:extLst>
          </p:cNvPr>
          <p:cNvSpPr/>
          <p:nvPr/>
        </p:nvSpPr>
        <p:spPr>
          <a:xfrm>
            <a:off x="7713813" y="-8356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BD2E473E-5B86-12EE-761E-81BFD53E8D7F}"/>
              </a:ext>
            </a:extLst>
          </p:cNvPr>
          <p:cNvSpPr/>
          <p:nvPr/>
        </p:nvSpPr>
        <p:spPr>
          <a:xfrm>
            <a:off x="1069576" y="6207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74291D2C-BF78-C1B9-BF39-D334022103FE}"/>
              </a:ext>
            </a:extLst>
          </p:cNvPr>
          <p:cNvSpPr/>
          <p:nvPr/>
        </p:nvSpPr>
        <p:spPr>
          <a:xfrm>
            <a:off x="-1987245" y="-918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808F2F7F-DF2C-EFA7-A430-DD1CBF0F6F85}"/>
              </a:ext>
            </a:extLst>
          </p:cNvPr>
          <p:cNvSpPr/>
          <p:nvPr/>
        </p:nvSpPr>
        <p:spPr>
          <a:xfrm>
            <a:off x="3457877" y="-266994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305623D0-E3BD-5636-E4CB-A13C5B6D2991}"/>
              </a:ext>
            </a:extLst>
          </p:cNvPr>
          <p:cNvSpPr/>
          <p:nvPr/>
        </p:nvSpPr>
        <p:spPr>
          <a:xfrm>
            <a:off x="4975892" y="-3895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40C771E5-741E-0DA9-4999-552300A50247}"/>
              </a:ext>
            </a:extLst>
          </p:cNvPr>
          <p:cNvSpPr/>
          <p:nvPr/>
        </p:nvSpPr>
        <p:spPr>
          <a:xfrm>
            <a:off x="2465934" y="22286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9076BAA5-784E-8FE2-2DE0-F6922141ADA5}"/>
              </a:ext>
            </a:extLst>
          </p:cNvPr>
          <p:cNvSpPr/>
          <p:nvPr/>
        </p:nvSpPr>
        <p:spPr>
          <a:xfrm>
            <a:off x="-1346003" y="2541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B470EE83-0685-E5A2-5C94-861989B56A1E}"/>
              </a:ext>
            </a:extLst>
          </p:cNvPr>
          <p:cNvSpPr/>
          <p:nvPr/>
        </p:nvSpPr>
        <p:spPr>
          <a:xfrm>
            <a:off x="5835654" y="-550546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073287F8-0C5A-91FF-01D6-55D2313B0D85}"/>
              </a:ext>
            </a:extLst>
          </p:cNvPr>
          <p:cNvSpPr/>
          <p:nvPr/>
        </p:nvSpPr>
        <p:spPr>
          <a:xfrm>
            <a:off x="5475856" y="-31664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53D83D81-4778-8BFA-FFA1-A8913CA08030}"/>
              </a:ext>
            </a:extLst>
          </p:cNvPr>
          <p:cNvSpPr/>
          <p:nvPr/>
        </p:nvSpPr>
        <p:spPr>
          <a:xfrm>
            <a:off x="-1168381" y="-17100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609E4472-4E5A-629B-8FCE-48291688F3AB}"/>
              </a:ext>
            </a:extLst>
          </p:cNvPr>
          <p:cNvSpPr/>
          <p:nvPr/>
        </p:nvSpPr>
        <p:spPr>
          <a:xfrm>
            <a:off x="-4225202" y="-242259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74F4C5BB-C68E-1D1E-06F0-0F295E7DF0DE}"/>
              </a:ext>
            </a:extLst>
          </p:cNvPr>
          <p:cNvSpPr/>
          <p:nvPr/>
        </p:nvSpPr>
        <p:spPr>
          <a:xfrm>
            <a:off x="1219920" y="-500073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A29369B0-AFD2-F06A-88EA-2CA6320EBBA9}"/>
              </a:ext>
            </a:extLst>
          </p:cNvPr>
          <p:cNvSpPr/>
          <p:nvPr/>
        </p:nvSpPr>
        <p:spPr>
          <a:xfrm>
            <a:off x="2737935" y="-23697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62BF9C5C-61A4-D891-5BE9-56F94A278FD4}"/>
              </a:ext>
            </a:extLst>
          </p:cNvPr>
          <p:cNvSpPr/>
          <p:nvPr/>
        </p:nvSpPr>
        <p:spPr>
          <a:xfrm>
            <a:off x="227977" y="-1021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45596925-1A28-774B-E86E-1755ADC2FB3E}"/>
              </a:ext>
            </a:extLst>
          </p:cNvPr>
          <p:cNvSpPr/>
          <p:nvPr/>
        </p:nvSpPr>
        <p:spPr>
          <a:xfrm>
            <a:off x="-3583960" y="2103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40B653F5-176E-932C-AB0C-8B35458AB625}"/>
              </a:ext>
            </a:extLst>
          </p:cNvPr>
          <p:cNvSpPr/>
          <p:nvPr/>
        </p:nvSpPr>
        <p:spPr>
          <a:xfrm>
            <a:off x="3597697" y="-78362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9EC76AED-476E-4F89-9B9C-39777C3A9816}"/>
              </a:ext>
            </a:extLst>
          </p:cNvPr>
          <p:cNvSpPr/>
          <p:nvPr/>
        </p:nvSpPr>
        <p:spPr>
          <a:xfrm>
            <a:off x="3237899" y="-54972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FEF4EF01-1C5B-4E19-8F67-A2931AAB1358}"/>
              </a:ext>
            </a:extLst>
          </p:cNvPr>
          <p:cNvSpPr/>
          <p:nvPr/>
        </p:nvSpPr>
        <p:spPr>
          <a:xfrm>
            <a:off x="-3406338" y="-40408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6AB2DF44-D611-1A3D-6BBD-FE11E2168E8F}"/>
              </a:ext>
            </a:extLst>
          </p:cNvPr>
          <p:cNvSpPr/>
          <p:nvPr/>
        </p:nvSpPr>
        <p:spPr>
          <a:xfrm>
            <a:off x="-6463159" y="-475338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6F6A3F19-7845-4AE7-CB7F-B3F26C97F54D}"/>
              </a:ext>
            </a:extLst>
          </p:cNvPr>
          <p:cNvSpPr/>
          <p:nvPr/>
        </p:nvSpPr>
        <p:spPr>
          <a:xfrm>
            <a:off x="-1018037" y="-73315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ADF9B4EB-9551-0363-179E-3F703B863736}"/>
              </a:ext>
            </a:extLst>
          </p:cNvPr>
          <p:cNvSpPr/>
          <p:nvPr/>
        </p:nvSpPr>
        <p:spPr>
          <a:xfrm>
            <a:off x="499978" y="-470053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2C049322-7B9E-D9AF-2F24-0B11ADEF4BC5}"/>
              </a:ext>
            </a:extLst>
          </p:cNvPr>
          <p:cNvSpPr/>
          <p:nvPr/>
        </p:nvSpPr>
        <p:spPr>
          <a:xfrm>
            <a:off x="-2009980" y="-24329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A749940F-C1EE-EC86-D9ED-F866EAB0C6A7}"/>
              </a:ext>
            </a:extLst>
          </p:cNvPr>
          <p:cNvSpPr/>
          <p:nvPr/>
        </p:nvSpPr>
        <p:spPr>
          <a:xfrm>
            <a:off x="-5821917" y="-21204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3" name="Прямоугольник 182">
            <a:extLst>
              <a:ext uri="{FF2B5EF4-FFF2-40B4-BE49-F238E27FC236}">
                <a16:creationId xmlns:a16="http://schemas.microsoft.com/office/drawing/2014/main" id="{22D80E4A-A046-7413-4400-08719ECD984B}"/>
              </a:ext>
            </a:extLst>
          </p:cNvPr>
          <p:cNvSpPr/>
          <p:nvPr/>
        </p:nvSpPr>
        <p:spPr>
          <a:xfrm>
            <a:off x="1359740" y="-101670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4" name="Прямоугольник 183">
            <a:extLst>
              <a:ext uri="{FF2B5EF4-FFF2-40B4-BE49-F238E27FC236}">
                <a16:creationId xmlns:a16="http://schemas.microsoft.com/office/drawing/2014/main" id="{5E95FDE6-9D5F-1D73-AF6F-89444E71EFCF}"/>
              </a:ext>
            </a:extLst>
          </p:cNvPr>
          <p:cNvSpPr/>
          <p:nvPr/>
        </p:nvSpPr>
        <p:spPr>
          <a:xfrm>
            <a:off x="999942" y="-78280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5" name="Прямоугольник 184">
            <a:extLst>
              <a:ext uri="{FF2B5EF4-FFF2-40B4-BE49-F238E27FC236}">
                <a16:creationId xmlns:a16="http://schemas.microsoft.com/office/drawing/2014/main" id="{4BE860F1-057D-8C23-9887-64F36CD7D1F7}"/>
              </a:ext>
            </a:extLst>
          </p:cNvPr>
          <p:cNvSpPr/>
          <p:nvPr/>
        </p:nvSpPr>
        <p:spPr>
          <a:xfrm>
            <a:off x="-5644295" y="-63716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6" name="Прямоугольник 185">
            <a:extLst>
              <a:ext uri="{FF2B5EF4-FFF2-40B4-BE49-F238E27FC236}">
                <a16:creationId xmlns:a16="http://schemas.microsoft.com/office/drawing/2014/main" id="{2900280E-2ABE-48A4-4EE1-F871E12BF987}"/>
              </a:ext>
            </a:extLst>
          </p:cNvPr>
          <p:cNvSpPr/>
          <p:nvPr/>
        </p:nvSpPr>
        <p:spPr>
          <a:xfrm>
            <a:off x="-8701116" y="-708417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7" name="Прямоугольник 186">
            <a:extLst>
              <a:ext uri="{FF2B5EF4-FFF2-40B4-BE49-F238E27FC236}">
                <a16:creationId xmlns:a16="http://schemas.microsoft.com/office/drawing/2014/main" id="{3C893017-8746-1856-76A5-0F0A8A2F89BC}"/>
              </a:ext>
            </a:extLst>
          </p:cNvPr>
          <p:cNvSpPr/>
          <p:nvPr/>
        </p:nvSpPr>
        <p:spPr>
          <a:xfrm>
            <a:off x="-3255994" y="-96623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8" name="Прямоугольник 187">
            <a:extLst>
              <a:ext uri="{FF2B5EF4-FFF2-40B4-BE49-F238E27FC236}">
                <a16:creationId xmlns:a16="http://schemas.microsoft.com/office/drawing/2014/main" id="{499C8D69-654A-81B9-6C37-6733BFBF71B2}"/>
              </a:ext>
            </a:extLst>
          </p:cNvPr>
          <p:cNvSpPr/>
          <p:nvPr/>
        </p:nvSpPr>
        <p:spPr>
          <a:xfrm>
            <a:off x="-1737979" y="-703132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9" name="Прямоугольник 188">
            <a:extLst>
              <a:ext uri="{FF2B5EF4-FFF2-40B4-BE49-F238E27FC236}">
                <a16:creationId xmlns:a16="http://schemas.microsoft.com/office/drawing/2014/main" id="{43EF3D3A-3C9A-62F6-ABBB-143C2C25E2BF}"/>
              </a:ext>
            </a:extLst>
          </p:cNvPr>
          <p:cNvSpPr/>
          <p:nvPr/>
        </p:nvSpPr>
        <p:spPr>
          <a:xfrm>
            <a:off x="-4247937" y="-476375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0" name="Прямоугольник 189">
            <a:extLst>
              <a:ext uri="{FF2B5EF4-FFF2-40B4-BE49-F238E27FC236}">
                <a16:creationId xmlns:a16="http://schemas.microsoft.com/office/drawing/2014/main" id="{7F1CBC70-E7E9-8E04-CDA0-16AE2C631425}"/>
              </a:ext>
            </a:extLst>
          </p:cNvPr>
          <p:cNvSpPr/>
          <p:nvPr/>
        </p:nvSpPr>
        <p:spPr>
          <a:xfrm>
            <a:off x="-8059874" y="-44512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1" name="Прямоугольник 190">
            <a:extLst>
              <a:ext uri="{FF2B5EF4-FFF2-40B4-BE49-F238E27FC236}">
                <a16:creationId xmlns:a16="http://schemas.microsoft.com/office/drawing/2014/main" id="{46C8A6AB-24CA-95C2-1514-784790948D59}"/>
              </a:ext>
            </a:extLst>
          </p:cNvPr>
          <p:cNvSpPr/>
          <p:nvPr/>
        </p:nvSpPr>
        <p:spPr>
          <a:xfrm rot="10154040">
            <a:off x="11074908" y="1028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2" name="Прямоугольник 191">
            <a:extLst>
              <a:ext uri="{FF2B5EF4-FFF2-40B4-BE49-F238E27FC236}">
                <a16:creationId xmlns:a16="http://schemas.microsoft.com/office/drawing/2014/main" id="{FFAA4B70-CCD5-A0EA-87D9-8369245F4642}"/>
              </a:ext>
            </a:extLst>
          </p:cNvPr>
          <p:cNvSpPr/>
          <p:nvPr/>
        </p:nvSpPr>
        <p:spPr>
          <a:xfrm rot="10154040">
            <a:off x="10715110" y="3367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3" name="Прямоугольник 192">
            <a:extLst>
              <a:ext uri="{FF2B5EF4-FFF2-40B4-BE49-F238E27FC236}">
                <a16:creationId xmlns:a16="http://schemas.microsoft.com/office/drawing/2014/main" id="{393E4D8F-3833-1506-F427-F0576DBE315C}"/>
              </a:ext>
            </a:extLst>
          </p:cNvPr>
          <p:cNvSpPr/>
          <p:nvPr/>
        </p:nvSpPr>
        <p:spPr>
          <a:xfrm rot="10154040">
            <a:off x="4070873" y="4824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4" name="Прямоугольник 193">
            <a:extLst>
              <a:ext uri="{FF2B5EF4-FFF2-40B4-BE49-F238E27FC236}">
                <a16:creationId xmlns:a16="http://schemas.microsoft.com/office/drawing/2014/main" id="{2F66921A-2FD1-8FAD-0565-18D05CBE2C7A}"/>
              </a:ext>
            </a:extLst>
          </p:cNvPr>
          <p:cNvSpPr/>
          <p:nvPr/>
        </p:nvSpPr>
        <p:spPr>
          <a:xfrm rot="10154040">
            <a:off x="1014052" y="4111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5" name="Прямоугольник 194">
            <a:extLst>
              <a:ext uri="{FF2B5EF4-FFF2-40B4-BE49-F238E27FC236}">
                <a16:creationId xmlns:a16="http://schemas.microsoft.com/office/drawing/2014/main" id="{7CE79FE6-EAAD-7604-F9F8-11AE3E3728D2}"/>
              </a:ext>
            </a:extLst>
          </p:cNvPr>
          <p:cNvSpPr/>
          <p:nvPr/>
        </p:nvSpPr>
        <p:spPr>
          <a:xfrm rot="10154040">
            <a:off x="6459174" y="1533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6" name="Прямоугольник 195">
            <a:extLst>
              <a:ext uri="{FF2B5EF4-FFF2-40B4-BE49-F238E27FC236}">
                <a16:creationId xmlns:a16="http://schemas.microsoft.com/office/drawing/2014/main" id="{D274E9D0-4440-73BF-0215-2B82EC4770A4}"/>
              </a:ext>
            </a:extLst>
          </p:cNvPr>
          <p:cNvSpPr/>
          <p:nvPr/>
        </p:nvSpPr>
        <p:spPr>
          <a:xfrm rot="10154040">
            <a:off x="7977189" y="4164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7" name="Прямоугольник 196">
            <a:extLst>
              <a:ext uri="{FF2B5EF4-FFF2-40B4-BE49-F238E27FC236}">
                <a16:creationId xmlns:a16="http://schemas.microsoft.com/office/drawing/2014/main" id="{B6CD3FA3-41BD-8FCB-3FB9-30BB8591E1C7}"/>
              </a:ext>
            </a:extLst>
          </p:cNvPr>
          <p:cNvSpPr/>
          <p:nvPr/>
        </p:nvSpPr>
        <p:spPr>
          <a:xfrm rot="10154040">
            <a:off x="5467231" y="6431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8" name="Прямоугольник 197">
            <a:extLst>
              <a:ext uri="{FF2B5EF4-FFF2-40B4-BE49-F238E27FC236}">
                <a16:creationId xmlns:a16="http://schemas.microsoft.com/office/drawing/2014/main" id="{534CAD0F-2700-A9C6-97C3-FF38AFB4AE38}"/>
              </a:ext>
            </a:extLst>
          </p:cNvPr>
          <p:cNvSpPr/>
          <p:nvPr/>
        </p:nvSpPr>
        <p:spPr>
          <a:xfrm rot="10154040">
            <a:off x="1655294" y="674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9" name="Прямоугольник 198">
            <a:extLst>
              <a:ext uri="{FF2B5EF4-FFF2-40B4-BE49-F238E27FC236}">
                <a16:creationId xmlns:a16="http://schemas.microsoft.com/office/drawing/2014/main" id="{C480F061-0C68-43E1-6EF9-8AB3A4A0B47C}"/>
              </a:ext>
            </a:extLst>
          </p:cNvPr>
          <p:cNvSpPr/>
          <p:nvPr/>
        </p:nvSpPr>
        <p:spPr>
          <a:xfrm rot="10154040">
            <a:off x="11227308" y="1181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0" name="Прямоугольник 199">
            <a:extLst>
              <a:ext uri="{FF2B5EF4-FFF2-40B4-BE49-F238E27FC236}">
                <a16:creationId xmlns:a16="http://schemas.microsoft.com/office/drawing/2014/main" id="{B234DFBC-48C0-1041-0E25-788D91A82545}"/>
              </a:ext>
            </a:extLst>
          </p:cNvPr>
          <p:cNvSpPr/>
          <p:nvPr/>
        </p:nvSpPr>
        <p:spPr>
          <a:xfrm rot="10154040">
            <a:off x="10867510" y="3520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1" name="Прямоугольник 200">
            <a:extLst>
              <a:ext uri="{FF2B5EF4-FFF2-40B4-BE49-F238E27FC236}">
                <a16:creationId xmlns:a16="http://schemas.microsoft.com/office/drawing/2014/main" id="{0AD158C7-34D2-5D2B-C7B5-9B0E0871F5D5}"/>
              </a:ext>
            </a:extLst>
          </p:cNvPr>
          <p:cNvSpPr/>
          <p:nvPr/>
        </p:nvSpPr>
        <p:spPr>
          <a:xfrm rot="10154040">
            <a:off x="4223273" y="4976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2" name="Прямоугольник 201">
            <a:extLst>
              <a:ext uri="{FF2B5EF4-FFF2-40B4-BE49-F238E27FC236}">
                <a16:creationId xmlns:a16="http://schemas.microsoft.com/office/drawing/2014/main" id="{60B1F4FE-C925-9052-BAAF-B1019B6DF819}"/>
              </a:ext>
            </a:extLst>
          </p:cNvPr>
          <p:cNvSpPr/>
          <p:nvPr/>
        </p:nvSpPr>
        <p:spPr>
          <a:xfrm rot="10154040">
            <a:off x="1166452" y="4263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3" name="Прямоугольник 202">
            <a:extLst>
              <a:ext uri="{FF2B5EF4-FFF2-40B4-BE49-F238E27FC236}">
                <a16:creationId xmlns:a16="http://schemas.microsoft.com/office/drawing/2014/main" id="{5E7A07AF-066F-83D0-6A48-D51F62625858}"/>
              </a:ext>
            </a:extLst>
          </p:cNvPr>
          <p:cNvSpPr/>
          <p:nvPr/>
        </p:nvSpPr>
        <p:spPr>
          <a:xfrm rot="10154040">
            <a:off x="6611574" y="1685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4" name="Прямоугольник 203">
            <a:extLst>
              <a:ext uri="{FF2B5EF4-FFF2-40B4-BE49-F238E27FC236}">
                <a16:creationId xmlns:a16="http://schemas.microsoft.com/office/drawing/2014/main" id="{7225782F-FA89-5F3E-9A23-9A00CC8E93A0}"/>
              </a:ext>
            </a:extLst>
          </p:cNvPr>
          <p:cNvSpPr/>
          <p:nvPr/>
        </p:nvSpPr>
        <p:spPr>
          <a:xfrm rot="10154040">
            <a:off x="8129589" y="4316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5" name="Прямоугольник 204">
            <a:extLst>
              <a:ext uri="{FF2B5EF4-FFF2-40B4-BE49-F238E27FC236}">
                <a16:creationId xmlns:a16="http://schemas.microsoft.com/office/drawing/2014/main" id="{CA8D91A7-DFDE-FB2B-1E38-15F002F75DFE}"/>
              </a:ext>
            </a:extLst>
          </p:cNvPr>
          <p:cNvSpPr/>
          <p:nvPr/>
        </p:nvSpPr>
        <p:spPr>
          <a:xfrm rot="10154040">
            <a:off x="5619631" y="6584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6" name="Прямоугольник 205">
            <a:extLst>
              <a:ext uri="{FF2B5EF4-FFF2-40B4-BE49-F238E27FC236}">
                <a16:creationId xmlns:a16="http://schemas.microsoft.com/office/drawing/2014/main" id="{6B65D048-DAF6-1D9D-A66F-D7A2ECACC74D}"/>
              </a:ext>
            </a:extLst>
          </p:cNvPr>
          <p:cNvSpPr/>
          <p:nvPr/>
        </p:nvSpPr>
        <p:spPr>
          <a:xfrm rot="10154040">
            <a:off x="1807694" y="689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7" name="Прямоугольник 206">
            <a:extLst>
              <a:ext uri="{FF2B5EF4-FFF2-40B4-BE49-F238E27FC236}">
                <a16:creationId xmlns:a16="http://schemas.microsoft.com/office/drawing/2014/main" id="{7D14A6B1-0C54-EC76-67DC-124498CC739A}"/>
              </a:ext>
            </a:extLst>
          </p:cNvPr>
          <p:cNvSpPr/>
          <p:nvPr/>
        </p:nvSpPr>
        <p:spPr>
          <a:xfrm rot="10154040">
            <a:off x="11379708" y="1333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8" name="Прямоугольник 207">
            <a:extLst>
              <a:ext uri="{FF2B5EF4-FFF2-40B4-BE49-F238E27FC236}">
                <a16:creationId xmlns:a16="http://schemas.microsoft.com/office/drawing/2014/main" id="{D248B69B-37FE-B5D2-C8B5-EC7629597D65}"/>
              </a:ext>
            </a:extLst>
          </p:cNvPr>
          <p:cNvSpPr/>
          <p:nvPr/>
        </p:nvSpPr>
        <p:spPr>
          <a:xfrm rot="10154040">
            <a:off x="11019910" y="3672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9" name="Прямоугольник 208">
            <a:extLst>
              <a:ext uri="{FF2B5EF4-FFF2-40B4-BE49-F238E27FC236}">
                <a16:creationId xmlns:a16="http://schemas.microsoft.com/office/drawing/2014/main" id="{B7A490BC-71C9-ECA6-3FA4-1E745BED4B73}"/>
              </a:ext>
            </a:extLst>
          </p:cNvPr>
          <p:cNvSpPr/>
          <p:nvPr/>
        </p:nvSpPr>
        <p:spPr>
          <a:xfrm rot="10154040">
            <a:off x="4375673" y="5128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0" name="Прямоугольник 209">
            <a:extLst>
              <a:ext uri="{FF2B5EF4-FFF2-40B4-BE49-F238E27FC236}">
                <a16:creationId xmlns:a16="http://schemas.microsoft.com/office/drawing/2014/main" id="{7B6D715C-339A-E3E6-6131-122EBF45B148}"/>
              </a:ext>
            </a:extLst>
          </p:cNvPr>
          <p:cNvSpPr/>
          <p:nvPr/>
        </p:nvSpPr>
        <p:spPr>
          <a:xfrm rot="10154040">
            <a:off x="1318852" y="4416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1" name="Прямоугольник 210">
            <a:extLst>
              <a:ext uri="{FF2B5EF4-FFF2-40B4-BE49-F238E27FC236}">
                <a16:creationId xmlns:a16="http://schemas.microsoft.com/office/drawing/2014/main" id="{B744C15C-CB13-8160-72F8-EF587B6C0371}"/>
              </a:ext>
            </a:extLst>
          </p:cNvPr>
          <p:cNvSpPr/>
          <p:nvPr/>
        </p:nvSpPr>
        <p:spPr>
          <a:xfrm rot="10154040">
            <a:off x="6763974" y="1838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2" name="Прямоугольник 211">
            <a:extLst>
              <a:ext uri="{FF2B5EF4-FFF2-40B4-BE49-F238E27FC236}">
                <a16:creationId xmlns:a16="http://schemas.microsoft.com/office/drawing/2014/main" id="{F1699008-9B5E-79FD-19CF-7A0C6B5371F6}"/>
              </a:ext>
            </a:extLst>
          </p:cNvPr>
          <p:cNvSpPr/>
          <p:nvPr/>
        </p:nvSpPr>
        <p:spPr>
          <a:xfrm rot="10154040">
            <a:off x="8281989" y="4469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3" name="Прямоугольник 212">
            <a:extLst>
              <a:ext uri="{FF2B5EF4-FFF2-40B4-BE49-F238E27FC236}">
                <a16:creationId xmlns:a16="http://schemas.microsoft.com/office/drawing/2014/main" id="{A995BF92-D4A7-67DC-42D3-E41848D864A5}"/>
              </a:ext>
            </a:extLst>
          </p:cNvPr>
          <p:cNvSpPr/>
          <p:nvPr/>
        </p:nvSpPr>
        <p:spPr>
          <a:xfrm rot="10154040">
            <a:off x="5772031" y="6736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4" name="Прямоугольник 213">
            <a:extLst>
              <a:ext uri="{FF2B5EF4-FFF2-40B4-BE49-F238E27FC236}">
                <a16:creationId xmlns:a16="http://schemas.microsoft.com/office/drawing/2014/main" id="{E91EE700-E655-4D53-4AD3-35F672227F75}"/>
              </a:ext>
            </a:extLst>
          </p:cNvPr>
          <p:cNvSpPr/>
          <p:nvPr/>
        </p:nvSpPr>
        <p:spPr>
          <a:xfrm rot="10154040">
            <a:off x="1960094" y="704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135FE8AA-484E-94F4-0C64-8472779C4F6B}"/>
              </a:ext>
            </a:extLst>
          </p:cNvPr>
          <p:cNvSpPr/>
          <p:nvPr/>
        </p:nvSpPr>
        <p:spPr>
          <a:xfrm rot="10154040">
            <a:off x="11532108" y="1485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E79CB787-3BF8-2C20-D226-0EC75BFC1B93}"/>
              </a:ext>
            </a:extLst>
          </p:cNvPr>
          <p:cNvSpPr/>
          <p:nvPr/>
        </p:nvSpPr>
        <p:spPr>
          <a:xfrm rot="10154040">
            <a:off x="11172310" y="3824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C8D985D6-5D9A-BB1C-8B96-BFF2E0991370}"/>
              </a:ext>
            </a:extLst>
          </p:cNvPr>
          <p:cNvSpPr/>
          <p:nvPr/>
        </p:nvSpPr>
        <p:spPr>
          <a:xfrm rot="10154040">
            <a:off x="4528073" y="5281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DBE114BB-DE01-CAE8-E494-1A38ACDD49A3}"/>
              </a:ext>
            </a:extLst>
          </p:cNvPr>
          <p:cNvSpPr/>
          <p:nvPr/>
        </p:nvSpPr>
        <p:spPr>
          <a:xfrm rot="10154040">
            <a:off x="1471252" y="4568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D3E4740-62E2-6BF4-F7C2-5E1A32EE34BA}"/>
              </a:ext>
            </a:extLst>
          </p:cNvPr>
          <p:cNvSpPr/>
          <p:nvPr/>
        </p:nvSpPr>
        <p:spPr>
          <a:xfrm rot="10154040">
            <a:off x="6916374" y="1990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0" name="Прямоугольник 219">
            <a:extLst>
              <a:ext uri="{FF2B5EF4-FFF2-40B4-BE49-F238E27FC236}">
                <a16:creationId xmlns:a16="http://schemas.microsoft.com/office/drawing/2014/main" id="{8EAA8B22-0709-5BE6-830B-C8CD1C2A23CF}"/>
              </a:ext>
            </a:extLst>
          </p:cNvPr>
          <p:cNvSpPr/>
          <p:nvPr/>
        </p:nvSpPr>
        <p:spPr>
          <a:xfrm rot="10154040">
            <a:off x="8434389" y="4621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1" name="Прямоугольник 220">
            <a:extLst>
              <a:ext uri="{FF2B5EF4-FFF2-40B4-BE49-F238E27FC236}">
                <a16:creationId xmlns:a16="http://schemas.microsoft.com/office/drawing/2014/main" id="{6ED79AF1-41DE-8F4E-301F-7B7741F1C9A1}"/>
              </a:ext>
            </a:extLst>
          </p:cNvPr>
          <p:cNvSpPr/>
          <p:nvPr/>
        </p:nvSpPr>
        <p:spPr>
          <a:xfrm rot="10154040">
            <a:off x="5924431" y="6889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2" name="Прямоугольник 221">
            <a:extLst>
              <a:ext uri="{FF2B5EF4-FFF2-40B4-BE49-F238E27FC236}">
                <a16:creationId xmlns:a16="http://schemas.microsoft.com/office/drawing/2014/main" id="{B446039B-D327-EF50-6EBB-7DB75ED3287D}"/>
              </a:ext>
            </a:extLst>
          </p:cNvPr>
          <p:cNvSpPr/>
          <p:nvPr/>
        </p:nvSpPr>
        <p:spPr>
          <a:xfrm rot="10154040">
            <a:off x="2112494" y="720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3" name="Прямоугольник 222">
            <a:extLst>
              <a:ext uri="{FF2B5EF4-FFF2-40B4-BE49-F238E27FC236}">
                <a16:creationId xmlns:a16="http://schemas.microsoft.com/office/drawing/2014/main" id="{C1204393-2094-B81F-F0B1-F3E4157ACA35}"/>
              </a:ext>
            </a:extLst>
          </p:cNvPr>
          <p:cNvSpPr/>
          <p:nvPr/>
        </p:nvSpPr>
        <p:spPr>
          <a:xfrm rot="10154040">
            <a:off x="7583442" y="-9141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4" name="Прямоугольник 223">
            <a:extLst>
              <a:ext uri="{FF2B5EF4-FFF2-40B4-BE49-F238E27FC236}">
                <a16:creationId xmlns:a16="http://schemas.microsoft.com/office/drawing/2014/main" id="{A21FBBB9-DEE3-2970-DCE6-33053A5B923A}"/>
              </a:ext>
            </a:extLst>
          </p:cNvPr>
          <p:cNvSpPr/>
          <p:nvPr/>
        </p:nvSpPr>
        <p:spPr>
          <a:xfrm rot="10154040">
            <a:off x="7223644" y="142488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5" name="Прямоугольник 224">
            <a:extLst>
              <a:ext uri="{FF2B5EF4-FFF2-40B4-BE49-F238E27FC236}">
                <a16:creationId xmlns:a16="http://schemas.microsoft.com/office/drawing/2014/main" id="{74B60312-44FF-37A3-5747-7219DF509D6F}"/>
              </a:ext>
            </a:extLst>
          </p:cNvPr>
          <p:cNvSpPr/>
          <p:nvPr/>
        </p:nvSpPr>
        <p:spPr>
          <a:xfrm rot="10154040">
            <a:off x="579407" y="28812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6" name="Прямоугольник 225">
            <a:extLst>
              <a:ext uri="{FF2B5EF4-FFF2-40B4-BE49-F238E27FC236}">
                <a16:creationId xmlns:a16="http://schemas.microsoft.com/office/drawing/2014/main" id="{485242FB-2AEF-1FD2-1615-A15DFAA8E576}"/>
              </a:ext>
            </a:extLst>
          </p:cNvPr>
          <p:cNvSpPr/>
          <p:nvPr/>
        </p:nvSpPr>
        <p:spPr>
          <a:xfrm rot="10154040">
            <a:off x="-2477414" y="21687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7" name="Прямоугольник 226">
            <a:extLst>
              <a:ext uri="{FF2B5EF4-FFF2-40B4-BE49-F238E27FC236}">
                <a16:creationId xmlns:a16="http://schemas.microsoft.com/office/drawing/2014/main" id="{AF45BB6B-AE1D-7C36-7A0E-6BFC51F216E5}"/>
              </a:ext>
            </a:extLst>
          </p:cNvPr>
          <p:cNvSpPr/>
          <p:nvPr/>
        </p:nvSpPr>
        <p:spPr>
          <a:xfrm rot="10154040">
            <a:off x="2967708" y="-4093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8" name="Прямоугольник 227">
            <a:extLst>
              <a:ext uri="{FF2B5EF4-FFF2-40B4-BE49-F238E27FC236}">
                <a16:creationId xmlns:a16="http://schemas.microsoft.com/office/drawing/2014/main" id="{22FB79B1-0FD0-95E2-492A-D00835DC878D}"/>
              </a:ext>
            </a:extLst>
          </p:cNvPr>
          <p:cNvSpPr/>
          <p:nvPr/>
        </p:nvSpPr>
        <p:spPr>
          <a:xfrm rot="10154040">
            <a:off x="4485723" y="22216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9" name="Прямоугольник 228">
            <a:extLst>
              <a:ext uri="{FF2B5EF4-FFF2-40B4-BE49-F238E27FC236}">
                <a16:creationId xmlns:a16="http://schemas.microsoft.com/office/drawing/2014/main" id="{4A6D2E45-2A78-2534-B399-5E95081B0116}"/>
              </a:ext>
            </a:extLst>
          </p:cNvPr>
          <p:cNvSpPr/>
          <p:nvPr/>
        </p:nvSpPr>
        <p:spPr>
          <a:xfrm rot="10154040">
            <a:off x="1975765" y="44891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0" name="Прямоугольник 229">
            <a:extLst>
              <a:ext uri="{FF2B5EF4-FFF2-40B4-BE49-F238E27FC236}">
                <a16:creationId xmlns:a16="http://schemas.microsoft.com/office/drawing/2014/main" id="{9FD21598-ED83-A3EB-6381-0A7D63793F88}"/>
              </a:ext>
            </a:extLst>
          </p:cNvPr>
          <p:cNvSpPr/>
          <p:nvPr/>
        </p:nvSpPr>
        <p:spPr>
          <a:xfrm rot="10154040">
            <a:off x="-1836172" y="48016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1" name="Прямоугольник 230">
            <a:extLst>
              <a:ext uri="{FF2B5EF4-FFF2-40B4-BE49-F238E27FC236}">
                <a16:creationId xmlns:a16="http://schemas.microsoft.com/office/drawing/2014/main" id="{386FC951-36FA-4FE4-9A0A-A49A5955F30F}"/>
              </a:ext>
            </a:extLst>
          </p:cNvPr>
          <p:cNvSpPr/>
          <p:nvPr/>
        </p:nvSpPr>
        <p:spPr>
          <a:xfrm rot="10154040">
            <a:off x="3634776" y="-33141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2" name="Прямоугольник 231">
            <a:extLst>
              <a:ext uri="{FF2B5EF4-FFF2-40B4-BE49-F238E27FC236}">
                <a16:creationId xmlns:a16="http://schemas.microsoft.com/office/drawing/2014/main" id="{AD5723F5-EF61-A84B-FC05-E28B403430F6}"/>
              </a:ext>
            </a:extLst>
          </p:cNvPr>
          <p:cNvSpPr/>
          <p:nvPr/>
        </p:nvSpPr>
        <p:spPr>
          <a:xfrm rot="10154040">
            <a:off x="3274978" y="-97512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3" name="Прямоугольник 232">
            <a:extLst>
              <a:ext uri="{FF2B5EF4-FFF2-40B4-BE49-F238E27FC236}">
                <a16:creationId xmlns:a16="http://schemas.microsoft.com/office/drawing/2014/main" id="{4FD76E4F-3BB1-5949-A976-2813E7C42B5A}"/>
              </a:ext>
            </a:extLst>
          </p:cNvPr>
          <p:cNvSpPr/>
          <p:nvPr/>
        </p:nvSpPr>
        <p:spPr>
          <a:xfrm rot="10154040">
            <a:off x="-3369259" y="4812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4" name="Прямоугольник 233">
            <a:extLst>
              <a:ext uri="{FF2B5EF4-FFF2-40B4-BE49-F238E27FC236}">
                <a16:creationId xmlns:a16="http://schemas.microsoft.com/office/drawing/2014/main" id="{8FB68949-F7EF-ECEF-DF3C-AA5F8E84E24B}"/>
              </a:ext>
            </a:extLst>
          </p:cNvPr>
          <p:cNvSpPr/>
          <p:nvPr/>
        </p:nvSpPr>
        <p:spPr>
          <a:xfrm rot="10154040">
            <a:off x="-6426080" y="-2312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5" name="Прямоугольник 234">
            <a:extLst>
              <a:ext uri="{FF2B5EF4-FFF2-40B4-BE49-F238E27FC236}">
                <a16:creationId xmlns:a16="http://schemas.microsoft.com/office/drawing/2014/main" id="{1E559495-8BDE-E0CF-BDE3-CF5097996C4B}"/>
              </a:ext>
            </a:extLst>
          </p:cNvPr>
          <p:cNvSpPr/>
          <p:nvPr/>
        </p:nvSpPr>
        <p:spPr>
          <a:xfrm rot="10154040">
            <a:off x="-980958" y="-28093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6" name="Прямоугольник 235">
            <a:extLst>
              <a:ext uri="{FF2B5EF4-FFF2-40B4-BE49-F238E27FC236}">
                <a16:creationId xmlns:a16="http://schemas.microsoft.com/office/drawing/2014/main" id="{E73E6756-A5F9-ECDF-D247-CD9DC171ECAD}"/>
              </a:ext>
            </a:extLst>
          </p:cNvPr>
          <p:cNvSpPr/>
          <p:nvPr/>
        </p:nvSpPr>
        <p:spPr>
          <a:xfrm rot="10154040">
            <a:off x="537057" y="-17840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7" name="Прямоугольник 236">
            <a:extLst>
              <a:ext uri="{FF2B5EF4-FFF2-40B4-BE49-F238E27FC236}">
                <a16:creationId xmlns:a16="http://schemas.microsoft.com/office/drawing/2014/main" id="{891712EE-38DD-47DC-BFD8-31103EA2A78F}"/>
              </a:ext>
            </a:extLst>
          </p:cNvPr>
          <p:cNvSpPr/>
          <p:nvPr/>
        </p:nvSpPr>
        <p:spPr>
          <a:xfrm rot="10154040">
            <a:off x="-1972901" y="20891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8" name="Прямоугольник 237">
            <a:extLst>
              <a:ext uri="{FF2B5EF4-FFF2-40B4-BE49-F238E27FC236}">
                <a16:creationId xmlns:a16="http://schemas.microsoft.com/office/drawing/2014/main" id="{106A9672-5805-9005-6781-9F5843F8C9C2}"/>
              </a:ext>
            </a:extLst>
          </p:cNvPr>
          <p:cNvSpPr/>
          <p:nvPr/>
        </p:nvSpPr>
        <p:spPr>
          <a:xfrm rot="10154040">
            <a:off x="-5784838" y="24016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9" name="Прямоугольник 238">
            <a:extLst>
              <a:ext uri="{FF2B5EF4-FFF2-40B4-BE49-F238E27FC236}">
                <a16:creationId xmlns:a16="http://schemas.microsoft.com/office/drawing/2014/main" id="{032085A7-5241-F0F4-D902-3DBA568160EA}"/>
              </a:ext>
            </a:extLst>
          </p:cNvPr>
          <p:cNvSpPr/>
          <p:nvPr/>
        </p:nvSpPr>
        <p:spPr>
          <a:xfrm rot="10154040">
            <a:off x="12065357" y="15270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0" name="Прямоугольник 239">
            <a:extLst>
              <a:ext uri="{FF2B5EF4-FFF2-40B4-BE49-F238E27FC236}">
                <a16:creationId xmlns:a16="http://schemas.microsoft.com/office/drawing/2014/main" id="{1011F771-50B3-A68C-A18F-9CED32EA5B45}"/>
              </a:ext>
            </a:extLst>
          </p:cNvPr>
          <p:cNvSpPr/>
          <p:nvPr/>
        </p:nvSpPr>
        <p:spPr>
          <a:xfrm rot="10154040">
            <a:off x="11705559" y="38660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1" name="Прямоугольник 240">
            <a:extLst>
              <a:ext uri="{FF2B5EF4-FFF2-40B4-BE49-F238E27FC236}">
                <a16:creationId xmlns:a16="http://schemas.microsoft.com/office/drawing/2014/main" id="{6271E647-A663-03D4-A9E4-79F1E4F20394}"/>
              </a:ext>
            </a:extLst>
          </p:cNvPr>
          <p:cNvSpPr/>
          <p:nvPr/>
        </p:nvSpPr>
        <p:spPr>
          <a:xfrm rot="10154040">
            <a:off x="5061322" y="53224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2" name="Прямоугольник 241">
            <a:extLst>
              <a:ext uri="{FF2B5EF4-FFF2-40B4-BE49-F238E27FC236}">
                <a16:creationId xmlns:a16="http://schemas.microsoft.com/office/drawing/2014/main" id="{5ECDA09A-75BF-8DCE-6D7C-0994CED12392}"/>
              </a:ext>
            </a:extLst>
          </p:cNvPr>
          <p:cNvSpPr/>
          <p:nvPr/>
        </p:nvSpPr>
        <p:spPr>
          <a:xfrm rot="10154040">
            <a:off x="2004501" y="46099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3" name="Прямоугольник 242">
            <a:extLst>
              <a:ext uri="{FF2B5EF4-FFF2-40B4-BE49-F238E27FC236}">
                <a16:creationId xmlns:a16="http://schemas.microsoft.com/office/drawing/2014/main" id="{935A04D2-934E-C446-8F67-6C830E3C822D}"/>
              </a:ext>
            </a:extLst>
          </p:cNvPr>
          <p:cNvSpPr/>
          <p:nvPr/>
        </p:nvSpPr>
        <p:spPr>
          <a:xfrm rot="10154040">
            <a:off x="7449623" y="20317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4" name="Прямоугольник 243">
            <a:extLst>
              <a:ext uri="{FF2B5EF4-FFF2-40B4-BE49-F238E27FC236}">
                <a16:creationId xmlns:a16="http://schemas.microsoft.com/office/drawing/2014/main" id="{76E773E2-DB49-7242-2B59-1712B738829D}"/>
              </a:ext>
            </a:extLst>
          </p:cNvPr>
          <p:cNvSpPr/>
          <p:nvPr/>
        </p:nvSpPr>
        <p:spPr>
          <a:xfrm rot="10154040">
            <a:off x="8967638" y="46627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5" name="Прямоугольник 244">
            <a:extLst>
              <a:ext uri="{FF2B5EF4-FFF2-40B4-BE49-F238E27FC236}">
                <a16:creationId xmlns:a16="http://schemas.microsoft.com/office/drawing/2014/main" id="{CDE26FC9-0C6A-182E-40AB-6C701C5DBB4E}"/>
              </a:ext>
            </a:extLst>
          </p:cNvPr>
          <p:cNvSpPr/>
          <p:nvPr/>
        </p:nvSpPr>
        <p:spPr>
          <a:xfrm rot="10154040">
            <a:off x="6457680" y="69303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6" name="Прямоугольник 245">
            <a:extLst>
              <a:ext uri="{FF2B5EF4-FFF2-40B4-BE49-F238E27FC236}">
                <a16:creationId xmlns:a16="http://schemas.microsoft.com/office/drawing/2014/main" id="{8ED557DF-79A5-FF08-0C44-7E0AB1DC054F}"/>
              </a:ext>
            </a:extLst>
          </p:cNvPr>
          <p:cNvSpPr/>
          <p:nvPr/>
        </p:nvSpPr>
        <p:spPr>
          <a:xfrm rot="10154040">
            <a:off x="2645743" y="72428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7" name="Прямоугольник: скругленные углы 246">
            <a:extLst>
              <a:ext uri="{FF2B5EF4-FFF2-40B4-BE49-F238E27FC236}">
                <a16:creationId xmlns:a16="http://schemas.microsoft.com/office/drawing/2014/main" id="{079D0CF7-48D0-FE25-2D7C-F978A0566C33}"/>
              </a:ext>
            </a:extLst>
          </p:cNvPr>
          <p:cNvSpPr/>
          <p:nvPr/>
        </p:nvSpPr>
        <p:spPr>
          <a:xfrm>
            <a:off x="438150" y="4191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8" name="Заголовок 1">
            <a:extLst>
              <a:ext uri="{FF2B5EF4-FFF2-40B4-BE49-F238E27FC236}">
                <a16:creationId xmlns:a16="http://schemas.microsoft.com/office/drawing/2014/main" id="{EE0B8EE8-DE8A-75C2-0A0D-D420C1C2AC39}"/>
              </a:ext>
            </a:extLst>
          </p:cNvPr>
          <p:cNvSpPr txBox="1">
            <a:spLocks/>
          </p:cNvSpPr>
          <p:nvPr/>
        </p:nvSpPr>
        <p:spPr>
          <a:xfrm>
            <a:off x="-1097750" y="-981075"/>
            <a:ext cx="10201274" cy="1004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Открыто ВБ/СПУМЕР</a:t>
            </a:r>
          </a:p>
        </p:txBody>
      </p:sp>
      <p:sp>
        <p:nvSpPr>
          <p:cNvPr id="249" name="Прямоугольник: скругленные углы 248">
            <a:extLst>
              <a:ext uri="{FF2B5EF4-FFF2-40B4-BE49-F238E27FC236}">
                <a16:creationId xmlns:a16="http://schemas.microsoft.com/office/drawing/2014/main" id="{50FC396F-328E-1705-42D8-C701D6231217}"/>
              </a:ext>
            </a:extLst>
          </p:cNvPr>
          <p:cNvSpPr/>
          <p:nvPr/>
        </p:nvSpPr>
        <p:spPr>
          <a:xfrm>
            <a:off x="7839059" y="60880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0" name="Подзаголовок 2">
            <a:extLst>
              <a:ext uri="{FF2B5EF4-FFF2-40B4-BE49-F238E27FC236}">
                <a16:creationId xmlns:a16="http://schemas.microsoft.com/office/drawing/2014/main" id="{5273F6BA-2BF0-F02F-B9A1-5D1C30EA3E3C}"/>
              </a:ext>
            </a:extLst>
          </p:cNvPr>
          <p:cNvSpPr txBox="1">
            <a:spLocks/>
          </p:cNvSpPr>
          <p:nvPr/>
        </p:nvSpPr>
        <p:spPr>
          <a:xfrm>
            <a:off x="4205287" y="72024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251" name="Подзаголовок 2">
            <a:extLst>
              <a:ext uri="{FF2B5EF4-FFF2-40B4-BE49-F238E27FC236}">
                <a16:creationId xmlns:a16="http://schemas.microsoft.com/office/drawing/2014/main" id="{2ACC5069-EACC-EEA6-A221-5C22632B6116}"/>
              </a:ext>
            </a:extLst>
          </p:cNvPr>
          <p:cNvSpPr txBox="1">
            <a:spLocks/>
          </p:cNvSpPr>
          <p:nvPr/>
        </p:nvSpPr>
        <p:spPr>
          <a:xfrm>
            <a:off x="4405313" y="72024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252" name="Подзаголовок 2">
            <a:extLst>
              <a:ext uri="{FF2B5EF4-FFF2-40B4-BE49-F238E27FC236}">
                <a16:creationId xmlns:a16="http://schemas.microsoft.com/office/drawing/2014/main" id="{BC155FB8-FE87-715F-C5AE-DF571A59A60E}"/>
              </a:ext>
            </a:extLst>
          </p:cNvPr>
          <p:cNvSpPr txBox="1">
            <a:spLocks/>
          </p:cNvSpPr>
          <p:nvPr/>
        </p:nvSpPr>
        <p:spPr>
          <a:xfrm>
            <a:off x="4605339" y="72024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253" name="Подзаголовок 2">
            <a:extLst>
              <a:ext uri="{FF2B5EF4-FFF2-40B4-BE49-F238E27FC236}">
                <a16:creationId xmlns:a16="http://schemas.microsoft.com/office/drawing/2014/main" id="{DE6AF162-43FF-5235-F49C-1C68EBCA6A78}"/>
              </a:ext>
            </a:extLst>
          </p:cNvPr>
          <p:cNvSpPr txBox="1">
            <a:spLocks/>
          </p:cNvSpPr>
          <p:nvPr/>
        </p:nvSpPr>
        <p:spPr>
          <a:xfrm>
            <a:off x="4793462" y="72024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254" name="Подзаголовок 2">
            <a:extLst>
              <a:ext uri="{FF2B5EF4-FFF2-40B4-BE49-F238E27FC236}">
                <a16:creationId xmlns:a16="http://schemas.microsoft.com/office/drawing/2014/main" id="{6505F8CF-729C-2ED7-DBC8-6837F753FDC6}"/>
              </a:ext>
            </a:extLst>
          </p:cNvPr>
          <p:cNvSpPr txBox="1">
            <a:spLocks/>
          </p:cNvSpPr>
          <p:nvPr/>
        </p:nvSpPr>
        <p:spPr>
          <a:xfrm>
            <a:off x="5005392" y="72024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255" name="Подзаголовок 2">
            <a:extLst>
              <a:ext uri="{FF2B5EF4-FFF2-40B4-BE49-F238E27FC236}">
                <a16:creationId xmlns:a16="http://schemas.microsoft.com/office/drawing/2014/main" id="{38639AB8-4AC5-24FE-195B-EF4054F36CDF}"/>
              </a:ext>
            </a:extLst>
          </p:cNvPr>
          <p:cNvSpPr txBox="1">
            <a:spLocks/>
          </p:cNvSpPr>
          <p:nvPr/>
        </p:nvSpPr>
        <p:spPr>
          <a:xfrm>
            <a:off x="5205418" y="72024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256" name="Прямоугольник: скругленные углы 255">
            <a:extLst>
              <a:ext uri="{FF2B5EF4-FFF2-40B4-BE49-F238E27FC236}">
                <a16:creationId xmlns:a16="http://schemas.microsoft.com/office/drawing/2014/main" id="{478B2CCF-2124-5796-A47E-11A252BCBE31}"/>
              </a:ext>
            </a:extLst>
          </p:cNvPr>
          <p:cNvSpPr/>
          <p:nvPr/>
        </p:nvSpPr>
        <p:spPr>
          <a:xfrm>
            <a:off x="7889061" y="61348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257" name="Прямоугольник: скругленные углы 256">
            <a:extLst>
              <a:ext uri="{FF2B5EF4-FFF2-40B4-BE49-F238E27FC236}">
                <a16:creationId xmlns:a16="http://schemas.microsoft.com/office/drawing/2014/main" id="{A554EF2A-5553-8353-500C-41C25A6128DC}"/>
              </a:ext>
            </a:extLst>
          </p:cNvPr>
          <p:cNvSpPr/>
          <p:nvPr/>
        </p:nvSpPr>
        <p:spPr>
          <a:xfrm>
            <a:off x="438150" y="4191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8" name="Прямоугольник: скругленные углы 257">
            <a:extLst>
              <a:ext uri="{FF2B5EF4-FFF2-40B4-BE49-F238E27FC236}">
                <a16:creationId xmlns:a16="http://schemas.microsoft.com/office/drawing/2014/main" id="{BD16C70C-7D4E-45E9-18AC-E13F129ADDD9}"/>
              </a:ext>
            </a:extLst>
          </p:cNvPr>
          <p:cNvSpPr/>
          <p:nvPr/>
        </p:nvSpPr>
        <p:spPr>
          <a:xfrm>
            <a:off x="11420474" y="61348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59" name="Прямоугольник: скругленные углы 258">
            <a:hlinkClick r:id="rId4" action="ppaction://hlinksldjump"/>
            <a:extLst>
              <a:ext uri="{FF2B5EF4-FFF2-40B4-BE49-F238E27FC236}">
                <a16:creationId xmlns:a16="http://schemas.microsoft.com/office/drawing/2014/main" id="{53BD3AF5-5271-FDA0-8A2F-D592B6D70A49}"/>
              </a:ext>
            </a:extLst>
          </p:cNvPr>
          <p:cNvSpPr/>
          <p:nvPr/>
        </p:nvSpPr>
        <p:spPr>
          <a:xfrm>
            <a:off x="11420474" y="61348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60" name="Прямоугольник: скругленные углы 259">
            <a:extLst>
              <a:ext uri="{FF2B5EF4-FFF2-40B4-BE49-F238E27FC236}">
                <a16:creationId xmlns:a16="http://schemas.microsoft.com/office/drawing/2014/main" id="{95892140-6AA0-1BF8-323F-1A07334B8ACD}"/>
              </a:ext>
            </a:extLst>
          </p:cNvPr>
          <p:cNvSpPr/>
          <p:nvPr/>
        </p:nvSpPr>
        <p:spPr>
          <a:xfrm>
            <a:off x="2158004" y="4191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1" name="Прямоугольник 260">
            <a:extLst>
              <a:ext uri="{FF2B5EF4-FFF2-40B4-BE49-F238E27FC236}">
                <a16:creationId xmlns:a16="http://schemas.microsoft.com/office/drawing/2014/main" id="{CA6F07F1-3B06-D39F-41B7-D5766B5EE4CD}"/>
              </a:ext>
            </a:extLst>
          </p:cNvPr>
          <p:cNvSpPr/>
          <p:nvPr/>
        </p:nvSpPr>
        <p:spPr>
          <a:xfrm>
            <a:off x="2170517" y="16668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262" name="Прямоугольник: скругленные углы 261">
            <a:hlinkClick r:id="rId6" action="ppaction://hlinksldjump"/>
            <a:extLst>
              <a:ext uri="{FF2B5EF4-FFF2-40B4-BE49-F238E27FC236}">
                <a16:creationId xmlns:a16="http://schemas.microsoft.com/office/drawing/2014/main" id="{F74A1DB6-BEB4-DE38-1F40-F7BED71EEE17}"/>
              </a:ext>
            </a:extLst>
          </p:cNvPr>
          <p:cNvSpPr/>
          <p:nvPr/>
        </p:nvSpPr>
        <p:spPr>
          <a:xfrm>
            <a:off x="2158004" y="4191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3" name="Прямоугольник: скругленные углы 262">
            <a:extLst>
              <a:ext uri="{FF2B5EF4-FFF2-40B4-BE49-F238E27FC236}">
                <a16:creationId xmlns:a16="http://schemas.microsoft.com/office/drawing/2014/main" id="{AF99B9D9-43B1-6774-2CE1-A5E5055CEBAF}"/>
              </a:ext>
            </a:extLst>
          </p:cNvPr>
          <p:cNvSpPr/>
          <p:nvPr/>
        </p:nvSpPr>
        <p:spPr>
          <a:xfrm>
            <a:off x="9647917" y="72357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4" name="Прямоугольник: скругленные углы 263">
            <a:extLst>
              <a:ext uri="{FF2B5EF4-FFF2-40B4-BE49-F238E27FC236}">
                <a16:creationId xmlns:a16="http://schemas.microsoft.com/office/drawing/2014/main" id="{6849B96B-DA98-A8DC-55B3-91F2E62147A9}"/>
              </a:ext>
            </a:extLst>
          </p:cNvPr>
          <p:cNvSpPr/>
          <p:nvPr/>
        </p:nvSpPr>
        <p:spPr>
          <a:xfrm>
            <a:off x="9647917" y="61437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5" name="Прямоугольник: скругленные углы 264">
            <a:extLst>
              <a:ext uri="{FF2B5EF4-FFF2-40B4-BE49-F238E27FC236}">
                <a16:creationId xmlns:a16="http://schemas.microsoft.com/office/drawing/2014/main" id="{386C576F-24F1-5D7E-AE37-DB9D312990ED}"/>
              </a:ext>
            </a:extLst>
          </p:cNvPr>
          <p:cNvSpPr/>
          <p:nvPr/>
        </p:nvSpPr>
        <p:spPr>
          <a:xfrm>
            <a:off x="3913214" y="4191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6" name="Прямоугольник: скругленные углы 265">
            <a:extLst>
              <a:ext uri="{FF2B5EF4-FFF2-40B4-BE49-F238E27FC236}">
                <a16:creationId xmlns:a16="http://schemas.microsoft.com/office/drawing/2014/main" id="{702A3151-F08A-94B3-0771-8CE59C8638F0}"/>
              </a:ext>
            </a:extLst>
          </p:cNvPr>
          <p:cNvSpPr/>
          <p:nvPr/>
        </p:nvSpPr>
        <p:spPr>
          <a:xfrm>
            <a:off x="5663803" y="4191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7" name="Прямоугольник: скругленные углы 266">
            <a:hlinkClick r:id="rId10" action="ppaction://hlinksldjump"/>
            <a:extLst>
              <a:ext uri="{FF2B5EF4-FFF2-40B4-BE49-F238E27FC236}">
                <a16:creationId xmlns:a16="http://schemas.microsoft.com/office/drawing/2014/main" id="{1F92CC1A-3B2A-F5AC-849F-8754C5B0FA1B}"/>
              </a:ext>
            </a:extLst>
          </p:cNvPr>
          <p:cNvSpPr/>
          <p:nvPr/>
        </p:nvSpPr>
        <p:spPr>
          <a:xfrm>
            <a:off x="5665339" y="4191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8" name="Прямоугольник 267">
            <a:extLst>
              <a:ext uri="{FF2B5EF4-FFF2-40B4-BE49-F238E27FC236}">
                <a16:creationId xmlns:a16="http://schemas.microsoft.com/office/drawing/2014/main" id="{9A3B284B-FC54-3D09-96D0-613C208503F8}"/>
              </a:ext>
            </a:extLst>
          </p:cNvPr>
          <p:cNvSpPr/>
          <p:nvPr/>
        </p:nvSpPr>
        <p:spPr>
          <a:xfrm>
            <a:off x="5223857" y="16668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9" name="Прямоугольник: скругленные углы 268">
            <a:hlinkClick r:id="rId10" action="ppaction://hlinksldjump"/>
            <a:extLst>
              <a:ext uri="{FF2B5EF4-FFF2-40B4-BE49-F238E27FC236}">
                <a16:creationId xmlns:a16="http://schemas.microsoft.com/office/drawing/2014/main" id="{E99FD22A-D189-A6FD-F06F-538674AA5236}"/>
              </a:ext>
            </a:extLst>
          </p:cNvPr>
          <p:cNvSpPr/>
          <p:nvPr/>
        </p:nvSpPr>
        <p:spPr>
          <a:xfrm>
            <a:off x="9672689" y="70658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0" name="Прямоугольник 269">
            <a:extLst>
              <a:ext uri="{FF2B5EF4-FFF2-40B4-BE49-F238E27FC236}">
                <a16:creationId xmlns:a16="http://schemas.microsoft.com/office/drawing/2014/main" id="{B298EC76-57FC-06C4-851C-D3352F9A0BD6}"/>
              </a:ext>
            </a:extLst>
          </p:cNvPr>
          <p:cNvSpPr/>
          <p:nvPr/>
        </p:nvSpPr>
        <p:spPr>
          <a:xfrm>
            <a:off x="3855895" y="16668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1" name="Прямоугольник: скругленные углы 270">
            <a:hlinkClick r:id="rId10" action="ppaction://hlinksldjump"/>
            <a:extLst>
              <a:ext uri="{FF2B5EF4-FFF2-40B4-BE49-F238E27FC236}">
                <a16:creationId xmlns:a16="http://schemas.microsoft.com/office/drawing/2014/main" id="{3569603E-6CFD-1F8C-25A3-7BEA18B52783}"/>
              </a:ext>
            </a:extLst>
          </p:cNvPr>
          <p:cNvSpPr/>
          <p:nvPr/>
        </p:nvSpPr>
        <p:spPr>
          <a:xfrm>
            <a:off x="3908593" y="4191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2" name="Прямоугольник: скругленные углы 271">
            <a:extLst>
              <a:ext uri="{FF2B5EF4-FFF2-40B4-BE49-F238E27FC236}">
                <a16:creationId xmlns:a16="http://schemas.microsoft.com/office/drawing/2014/main" id="{C8168704-667D-7D29-B81D-20B747657F87}"/>
              </a:ext>
            </a:extLst>
          </p:cNvPr>
          <p:cNvSpPr/>
          <p:nvPr/>
        </p:nvSpPr>
        <p:spPr>
          <a:xfrm>
            <a:off x="1500066" y="13548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3" name="Прямоугольник: скругленные углы 272">
            <a:hlinkClick r:id="rId13" action="ppaction://hlinksldjump"/>
            <a:extLst>
              <a:ext uri="{FF2B5EF4-FFF2-40B4-BE49-F238E27FC236}">
                <a16:creationId xmlns:a16="http://schemas.microsoft.com/office/drawing/2014/main" id="{2199D49C-A10F-8CCA-9AC6-E7A16F58321B}"/>
              </a:ext>
            </a:extLst>
          </p:cNvPr>
          <p:cNvSpPr/>
          <p:nvPr/>
        </p:nvSpPr>
        <p:spPr>
          <a:xfrm>
            <a:off x="6112070" y="14746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74" name="Прямоугольник 273">
            <a:extLst>
              <a:ext uri="{FF2B5EF4-FFF2-40B4-BE49-F238E27FC236}">
                <a16:creationId xmlns:a16="http://schemas.microsoft.com/office/drawing/2014/main" id="{E98C4D69-944D-9448-BB23-D737C6A67571}"/>
              </a:ext>
            </a:extLst>
          </p:cNvPr>
          <p:cNvSpPr/>
          <p:nvPr/>
        </p:nvSpPr>
        <p:spPr>
          <a:xfrm>
            <a:off x="4816084" y="14746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275" name="Прямоугольник: скругленные углы 274">
            <a:extLst>
              <a:ext uri="{FF2B5EF4-FFF2-40B4-BE49-F238E27FC236}">
                <a16:creationId xmlns:a16="http://schemas.microsoft.com/office/drawing/2014/main" id="{A23A28B9-FD33-BCD6-30D8-35DF3657A755}"/>
              </a:ext>
            </a:extLst>
          </p:cNvPr>
          <p:cNvSpPr/>
          <p:nvPr/>
        </p:nvSpPr>
        <p:spPr>
          <a:xfrm>
            <a:off x="3381097" y="18549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276" name="Прямоугольник: скругленные углы 275">
            <a:extLst>
              <a:ext uri="{FF2B5EF4-FFF2-40B4-BE49-F238E27FC236}">
                <a16:creationId xmlns:a16="http://schemas.microsoft.com/office/drawing/2014/main" id="{B89C9435-D7A3-107A-8D6D-0A88E7E5C2C5}"/>
              </a:ext>
            </a:extLst>
          </p:cNvPr>
          <p:cNvSpPr/>
          <p:nvPr/>
        </p:nvSpPr>
        <p:spPr>
          <a:xfrm>
            <a:off x="2643779" y="18381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7" name="Прямоугольник: скругленные углы 276">
            <a:extLst>
              <a:ext uri="{FF2B5EF4-FFF2-40B4-BE49-F238E27FC236}">
                <a16:creationId xmlns:a16="http://schemas.microsoft.com/office/drawing/2014/main" id="{3E104008-2DFB-1091-1592-ABF87AC3CA69}"/>
              </a:ext>
            </a:extLst>
          </p:cNvPr>
          <p:cNvSpPr/>
          <p:nvPr/>
        </p:nvSpPr>
        <p:spPr>
          <a:xfrm>
            <a:off x="8096914" y="18381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8" name="Прямоугольник: скругленные углы 277">
            <a:extLst>
              <a:ext uri="{FF2B5EF4-FFF2-40B4-BE49-F238E27FC236}">
                <a16:creationId xmlns:a16="http://schemas.microsoft.com/office/drawing/2014/main" id="{9F562F48-4D64-364F-6985-8EE07E152754}"/>
              </a:ext>
            </a:extLst>
          </p:cNvPr>
          <p:cNvSpPr/>
          <p:nvPr/>
        </p:nvSpPr>
        <p:spPr>
          <a:xfrm>
            <a:off x="8096914" y="1836277"/>
            <a:ext cx="458556" cy="458556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9" name="Прямоугольник: скругленные углы 278">
            <a:extLst>
              <a:ext uri="{FF2B5EF4-FFF2-40B4-BE49-F238E27FC236}">
                <a16:creationId xmlns:a16="http://schemas.microsoft.com/office/drawing/2014/main" id="{A043A566-650F-030C-5255-8FDFCFC706F3}"/>
              </a:ext>
            </a:extLst>
          </p:cNvPr>
          <p:cNvSpPr/>
          <p:nvPr/>
        </p:nvSpPr>
        <p:spPr>
          <a:xfrm>
            <a:off x="1623869" y="18720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результат</a:t>
            </a:r>
          </a:p>
        </p:txBody>
      </p:sp>
      <p:sp>
        <p:nvSpPr>
          <p:cNvPr id="280" name="Прямоугольник: скругленные углы 279">
            <a:extLst>
              <a:ext uri="{FF2B5EF4-FFF2-40B4-BE49-F238E27FC236}">
                <a16:creationId xmlns:a16="http://schemas.microsoft.com/office/drawing/2014/main" id="{2D6667B9-E283-B3EC-91BB-2B8BE0A0DEDB}"/>
              </a:ext>
            </a:extLst>
          </p:cNvPr>
          <p:cNvSpPr/>
          <p:nvPr/>
        </p:nvSpPr>
        <p:spPr>
          <a:xfrm>
            <a:off x="1999252" y="50954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281" name="Прямоугольник: скругленные углы 280">
            <a:extLst>
              <a:ext uri="{FF2B5EF4-FFF2-40B4-BE49-F238E27FC236}">
                <a16:creationId xmlns:a16="http://schemas.microsoft.com/office/drawing/2014/main" id="{DD594305-F0DC-CDCF-8453-5440DA66E06D}"/>
              </a:ext>
            </a:extLst>
          </p:cNvPr>
          <p:cNvSpPr/>
          <p:nvPr/>
        </p:nvSpPr>
        <p:spPr>
          <a:xfrm>
            <a:off x="3247043" y="50954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282" name="Прямоугольник: скругленные углы 281">
            <a:extLst>
              <a:ext uri="{FF2B5EF4-FFF2-40B4-BE49-F238E27FC236}">
                <a16:creationId xmlns:a16="http://schemas.microsoft.com/office/drawing/2014/main" id="{8391D7DE-307D-A8D3-92F6-D8EE2A8A6445}"/>
              </a:ext>
            </a:extLst>
          </p:cNvPr>
          <p:cNvSpPr/>
          <p:nvPr/>
        </p:nvSpPr>
        <p:spPr>
          <a:xfrm>
            <a:off x="4494834" y="50954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283" name="Полилиния: фигура 282">
            <a:extLst>
              <a:ext uri="{FF2B5EF4-FFF2-40B4-BE49-F238E27FC236}">
                <a16:creationId xmlns:a16="http://schemas.microsoft.com/office/drawing/2014/main" id="{FFC956F3-3B37-2E17-6C29-76EAA36347AA}"/>
              </a:ext>
            </a:extLst>
          </p:cNvPr>
          <p:cNvSpPr/>
          <p:nvPr/>
        </p:nvSpPr>
        <p:spPr>
          <a:xfrm>
            <a:off x="4121695" y="23500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284" name="Прямоугольник 283">
            <a:extLst>
              <a:ext uri="{FF2B5EF4-FFF2-40B4-BE49-F238E27FC236}">
                <a16:creationId xmlns:a16="http://schemas.microsoft.com/office/drawing/2014/main" id="{E270A6B4-3B86-8109-3F64-02FBFDB30DEB}"/>
              </a:ext>
            </a:extLst>
          </p:cNvPr>
          <p:cNvSpPr/>
          <p:nvPr/>
        </p:nvSpPr>
        <p:spPr>
          <a:xfrm>
            <a:off x="10465308" y="419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5" name="Прямоугольник 284">
            <a:extLst>
              <a:ext uri="{FF2B5EF4-FFF2-40B4-BE49-F238E27FC236}">
                <a16:creationId xmlns:a16="http://schemas.microsoft.com/office/drawing/2014/main" id="{E702409D-F9F5-2B5F-1320-FF2F2BD33A7D}"/>
              </a:ext>
            </a:extLst>
          </p:cNvPr>
          <p:cNvSpPr/>
          <p:nvPr/>
        </p:nvSpPr>
        <p:spPr>
          <a:xfrm>
            <a:off x="10105510" y="2758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6" name="Прямоугольник 285">
            <a:extLst>
              <a:ext uri="{FF2B5EF4-FFF2-40B4-BE49-F238E27FC236}">
                <a16:creationId xmlns:a16="http://schemas.microsoft.com/office/drawing/2014/main" id="{284D95F8-6A13-6A5F-DC4F-B925A8982213}"/>
              </a:ext>
            </a:extLst>
          </p:cNvPr>
          <p:cNvSpPr/>
          <p:nvPr/>
        </p:nvSpPr>
        <p:spPr>
          <a:xfrm>
            <a:off x="3461273" y="421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7" name="Прямоугольник 286">
            <a:extLst>
              <a:ext uri="{FF2B5EF4-FFF2-40B4-BE49-F238E27FC236}">
                <a16:creationId xmlns:a16="http://schemas.microsoft.com/office/drawing/2014/main" id="{4AEEF5ED-25BB-6E03-7606-4487E8BE80DD}"/>
              </a:ext>
            </a:extLst>
          </p:cNvPr>
          <p:cNvSpPr/>
          <p:nvPr/>
        </p:nvSpPr>
        <p:spPr>
          <a:xfrm>
            <a:off x="404452" y="3501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8" name="Прямоугольник 287">
            <a:extLst>
              <a:ext uri="{FF2B5EF4-FFF2-40B4-BE49-F238E27FC236}">
                <a16:creationId xmlns:a16="http://schemas.microsoft.com/office/drawing/2014/main" id="{FE469FB1-B16B-FC01-B45D-8DC9D71461FD}"/>
              </a:ext>
            </a:extLst>
          </p:cNvPr>
          <p:cNvSpPr/>
          <p:nvPr/>
        </p:nvSpPr>
        <p:spPr>
          <a:xfrm>
            <a:off x="5849574" y="923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C60F2998-0A01-C4B0-DB6A-18658F772BCE}"/>
              </a:ext>
            </a:extLst>
          </p:cNvPr>
          <p:cNvSpPr/>
          <p:nvPr/>
        </p:nvSpPr>
        <p:spPr>
          <a:xfrm>
            <a:off x="7367589" y="3554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0" name="Прямоугольник 289">
            <a:extLst>
              <a:ext uri="{FF2B5EF4-FFF2-40B4-BE49-F238E27FC236}">
                <a16:creationId xmlns:a16="http://schemas.microsoft.com/office/drawing/2014/main" id="{1EF3D790-B7B5-712D-9A6D-5BC617F7CAE4}"/>
              </a:ext>
            </a:extLst>
          </p:cNvPr>
          <p:cNvSpPr/>
          <p:nvPr/>
        </p:nvSpPr>
        <p:spPr>
          <a:xfrm>
            <a:off x="4857631" y="5822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1" name="Прямоугольник 290">
            <a:extLst>
              <a:ext uri="{FF2B5EF4-FFF2-40B4-BE49-F238E27FC236}">
                <a16:creationId xmlns:a16="http://schemas.microsoft.com/office/drawing/2014/main" id="{D2E649F8-9DAA-0669-A3F8-0B3214392907}"/>
              </a:ext>
            </a:extLst>
          </p:cNvPr>
          <p:cNvSpPr/>
          <p:nvPr/>
        </p:nvSpPr>
        <p:spPr>
          <a:xfrm>
            <a:off x="1045694" y="6134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2" name="Прямоугольник 291">
            <a:extLst>
              <a:ext uri="{FF2B5EF4-FFF2-40B4-BE49-F238E27FC236}">
                <a16:creationId xmlns:a16="http://schemas.microsoft.com/office/drawing/2014/main" id="{3A3C5BB4-8FA6-6215-F70E-3BFE26D0D9E1}"/>
              </a:ext>
            </a:extLst>
          </p:cNvPr>
          <p:cNvSpPr/>
          <p:nvPr/>
        </p:nvSpPr>
        <p:spPr>
          <a:xfrm rot="799802">
            <a:off x="8870508" y="-506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3" name="Прямоугольник 292">
            <a:extLst>
              <a:ext uri="{FF2B5EF4-FFF2-40B4-BE49-F238E27FC236}">
                <a16:creationId xmlns:a16="http://schemas.microsoft.com/office/drawing/2014/main" id="{DBC75859-8DE4-8D99-A092-CC37E07FC8D0}"/>
              </a:ext>
            </a:extLst>
          </p:cNvPr>
          <p:cNvSpPr/>
          <p:nvPr/>
        </p:nvSpPr>
        <p:spPr>
          <a:xfrm rot="799802">
            <a:off x="8510710" y="183222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4" name="Прямоугольник 293">
            <a:extLst>
              <a:ext uri="{FF2B5EF4-FFF2-40B4-BE49-F238E27FC236}">
                <a16:creationId xmlns:a16="http://schemas.microsoft.com/office/drawing/2014/main" id="{69AF4CBF-9395-38D6-1F69-5B1CD07A2818}"/>
              </a:ext>
            </a:extLst>
          </p:cNvPr>
          <p:cNvSpPr/>
          <p:nvPr/>
        </p:nvSpPr>
        <p:spPr>
          <a:xfrm rot="799802">
            <a:off x="1866473" y="32886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4A98D98C-4068-2D6E-9D7D-696048236588}"/>
              </a:ext>
            </a:extLst>
          </p:cNvPr>
          <p:cNvSpPr/>
          <p:nvPr/>
        </p:nvSpPr>
        <p:spPr>
          <a:xfrm rot="799802">
            <a:off x="-1190348" y="2576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6" name="Прямоугольник 295">
            <a:extLst>
              <a:ext uri="{FF2B5EF4-FFF2-40B4-BE49-F238E27FC236}">
                <a16:creationId xmlns:a16="http://schemas.microsoft.com/office/drawing/2014/main" id="{660747C4-3E12-859F-CD87-B2FE84427760}"/>
              </a:ext>
            </a:extLst>
          </p:cNvPr>
          <p:cNvSpPr/>
          <p:nvPr/>
        </p:nvSpPr>
        <p:spPr>
          <a:xfrm rot="799802">
            <a:off x="4254774" y="-203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7" name="Прямоугольник 296">
            <a:extLst>
              <a:ext uri="{FF2B5EF4-FFF2-40B4-BE49-F238E27FC236}">
                <a16:creationId xmlns:a16="http://schemas.microsoft.com/office/drawing/2014/main" id="{D06839D2-38D4-5F80-5F8A-831E0966A1F0}"/>
              </a:ext>
            </a:extLst>
          </p:cNvPr>
          <p:cNvSpPr/>
          <p:nvPr/>
        </p:nvSpPr>
        <p:spPr>
          <a:xfrm rot="799802">
            <a:off x="5772789" y="262895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8" name="Прямоугольник 297">
            <a:extLst>
              <a:ext uri="{FF2B5EF4-FFF2-40B4-BE49-F238E27FC236}">
                <a16:creationId xmlns:a16="http://schemas.microsoft.com/office/drawing/2014/main" id="{3255A2A7-99D4-281D-A2AD-F29C58E5CCDD}"/>
              </a:ext>
            </a:extLst>
          </p:cNvPr>
          <p:cNvSpPr/>
          <p:nvPr/>
        </p:nvSpPr>
        <p:spPr>
          <a:xfrm rot="799802">
            <a:off x="3262831" y="48965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9" name="Прямоугольник 298">
            <a:extLst>
              <a:ext uri="{FF2B5EF4-FFF2-40B4-BE49-F238E27FC236}">
                <a16:creationId xmlns:a16="http://schemas.microsoft.com/office/drawing/2014/main" id="{BBDC4537-323F-5E8B-66F8-AB2D37EEE102}"/>
              </a:ext>
            </a:extLst>
          </p:cNvPr>
          <p:cNvSpPr/>
          <p:nvPr/>
        </p:nvSpPr>
        <p:spPr>
          <a:xfrm rot="799802">
            <a:off x="-549106" y="52090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0" name="Прямоугольник 299">
            <a:extLst>
              <a:ext uri="{FF2B5EF4-FFF2-40B4-BE49-F238E27FC236}">
                <a16:creationId xmlns:a16="http://schemas.microsoft.com/office/drawing/2014/main" id="{7FBD1A38-504F-FDE2-DE81-77B8FD1ADD87}"/>
              </a:ext>
            </a:extLst>
          </p:cNvPr>
          <p:cNvSpPr/>
          <p:nvPr/>
        </p:nvSpPr>
        <p:spPr>
          <a:xfrm rot="19032781">
            <a:off x="11571557" y="-51972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1" name="Прямоугольник 300">
            <a:extLst>
              <a:ext uri="{FF2B5EF4-FFF2-40B4-BE49-F238E27FC236}">
                <a16:creationId xmlns:a16="http://schemas.microsoft.com/office/drawing/2014/main" id="{CD5895CA-8264-1A51-E852-37EFD56C7BD7}"/>
              </a:ext>
            </a:extLst>
          </p:cNvPr>
          <p:cNvSpPr/>
          <p:nvPr/>
        </p:nvSpPr>
        <p:spPr>
          <a:xfrm rot="19032781">
            <a:off x="11211759" y="18192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2" name="Прямоугольник 301">
            <a:extLst>
              <a:ext uri="{FF2B5EF4-FFF2-40B4-BE49-F238E27FC236}">
                <a16:creationId xmlns:a16="http://schemas.microsoft.com/office/drawing/2014/main" id="{689E3CEB-AD5F-4C34-27E2-68D758B9CBB0}"/>
              </a:ext>
            </a:extLst>
          </p:cNvPr>
          <p:cNvSpPr/>
          <p:nvPr/>
        </p:nvSpPr>
        <p:spPr>
          <a:xfrm rot="19032781">
            <a:off x="4567522" y="32756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3" name="Прямоугольник 302">
            <a:extLst>
              <a:ext uri="{FF2B5EF4-FFF2-40B4-BE49-F238E27FC236}">
                <a16:creationId xmlns:a16="http://schemas.microsoft.com/office/drawing/2014/main" id="{6E13B3F5-C0EE-0E41-7616-134826E65C80}"/>
              </a:ext>
            </a:extLst>
          </p:cNvPr>
          <p:cNvSpPr/>
          <p:nvPr/>
        </p:nvSpPr>
        <p:spPr>
          <a:xfrm rot="19032781">
            <a:off x="1510701" y="25631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4" name="Прямоугольник 303">
            <a:extLst>
              <a:ext uri="{FF2B5EF4-FFF2-40B4-BE49-F238E27FC236}">
                <a16:creationId xmlns:a16="http://schemas.microsoft.com/office/drawing/2014/main" id="{C81F0807-D2D0-37F8-3EA4-CB0F4B5164C7}"/>
              </a:ext>
            </a:extLst>
          </p:cNvPr>
          <p:cNvSpPr/>
          <p:nvPr/>
        </p:nvSpPr>
        <p:spPr>
          <a:xfrm rot="19032781">
            <a:off x="6955823" y="-149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5" name="Прямоугольник 304">
            <a:extLst>
              <a:ext uri="{FF2B5EF4-FFF2-40B4-BE49-F238E27FC236}">
                <a16:creationId xmlns:a16="http://schemas.microsoft.com/office/drawing/2014/main" id="{B9C0B56F-4918-D341-E1B3-9A7207D5E7CF}"/>
              </a:ext>
            </a:extLst>
          </p:cNvPr>
          <p:cNvSpPr/>
          <p:nvPr/>
        </p:nvSpPr>
        <p:spPr>
          <a:xfrm rot="19032781">
            <a:off x="8473838" y="261599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6" name="Прямоугольник 305">
            <a:extLst>
              <a:ext uri="{FF2B5EF4-FFF2-40B4-BE49-F238E27FC236}">
                <a16:creationId xmlns:a16="http://schemas.microsoft.com/office/drawing/2014/main" id="{23C05634-F33C-FA1E-B1C9-60A2646C2FE8}"/>
              </a:ext>
            </a:extLst>
          </p:cNvPr>
          <p:cNvSpPr/>
          <p:nvPr/>
        </p:nvSpPr>
        <p:spPr>
          <a:xfrm rot="19032781">
            <a:off x="5963880" y="488356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7" name="Прямоугольник 306">
            <a:extLst>
              <a:ext uri="{FF2B5EF4-FFF2-40B4-BE49-F238E27FC236}">
                <a16:creationId xmlns:a16="http://schemas.microsoft.com/office/drawing/2014/main" id="{76AD49DE-394E-7FE9-FC7C-B3D75994429B}"/>
              </a:ext>
            </a:extLst>
          </p:cNvPr>
          <p:cNvSpPr/>
          <p:nvPr/>
        </p:nvSpPr>
        <p:spPr>
          <a:xfrm rot="19032781">
            <a:off x="2151943" y="51960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8" name="Прямоугольник 307">
            <a:extLst>
              <a:ext uri="{FF2B5EF4-FFF2-40B4-BE49-F238E27FC236}">
                <a16:creationId xmlns:a16="http://schemas.microsoft.com/office/drawing/2014/main" id="{D88AE2D4-EBA9-29D1-1548-023F441C721C}"/>
              </a:ext>
            </a:extLst>
          </p:cNvPr>
          <p:cNvSpPr/>
          <p:nvPr/>
        </p:nvSpPr>
        <p:spPr>
          <a:xfrm rot="395788">
            <a:off x="9904069" y="-17621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9" name="Прямоугольник 308">
            <a:extLst>
              <a:ext uri="{FF2B5EF4-FFF2-40B4-BE49-F238E27FC236}">
                <a16:creationId xmlns:a16="http://schemas.microsoft.com/office/drawing/2014/main" id="{1D828A55-AF17-A741-C72B-1F5CDC646EDE}"/>
              </a:ext>
            </a:extLst>
          </p:cNvPr>
          <p:cNvSpPr/>
          <p:nvPr/>
        </p:nvSpPr>
        <p:spPr>
          <a:xfrm rot="395788">
            <a:off x="9544271" y="5768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0" name="Прямоугольник 309">
            <a:extLst>
              <a:ext uri="{FF2B5EF4-FFF2-40B4-BE49-F238E27FC236}">
                <a16:creationId xmlns:a16="http://schemas.microsoft.com/office/drawing/2014/main" id="{E7C92771-B857-B0D8-A96E-069E3DF8BFC7}"/>
              </a:ext>
            </a:extLst>
          </p:cNvPr>
          <p:cNvSpPr/>
          <p:nvPr/>
        </p:nvSpPr>
        <p:spPr>
          <a:xfrm rot="395788">
            <a:off x="2900034" y="2033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1" name="Прямоугольник 310">
            <a:extLst>
              <a:ext uri="{FF2B5EF4-FFF2-40B4-BE49-F238E27FC236}">
                <a16:creationId xmlns:a16="http://schemas.microsoft.com/office/drawing/2014/main" id="{0E12719A-3DD0-058F-5D36-F86F12E0EED9}"/>
              </a:ext>
            </a:extLst>
          </p:cNvPr>
          <p:cNvSpPr/>
          <p:nvPr/>
        </p:nvSpPr>
        <p:spPr>
          <a:xfrm rot="395788">
            <a:off x="-156787" y="13206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2" name="Прямоугольник 311">
            <a:extLst>
              <a:ext uri="{FF2B5EF4-FFF2-40B4-BE49-F238E27FC236}">
                <a16:creationId xmlns:a16="http://schemas.microsoft.com/office/drawing/2014/main" id="{873F8353-9B70-2579-F459-CEC26E6B43F7}"/>
              </a:ext>
            </a:extLst>
          </p:cNvPr>
          <p:cNvSpPr/>
          <p:nvPr/>
        </p:nvSpPr>
        <p:spPr>
          <a:xfrm rot="395788">
            <a:off x="5288335" y="-12574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3" name="Прямоугольник 312">
            <a:extLst>
              <a:ext uri="{FF2B5EF4-FFF2-40B4-BE49-F238E27FC236}">
                <a16:creationId xmlns:a16="http://schemas.microsoft.com/office/drawing/2014/main" id="{570C5EC4-5E13-7E2A-6089-67F784CD62A6}"/>
              </a:ext>
            </a:extLst>
          </p:cNvPr>
          <p:cNvSpPr/>
          <p:nvPr/>
        </p:nvSpPr>
        <p:spPr>
          <a:xfrm rot="395788">
            <a:off x="6806350" y="13735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4" name="Прямоугольник 313">
            <a:extLst>
              <a:ext uri="{FF2B5EF4-FFF2-40B4-BE49-F238E27FC236}">
                <a16:creationId xmlns:a16="http://schemas.microsoft.com/office/drawing/2014/main" id="{E7FCE00D-2E02-50F6-AF2B-AAB7AE3A556A}"/>
              </a:ext>
            </a:extLst>
          </p:cNvPr>
          <p:cNvSpPr/>
          <p:nvPr/>
        </p:nvSpPr>
        <p:spPr>
          <a:xfrm rot="395788">
            <a:off x="4296392" y="364111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5" name="Прямоугольник 314">
            <a:extLst>
              <a:ext uri="{FF2B5EF4-FFF2-40B4-BE49-F238E27FC236}">
                <a16:creationId xmlns:a16="http://schemas.microsoft.com/office/drawing/2014/main" id="{422519D0-7211-B32A-B35C-075B7836DE71}"/>
              </a:ext>
            </a:extLst>
          </p:cNvPr>
          <p:cNvSpPr/>
          <p:nvPr/>
        </p:nvSpPr>
        <p:spPr>
          <a:xfrm rot="395788">
            <a:off x="484455" y="3953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6" name="Прямоугольник 315">
            <a:extLst>
              <a:ext uri="{FF2B5EF4-FFF2-40B4-BE49-F238E27FC236}">
                <a16:creationId xmlns:a16="http://schemas.microsoft.com/office/drawing/2014/main" id="{9BB91F8B-8690-360D-472A-E58163D60051}"/>
              </a:ext>
            </a:extLst>
          </p:cNvPr>
          <p:cNvSpPr/>
          <p:nvPr/>
        </p:nvSpPr>
        <p:spPr>
          <a:xfrm rot="18626361">
            <a:off x="10447287" y="-24388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7" name="Прямоугольник 316">
            <a:extLst>
              <a:ext uri="{FF2B5EF4-FFF2-40B4-BE49-F238E27FC236}">
                <a16:creationId xmlns:a16="http://schemas.microsoft.com/office/drawing/2014/main" id="{4E49F796-A1C6-E4F8-4813-D6DEEE0C94DD}"/>
              </a:ext>
            </a:extLst>
          </p:cNvPr>
          <p:cNvSpPr/>
          <p:nvPr/>
        </p:nvSpPr>
        <p:spPr>
          <a:xfrm rot="18626361">
            <a:off x="10087489" y="-9981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8" name="Прямоугольник 317">
            <a:extLst>
              <a:ext uri="{FF2B5EF4-FFF2-40B4-BE49-F238E27FC236}">
                <a16:creationId xmlns:a16="http://schemas.microsoft.com/office/drawing/2014/main" id="{FCF53FAC-7CF3-8D47-D5A7-A650D3ADE263}"/>
              </a:ext>
            </a:extLst>
          </p:cNvPr>
          <p:cNvSpPr/>
          <p:nvPr/>
        </p:nvSpPr>
        <p:spPr>
          <a:xfrm rot="18626361">
            <a:off x="3443252" y="13565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9" name="Прямоугольник 318">
            <a:extLst>
              <a:ext uri="{FF2B5EF4-FFF2-40B4-BE49-F238E27FC236}">
                <a16:creationId xmlns:a16="http://schemas.microsoft.com/office/drawing/2014/main" id="{B2A35CD3-D8A3-44D5-E79B-64957EAD7FD9}"/>
              </a:ext>
            </a:extLst>
          </p:cNvPr>
          <p:cNvSpPr/>
          <p:nvPr/>
        </p:nvSpPr>
        <p:spPr>
          <a:xfrm rot="18626361">
            <a:off x="386431" y="6440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0" name="Прямоугольник 319">
            <a:extLst>
              <a:ext uri="{FF2B5EF4-FFF2-40B4-BE49-F238E27FC236}">
                <a16:creationId xmlns:a16="http://schemas.microsoft.com/office/drawing/2014/main" id="{BD26FE78-A338-C438-4A0D-10B2ABEB26DC}"/>
              </a:ext>
            </a:extLst>
          </p:cNvPr>
          <p:cNvSpPr/>
          <p:nvPr/>
        </p:nvSpPr>
        <p:spPr>
          <a:xfrm rot="18626361">
            <a:off x="5831553" y="-19340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1" name="Прямоугольник 320">
            <a:extLst>
              <a:ext uri="{FF2B5EF4-FFF2-40B4-BE49-F238E27FC236}">
                <a16:creationId xmlns:a16="http://schemas.microsoft.com/office/drawing/2014/main" id="{8F1F0C01-6B64-8706-93FD-F8472F566FD9}"/>
              </a:ext>
            </a:extLst>
          </p:cNvPr>
          <p:cNvSpPr/>
          <p:nvPr/>
        </p:nvSpPr>
        <p:spPr>
          <a:xfrm rot="18626361">
            <a:off x="7349568" y="6969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2" name="Прямоугольник 321">
            <a:extLst>
              <a:ext uri="{FF2B5EF4-FFF2-40B4-BE49-F238E27FC236}">
                <a16:creationId xmlns:a16="http://schemas.microsoft.com/office/drawing/2014/main" id="{6D62683A-BAAF-7F45-4B47-2BD3F60BD955}"/>
              </a:ext>
            </a:extLst>
          </p:cNvPr>
          <p:cNvSpPr/>
          <p:nvPr/>
        </p:nvSpPr>
        <p:spPr>
          <a:xfrm rot="18626361">
            <a:off x="4839610" y="29644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3" name="Прямоугольник 322">
            <a:extLst>
              <a:ext uri="{FF2B5EF4-FFF2-40B4-BE49-F238E27FC236}">
                <a16:creationId xmlns:a16="http://schemas.microsoft.com/office/drawing/2014/main" id="{ECF6E44E-B760-B3B3-FD01-9E083422305B}"/>
              </a:ext>
            </a:extLst>
          </p:cNvPr>
          <p:cNvSpPr/>
          <p:nvPr/>
        </p:nvSpPr>
        <p:spPr>
          <a:xfrm rot="18626361">
            <a:off x="1027673" y="32769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4" name="Прямоугольник 323">
            <a:extLst>
              <a:ext uri="{FF2B5EF4-FFF2-40B4-BE49-F238E27FC236}">
                <a16:creationId xmlns:a16="http://schemas.microsoft.com/office/drawing/2014/main" id="{D68E8A6D-2FD6-75F6-69F9-98D5174D43AE}"/>
              </a:ext>
            </a:extLst>
          </p:cNvPr>
          <p:cNvSpPr/>
          <p:nvPr/>
        </p:nvSpPr>
        <p:spPr>
          <a:xfrm rot="18626361">
            <a:off x="10990505" y="-31154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5" name="Прямоугольник 324">
            <a:extLst>
              <a:ext uri="{FF2B5EF4-FFF2-40B4-BE49-F238E27FC236}">
                <a16:creationId xmlns:a16="http://schemas.microsoft.com/office/drawing/2014/main" id="{4AE452FC-7357-AF74-72B6-FB0782095BCA}"/>
              </a:ext>
            </a:extLst>
          </p:cNvPr>
          <p:cNvSpPr/>
          <p:nvPr/>
        </p:nvSpPr>
        <p:spPr>
          <a:xfrm rot="18626361">
            <a:off x="10630707" y="-7764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6" name="Прямоугольник 325">
            <a:extLst>
              <a:ext uri="{FF2B5EF4-FFF2-40B4-BE49-F238E27FC236}">
                <a16:creationId xmlns:a16="http://schemas.microsoft.com/office/drawing/2014/main" id="{342D0C0C-9278-F8EF-AE8C-34A5F118EC77}"/>
              </a:ext>
            </a:extLst>
          </p:cNvPr>
          <p:cNvSpPr/>
          <p:nvPr/>
        </p:nvSpPr>
        <p:spPr>
          <a:xfrm rot="18626361">
            <a:off x="3986470" y="6799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7" name="Прямоугольник 326">
            <a:extLst>
              <a:ext uri="{FF2B5EF4-FFF2-40B4-BE49-F238E27FC236}">
                <a16:creationId xmlns:a16="http://schemas.microsoft.com/office/drawing/2014/main" id="{AC7F2F35-BA39-D5BE-2820-EF2284E4F640}"/>
              </a:ext>
            </a:extLst>
          </p:cNvPr>
          <p:cNvSpPr/>
          <p:nvPr/>
        </p:nvSpPr>
        <p:spPr>
          <a:xfrm rot="18626361">
            <a:off x="929649" y="-325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8" name="Прямоугольник 327">
            <a:extLst>
              <a:ext uri="{FF2B5EF4-FFF2-40B4-BE49-F238E27FC236}">
                <a16:creationId xmlns:a16="http://schemas.microsoft.com/office/drawing/2014/main" id="{E7CDA4E6-EA1D-7182-5157-76789E31B322}"/>
              </a:ext>
            </a:extLst>
          </p:cNvPr>
          <p:cNvSpPr/>
          <p:nvPr/>
        </p:nvSpPr>
        <p:spPr>
          <a:xfrm rot="18626361">
            <a:off x="6374771" y="-26107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9" name="Прямоугольник 328">
            <a:extLst>
              <a:ext uri="{FF2B5EF4-FFF2-40B4-BE49-F238E27FC236}">
                <a16:creationId xmlns:a16="http://schemas.microsoft.com/office/drawing/2014/main" id="{5DEF0675-04FB-AB7C-E494-92FB56DA1D4C}"/>
              </a:ext>
            </a:extLst>
          </p:cNvPr>
          <p:cNvSpPr/>
          <p:nvPr/>
        </p:nvSpPr>
        <p:spPr>
          <a:xfrm rot="18626361">
            <a:off x="7892786" y="202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0" name="Прямоугольник 329">
            <a:extLst>
              <a:ext uri="{FF2B5EF4-FFF2-40B4-BE49-F238E27FC236}">
                <a16:creationId xmlns:a16="http://schemas.microsoft.com/office/drawing/2014/main" id="{1650992F-A96E-86B3-72F1-675ED7DFD104}"/>
              </a:ext>
            </a:extLst>
          </p:cNvPr>
          <p:cNvSpPr/>
          <p:nvPr/>
        </p:nvSpPr>
        <p:spPr>
          <a:xfrm rot="18626361">
            <a:off x="5382828" y="22878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1" name="Прямоугольник 330">
            <a:extLst>
              <a:ext uri="{FF2B5EF4-FFF2-40B4-BE49-F238E27FC236}">
                <a16:creationId xmlns:a16="http://schemas.microsoft.com/office/drawing/2014/main" id="{318E8F4B-FC67-479D-0C08-0A16FF2CD3A3}"/>
              </a:ext>
            </a:extLst>
          </p:cNvPr>
          <p:cNvSpPr/>
          <p:nvPr/>
        </p:nvSpPr>
        <p:spPr>
          <a:xfrm rot="18626361">
            <a:off x="1570891" y="26003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2" name="Прямоугольник 331">
            <a:extLst>
              <a:ext uri="{FF2B5EF4-FFF2-40B4-BE49-F238E27FC236}">
                <a16:creationId xmlns:a16="http://schemas.microsoft.com/office/drawing/2014/main" id="{44609A72-6154-A775-0FBD-AC5552AE06B7}"/>
              </a:ext>
            </a:extLst>
          </p:cNvPr>
          <p:cNvSpPr/>
          <p:nvPr/>
        </p:nvSpPr>
        <p:spPr>
          <a:xfrm>
            <a:off x="10617708" y="571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D292E79A-575E-D747-A88B-1A713F468916}"/>
              </a:ext>
            </a:extLst>
          </p:cNvPr>
          <p:cNvSpPr/>
          <p:nvPr/>
        </p:nvSpPr>
        <p:spPr>
          <a:xfrm>
            <a:off x="10257910" y="2910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4" name="Прямоугольник 333">
            <a:extLst>
              <a:ext uri="{FF2B5EF4-FFF2-40B4-BE49-F238E27FC236}">
                <a16:creationId xmlns:a16="http://schemas.microsoft.com/office/drawing/2014/main" id="{838B48B6-CCF7-7041-4661-6AAD1CC7344F}"/>
              </a:ext>
            </a:extLst>
          </p:cNvPr>
          <p:cNvSpPr/>
          <p:nvPr/>
        </p:nvSpPr>
        <p:spPr>
          <a:xfrm>
            <a:off x="3613673" y="436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5" name="Прямоугольник 334">
            <a:extLst>
              <a:ext uri="{FF2B5EF4-FFF2-40B4-BE49-F238E27FC236}">
                <a16:creationId xmlns:a16="http://schemas.microsoft.com/office/drawing/2014/main" id="{6E2FFE3E-9F1C-AFD8-91BA-312D20546C03}"/>
              </a:ext>
            </a:extLst>
          </p:cNvPr>
          <p:cNvSpPr/>
          <p:nvPr/>
        </p:nvSpPr>
        <p:spPr>
          <a:xfrm>
            <a:off x="556852" y="3654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6" name="Прямоугольник 335">
            <a:extLst>
              <a:ext uri="{FF2B5EF4-FFF2-40B4-BE49-F238E27FC236}">
                <a16:creationId xmlns:a16="http://schemas.microsoft.com/office/drawing/2014/main" id="{1E26585C-767B-FDC1-BC0C-A33E7502EE09}"/>
              </a:ext>
            </a:extLst>
          </p:cNvPr>
          <p:cNvSpPr/>
          <p:nvPr/>
        </p:nvSpPr>
        <p:spPr>
          <a:xfrm>
            <a:off x="6001974" y="1076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7" name="Прямоугольник 336">
            <a:extLst>
              <a:ext uri="{FF2B5EF4-FFF2-40B4-BE49-F238E27FC236}">
                <a16:creationId xmlns:a16="http://schemas.microsoft.com/office/drawing/2014/main" id="{11685A68-F4CD-BC22-7056-A133D92B98AE}"/>
              </a:ext>
            </a:extLst>
          </p:cNvPr>
          <p:cNvSpPr/>
          <p:nvPr/>
        </p:nvSpPr>
        <p:spPr>
          <a:xfrm>
            <a:off x="7519989" y="3707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8" name="Прямоугольник 337">
            <a:extLst>
              <a:ext uri="{FF2B5EF4-FFF2-40B4-BE49-F238E27FC236}">
                <a16:creationId xmlns:a16="http://schemas.microsoft.com/office/drawing/2014/main" id="{43424BC8-5979-7E70-F7F2-4982CE92913D}"/>
              </a:ext>
            </a:extLst>
          </p:cNvPr>
          <p:cNvSpPr/>
          <p:nvPr/>
        </p:nvSpPr>
        <p:spPr>
          <a:xfrm>
            <a:off x="5010031" y="5974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9" name="Прямоугольник 338">
            <a:extLst>
              <a:ext uri="{FF2B5EF4-FFF2-40B4-BE49-F238E27FC236}">
                <a16:creationId xmlns:a16="http://schemas.microsoft.com/office/drawing/2014/main" id="{86E8EFD1-9F4A-2F88-2824-1B5E5F586564}"/>
              </a:ext>
            </a:extLst>
          </p:cNvPr>
          <p:cNvSpPr/>
          <p:nvPr/>
        </p:nvSpPr>
        <p:spPr>
          <a:xfrm>
            <a:off x="1198094" y="6287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0" name="Прямоугольник 339">
            <a:extLst>
              <a:ext uri="{FF2B5EF4-FFF2-40B4-BE49-F238E27FC236}">
                <a16:creationId xmlns:a16="http://schemas.microsoft.com/office/drawing/2014/main" id="{CAE11E99-F467-09F5-DF77-321C2C3BAF4D}"/>
              </a:ext>
            </a:extLst>
          </p:cNvPr>
          <p:cNvSpPr/>
          <p:nvPr/>
        </p:nvSpPr>
        <p:spPr>
          <a:xfrm>
            <a:off x="10770108" y="723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1" name="Прямоугольник 340">
            <a:extLst>
              <a:ext uri="{FF2B5EF4-FFF2-40B4-BE49-F238E27FC236}">
                <a16:creationId xmlns:a16="http://schemas.microsoft.com/office/drawing/2014/main" id="{052D0228-1634-FEA4-045C-0789DF789BD8}"/>
              </a:ext>
            </a:extLst>
          </p:cNvPr>
          <p:cNvSpPr/>
          <p:nvPr/>
        </p:nvSpPr>
        <p:spPr>
          <a:xfrm>
            <a:off x="10410310" y="3062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2" name="Прямоугольник 341">
            <a:extLst>
              <a:ext uri="{FF2B5EF4-FFF2-40B4-BE49-F238E27FC236}">
                <a16:creationId xmlns:a16="http://schemas.microsoft.com/office/drawing/2014/main" id="{C56EBA66-8EF2-940B-4E6E-91FD7FE90B33}"/>
              </a:ext>
            </a:extLst>
          </p:cNvPr>
          <p:cNvSpPr/>
          <p:nvPr/>
        </p:nvSpPr>
        <p:spPr>
          <a:xfrm>
            <a:off x="3766073" y="451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3" name="Прямоугольник 342">
            <a:extLst>
              <a:ext uri="{FF2B5EF4-FFF2-40B4-BE49-F238E27FC236}">
                <a16:creationId xmlns:a16="http://schemas.microsoft.com/office/drawing/2014/main" id="{3EF0416C-C0F0-EBCD-F716-A1B109AB7AC1}"/>
              </a:ext>
            </a:extLst>
          </p:cNvPr>
          <p:cNvSpPr/>
          <p:nvPr/>
        </p:nvSpPr>
        <p:spPr>
          <a:xfrm>
            <a:off x="709252" y="3806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4" name="Прямоугольник 343">
            <a:extLst>
              <a:ext uri="{FF2B5EF4-FFF2-40B4-BE49-F238E27FC236}">
                <a16:creationId xmlns:a16="http://schemas.microsoft.com/office/drawing/2014/main" id="{5EF7B0B9-58EA-7963-71E5-935B5121D7A3}"/>
              </a:ext>
            </a:extLst>
          </p:cNvPr>
          <p:cNvSpPr/>
          <p:nvPr/>
        </p:nvSpPr>
        <p:spPr>
          <a:xfrm>
            <a:off x="6154374" y="1228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5" name="Прямоугольник 344">
            <a:extLst>
              <a:ext uri="{FF2B5EF4-FFF2-40B4-BE49-F238E27FC236}">
                <a16:creationId xmlns:a16="http://schemas.microsoft.com/office/drawing/2014/main" id="{A92EA55B-222B-6D2C-7BFB-8A788A41FF8D}"/>
              </a:ext>
            </a:extLst>
          </p:cNvPr>
          <p:cNvSpPr/>
          <p:nvPr/>
        </p:nvSpPr>
        <p:spPr>
          <a:xfrm>
            <a:off x="7672389" y="3859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6" name="Прямоугольник 345">
            <a:extLst>
              <a:ext uri="{FF2B5EF4-FFF2-40B4-BE49-F238E27FC236}">
                <a16:creationId xmlns:a16="http://schemas.microsoft.com/office/drawing/2014/main" id="{2AC82216-766A-26CE-B5FB-5E8A20D2C20C}"/>
              </a:ext>
            </a:extLst>
          </p:cNvPr>
          <p:cNvSpPr/>
          <p:nvPr/>
        </p:nvSpPr>
        <p:spPr>
          <a:xfrm>
            <a:off x="5162431" y="6127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7" name="Прямоугольник 346">
            <a:extLst>
              <a:ext uri="{FF2B5EF4-FFF2-40B4-BE49-F238E27FC236}">
                <a16:creationId xmlns:a16="http://schemas.microsoft.com/office/drawing/2014/main" id="{0178533D-0212-C3A2-1C04-6EF8882F1DC9}"/>
              </a:ext>
            </a:extLst>
          </p:cNvPr>
          <p:cNvSpPr/>
          <p:nvPr/>
        </p:nvSpPr>
        <p:spPr>
          <a:xfrm>
            <a:off x="1350494" y="6439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8" name="Прямоугольник 347">
            <a:extLst>
              <a:ext uri="{FF2B5EF4-FFF2-40B4-BE49-F238E27FC236}">
                <a16:creationId xmlns:a16="http://schemas.microsoft.com/office/drawing/2014/main" id="{1629CA01-084E-AF2C-6544-3DD406F50885}"/>
              </a:ext>
            </a:extLst>
          </p:cNvPr>
          <p:cNvSpPr/>
          <p:nvPr/>
        </p:nvSpPr>
        <p:spPr>
          <a:xfrm>
            <a:off x="10922508" y="876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9" name="Прямоугольник 348">
            <a:extLst>
              <a:ext uri="{FF2B5EF4-FFF2-40B4-BE49-F238E27FC236}">
                <a16:creationId xmlns:a16="http://schemas.microsoft.com/office/drawing/2014/main" id="{858103AC-1994-2EA1-4DE3-D6FCFC9BEDD9}"/>
              </a:ext>
            </a:extLst>
          </p:cNvPr>
          <p:cNvSpPr/>
          <p:nvPr/>
        </p:nvSpPr>
        <p:spPr>
          <a:xfrm>
            <a:off x="10562710" y="3215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0" name="Прямоугольник 349">
            <a:extLst>
              <a:ext uri="{FF2B5EF4-FFF2-40B4-BE49-F238E27FC236}">
                <a16:creationId xmlns:a16="http://schemas.microsoft.com/office/drawing/2014/main" id="{EE8EBA83-A360-E2F8-44BC-1958315275CF}"/>
              </a:ext>
            </a:extLst>
          </p:cNvPr>
          <p:cNvSpPr/>
          <p:nvPr/>
        </p:nvSpPr>
        <p:spPr>
          <a:xfrm>
            <a:off x="3918473" y="467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1" name="Прямоугольник 350">
            <a:extLst>
              <a:ext uri="{FF2B5EF4-FFF2-40B4-BE49-F238E27FC236}">
                <a16:creationId xmlns:a16="http://schemas.microsoft.com/office/drawing/2014/main" id="{29D64A57-5D25-6439-79BE-C2BE677A0495}"/>
              </a:ext>
            </a:extLst>
          </p:cNvPr>
          <p:cNvSpPr/>
          <p:nvPr/>
        </p:nvSpPr>
        <p:spPr>
          <a:xfrm>
            <a:off x="861652" y="39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2" name="Прямоугольник 351">
            <a:extLst>
              <a:ext uri="{FF2B5EF4-FFF2-40B4-BE49-F238E27FC236}">
                <a16:creationId xmlns:a16="http://schemas.microsoft.com/office/drawing/2014/main" id="{8622E475-6EE2-F9F6-EAA7-F6E48BF62A4E}"/>
              </a:ext>
            </a:extLst>
          </p:cNvPr>
          <p:cNvSpPr/>
          <p:nvPr/>
        </p:nvSpPr>
        <p:spPr>
          <a:xfrm>
            <a:off x="6306774" y="1381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3" name="Прямоугольник 352">
            <a:extLst>
              <a:ext uri="{FF2B5EF4-FFF2-40B4-BE49-F238E27FC236}">
                <a16:creationId xmlns:a16="http://schemas.microsoft.com/office/drawing/2014/main" id="{DE657AF1-B115-7DDB-16BC-3106D8CEA645}"/>
              </a:ext>
            </a:extLst>
          </p:cNvPr>
          <p:cNvSpPr/>
          <p:nvPr/>
        </p:nvSpPr>
        <p:spPr>
          <a:xfrm>
            <a:off x="7824789" y="4012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4" name="Прямоугольник 353">
            <a:extLst>
              <a:ext uri="{FF2B5EF4-FFF2-40B4-BE49-F238E27FC236}">
                <a16:creationId xmlns:a16="http://schemas.microsoft.com/office/drawing/2014/main" id="{A590836A-4D4B-1A17-0AA5-BFCC871C855F}"/>
              </a:ext>
            </a:extLst>
          </p:cNvPr>
          <p:cNvSpPr/>
          <p:nvPr/>
        </p:nvSpPr>
        <p:spPr>
          <a:xfrm>
            <a:off x="5314831" y="6279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5" name="Прямоугольник 354">
            <a:extLst>
              <a:ext uri="{FF2B5EF4-FFF2-40B4-BE49-F238E27FC236}">
                <a16:creationId xmlns:a16="http://schemas.microsoft.com/office/drawing/2014/main" id="{9E54CB00-0EB5-D6B4-E29C-E71FAC52846F}"/>
              </a:ext>
            </a:extLst>
          </p:cNvPr>
          <p:cNvSpPr/>
          <p:nvPr/>
        </p:nvSpPr>
        <p:spPr>
          <a:xfrm>
            <a:off x="1502894" y="659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6" name="Прямоугольник 355">
            <a:extLst>
              <a:ext uri="{FF2B5EF4-FFF2-40B4-BE49-F238E27FC236}">
                <a16:creationId xmlns:a16="http://schemas.microsoft.com/office/drawing/2014/main" id="{3B0DF547-51D6-E9C1-0873-51B666399A8D}"/>
              </a:ext>
            </a:extLst>
          </p:cNvPr>
          <p:cNvSpPr/>
          <p:nvPr/>
        </p:nvSpPr>
        <p:spPr>
          <a:xfrm>
            <a:off x="10068790" y="-14142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7" name="Прямоугольник 356">
            <a:extLst>
              <a:ext uri="{FF2B5EF4-FFF2-40B4-BE49-F238E27FC236}">
                <a16:creationId xmlns:a16="http://schemas.microsoft.com/office/drawing/2014/main" id="{EFE9D3CB-AE5F-5A1A-B91C-9B1261EB5686}"/>
              </a:ext>
            </a:extLst>
          </p:cNvPr>
          <p:cNvSpPr/>
          <p:nvPr/>
        </p:nvSpPr>
        <p:spPr>
          <a:xfrm>
            <a:off x="9708992" y="9247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8" name="Прямоугольник 357">
            <a:extLst>
              <a:ext uri="{FF2B5EF4-FFF2-40B4-BE49-F238E27FC236}">
                <a16:creationId xmlns:a16="http://schemas.microsoft.com/office/drawing/2014/main" id="{3FF384F4-BD1C-2AC9-6653-7B2C527D042E}"/>
              </a:ext>
            </a:extLst>
          </p:cNvPr>
          <p:cNvSpPr/>
          <p:nvPr/>
        </p:nvSpPr>
        <p:spPr>
          <a:xfrm>
            <a:off x="3064755" y="23811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9" name="Прямоугольник 358">
            <a:extLst>
              <a:ext uri="{FF2B5EF4-FFF2-40B4-BE49-F238E27FC236}">
                <a16:creationId xmlns:a16="http://schemas.microsoft.com/office/drawing/2014/main" id="{7BE272E6-F1CE-F07D-76D2-B064D8A4CF36}"/>
              </a:ext>
            </a:extLst>
          </p:cNvPr>
          <p:cNvSpPr/>
          <p:nvPr/>
        </p:nvSpPr>
        <p:spPr>
          <a:xfrm>
            <a:off x="7934" y="166860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2188F162-C203-2886-6A66-C92870E8530D}"/>
              </a:ext>
            </a:extLst>
          </p:cNvPr>
          <p:cNvSpPr/>
          <p:nvPr/>
        </p:nvSpPr>
        <p:spPr>
          <a:xfrm>
            <a:off x="5453056" y="-90953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1" name="Прямоугольник 360">
            <a:extLst>
              <a:ext uri="{FF2B5EF4-FFF2-40B4-BE49-F238E27FC236}">
                <a16:creationId xmlns:a16="http://schemas.microsoft.com/office/drawing/2014/main" id="{0BC73FF3-5B44-2D01-1CB1-1E80262E86E9}"/>
              </a:ext>
            </a:extLst>
          </p:cNvPr>
          <p:cNvSpPr/>
          <p:nvPr/>
        </p:nvSpPr>
        <p:spPr>
          <a:xfrm>
            <a:off x="6971071" y="17214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2" name="Прямоугольник 361">
            <a:extLst>
              <a:ext uri="{FF2B5EF4-FFF2-40B4-BE49-F238E27FC236}">
                <a16:creationId xmlns:a16="http://schemas.microsoft.com/office/drawing/2014/main" id="{6F174C20-7516-DE1B-AD12-678AA65B46E0}"/>
              </a:ext>
            </a:extLst>
          </p:cNvPr>
          <p:cNvSpPr/>
          <p:nvPr/>
        </p:nvSpPr>
        <p:spPr>
          <a:xfrm>
            <a:off x="4461113" y="39890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3" name="Прямоугольник 362">
            <a:extLst>
              <a:ext uri="{FF2B5EF4-FFF2-40B4-BE49-F238E27FC236}">
                <a16:creationId xmlns:a16="http://schemas.microsoft.com/office/drawing/2014/main" id="{75782C34-9CDE-48EB-C4F5-01F79E351EC7}"/>
              </a:ext>
            </a:extLst>
          </p:cNvPr>
          <p:cNvSpPr/>
          <p:nvPr/>
        </p:nvSpPr>
        <p:spPr>
          <a:xfrm>
            <a:off x="649176" y="43015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4" name="Прямоугольник 363">
            <a:extLst>
              <a:ext uri="{FF2B5EF4-FFF2-40B4-BE49-F238E27FC236}">
                <a16:creationId xmlns:a16="http://schemas.microsoft.com/office/drawing/2014/main" id="{ABCEE552-C967-4D11-ED85-BB54B96BDE91}"/>
              </a:ext>
            </a:extLst>
          </p:cNvPr>
          <p:cNvSpPr/>
          <p:nvPr/>
        </p:nvSpPr>
        <p:spPr>
          <a:xfrm>
            <a:off x="11074908" y="1028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5" name="Прямоугольник 364">
            <a:extLst>
              <a:ext uri="{FF2B5EF4-FFF2-40B4-BE49-F238E27FC236}">
                <a16:creationId xmlns:a16="http://schemas.microsoft.com/office/drawing/2014/main" id="{41501BF0-8B95-DEE4-6F70-51A7CA47393D}"/>
              </a:ext>
            </a:extLst>
          </p:cNvPr>
          <p:cNvSpPr/>
          <p:nvPr/>
        </p:nvSpPr>
        <p:spPr>
          <a:xfrm>
            <a:off x="10715110" y="3367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6" name="Прямоугольник 365">
            <a:extLst>
              <a:ext uri="{FF2B5EF4-FFF2-40B4-BE49-F238E27FC236}">
                <a16:creationId xmlns:a16="http://schemas.microsoft.com/office/drawing/2014/main" id="{93F844B7-1DCE-971F-4B1A-D136E7F1A5F7}"/>
              </a:ext>
            </a:extLst>
          </p:cNvPr>
          <p:cNvSpPr/>
          <p:nvPr/>
        </p:nvSpPr>
        <p:spPr>
          <a:xfrm>
            <a:off x="4070873" y="4824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7" name="Прямоугольник 366">
            <a:extLst>
              <a:ext uri="{FF2B5EF4-FFF2-40B4-BE49-F238E27FC236}">
                <a16:creationId xmlns:a16="http://schemas.microsoft.com/office/drawing/2014/main" id="{3F111956-16C9-3F8A-9450-D28D8B68C678}"/>
              </a:ext>
            </a:extLst>
          </p:cNvPr>
          <p:cNvSpPr/>
          <p:nvPr/>
        </p:nvSpPr>
        <p:spPr>
          <a:xfrm>
            <a:off x="1014052" y="4111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8" name="Прямоугольник 367">
            <a:extLst>
              <a:ext uri="{FF2B5EF4-FFF2-40B4-BE49-F238E27FC236}">
                <a16:creationId xmlns:a16="http://schemas.microsoft.com/office/drawing/2014/main" id="{3AFE3C85-8C9A-4FC6-5C82-D69DB9245A2F}"/>
              </a:ext>
            </a:extLst>
          </p:cNvPr>
          <p:cNvSpPr/>
          <p:nvPr/>
        </p:nvSpPr>
        <p:spPr>
          <a:xfrm>
            <a:off x="6459174" y="1533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9" name="Прямоугольник 368">
            <a:extLst>
              <a:ext uri="{FF2B5EF4-FFF2-40B4-BE49-F238E27FC236}">
                <a16:creationId xmlns:a16="http://schemas.microsoft.com/office/drawing/2014/main" id="{B79AF2D0-36E9-DB1C-3BEF-4C2F081B38B3}"/>
              </a:ext>
            </a:extLst>
          </p:cNvPr>
          <p:cNvSpPr/>
          <p:nvPr/>
        </p:nvSpPr>
        <p:spPr>
          <a:xfrm>
            <a:off x="7977189" y="4164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0" name="Прямоугольник 369">
            <a:extLst>
              <a:ext uri="{FF2B5EF4-FFF2-40B4-BE49-F238E27FC236}">
                <a16:creationId xmlns:a16="http://schemas.microsoft.com/office/drawing/2014/main" id="{CD69377D-E638-8A44-A820-54ACA3C36D80}"/>
              </a:ext>
            </a:extLst>
          </p:cNvPr>
          <p:cNvSpPr/>
          <p:nvPr/>
        </p:nvSpPr>
        <p:spPr>
          <a:xfrm>
            <a:off x="5467231" y="6431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1" name="Прямоугольник 370">
            <a:extLst>
              <a:ext uri="{FF2B5EF4-FFF2-40B4-BE49-F238E27FC236}">
                <a16:creationId xmlns:a16="http://schemas.microsoft.com/office/drawing/2014/main" id="{41BC84D1-2024-05CC-B186-85D542122364}"/>
              </a:ext>
            </a:extLst>
          </p:cNvPr>
          <p:cNvSpPr/>
          <p:nvPr/>
        </p:nvSpPr>
        <p:spPr>
          <a:xfrm>
            <a:off x="1655294" y="674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2" name="Прямоугольник 371">
            <a:extLst>
              <a:ext uri="{FF2B5EF4-FFF2-40B4-BE49-F238E27FC236}">
                <a16:creationId xmlns:a16="http://schemas.microsoft.com/office/drawing/2014/main" id="{60E630AF-2A98-1460-2FAB-291F1AD14C1F}"/>
              </a:ext>
            </a:extLst>
          </p:cNvPr>
          <p:cNvSpPr/>
          <p:nvPr/>
        </p:nvSpPr>
        <p:spPr>
          <a:xfrm>
            <a:off x="10006768" y="-11486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3" name="Прямоугольник 372">
            <a:extLst>
              <a:ext uri="{FF2B5EF4-FFF2-40B4-BE49-F238E27FC236}">
                <a16:creationId xmlns:a16="http://schemas.microsoft.com/office/drawing/2014/main" id="{3A9B32F6-8963-E662-9412-5EC9C60499A7}"/>
              </a:ext>
            </a:extLst>
          </p:cNvPr>
          <p:cNvSpPr/>
          <p:nvPr/>
        </p:nvSpPr>
        <p:spPr>
          <a:xfrm>
            <a:off x="9646970" y="11903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4" name="Прямоугольник 373">
            <a:extLst>
              <a:ext uri="{FF2B5EF4-FFF2-40B4-BE49-F238E27FC236}">
                <a16:creationId xmlns:a16="http://schemas.microsoft.com/office/drawing/2014/main" id="{D2962379-28B1-53C7-227C-07F949A60270}"/>
              </a:ext>
            </a:extLst>
          </p:cNvPr>
          <p:cNvSpPr/>
          <p:nvPr/>
        </p:nvSpPr>
        <p:spPr>
          <a:xfrm>
            <a:off x="3002733" y="2646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5" name="Прямоугольник 374">
            <a:extLst>
              <a:ext uri="{FF2B5EF4-FFF2-40B4-BE49-F238E27FC236}">
                <a16:creationId xmlns:a16="http://schemas.microsoft.com/office/drawing/2014/main" id="{71C488F4-4D34-1192-00B7-F0CA1FBC9CE2}"/>
              </a:ext>
            </a:extLst>
          </p:cNvPr>
          <p:cNvSpPr/>
          <p:nvPr/>
        </p:nvSpPr>
        <p:spPr>
          <a:xfrm>
            <a:off x="-54088" y="19341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6" name="Прямоугольник 375">
            <a:extLst>
              <a:ext uri="{FF2B5EF4-FFF2-40B4-BE49-F238E27FC236}">
                <a16:creationId xmlns:a16="http://schemas.microsoft.com/office/drawing/2014/main" id="{7631ADB3-6998-35F4-3318-7092BF330E40}"/>
              </a:ext>
            </a:extLst>
          </p:cNvPr>
          <p:cNvSpPr/>
          <p:nvPr/>
        </p:nvSpPr>
        <p:spPr>
          <a:xfrm>
            <a:off x="5391034" y="-6439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7" name="Прямоугольник 376">
            <a:extLst>
              <a:ext uri="{FF2B5EF4-FFF2-40B4-BE49-F238E27FC236}">
                <a16:creationId xmlns:a16="http://schemas.microsoft.com/office/drawing/2014/main" id="{03DF64E0-CBC3-DBEE-32DB-8091DCBB8BA0}"/>
              </a:ext>
            </a:extLst>
          </p:cNvPr>
          <p:cNvSpPr/>
          <p:nvPr/>
        </p:nvSpPr>
        <p:spPr>
          <a:xfrm>
            <a:off x="6909049" y="19870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8" name="Прямоугольник 377">
            <a:extLst>
              <a:ext uri="{FF2B5EF4-FFF2-40B4-BE49-F238E27FC236}">
                <a16:creationId xmlns:a16="http://schemas.microsoft.com/office/drawing/2014/main" id="{8C21857E-63A3-DF59-F309-290E739A0226}"/>
              </a:ext>
            </a:extLst>
          </p:cNvPr>
          <p:cNvSpPr/>
          <p:nvPr/>
        </p:nvSpPr>
        <p:spPr>
          <a:xfrm>
            <a:off x="4399091" y="42546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9" name="Прямоугольник 378">
            <a:extLst>
              <a:ext uri="{FF2B5EF4-FFF2-40B4-BE49-F238E27FC236}">
                <a16:creationId xmlns:a16="http://schemas.microsoft.com/office/drawing/2014/main" id="{9B20FD58-A06C-387B-3912-7FBD77B9C2C5}"/>
              </a:ext>
            </a:extLst>
          </p:cNvPr>
          <p:cNvSpPr/>
          <p:nvPr/>
        </p:nvSpPr>
        <p:spPr>
          <a:xfrm>
            <a:off x="587154" y="4567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0" name="Прямоугольник 379">
            <a:extLst>
              <a:ext uri="{FF2B5EF4-FFF2-40B4-BE49-F238E27FC236}">
                <a16:creationId xmlns:a16="http://schemas.microsoft.com/office/drawing/2014/main" id="{E04CCA0F-0A05-8DF6-9DB0-FE0F50BA6080}"/>
              </a:ext>
            </a:extLst>
          </p:cNvPr>
          <p:cNvSpPr/>
          <p:nvPr/>
        </p:nvSpPr>
        <p:spPr>
          <a:xfrm>
            <a:off x="10159168" y="-9962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1" name="Прямоугольник 380">
            <a:extLst>
              <a:ext uri="{FF2B5EF4-FFF2-40B4-BE49-F238E27FC236}">
                <a16:creationId xmlns:a16="http://schemas.microsoft.com/office/drawing/2014/main" id="{760F80D1-61B2-3843-8201-7E4F716786AC}"/>
              </a:ext>
            </a:extLst>
          </p:cNvPr>
          <p:cNvSpPr/>
          <p:nvPr/>
        </p:nvSpPr>
        <p:spPr>
          <a:xfrm>
            <a:off x="9799370" y="13427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2" name="Прямоугольник 381">
            <a:extLst>
              <a:ext uri="{FF2B5EF4-FFF2-40B4-BE49-F238E27FC236}">
                <a16:creationId xmlns:a16="http://schemas.microsoft.com/office/drawing/2014/main" id="{6F063310-BB27-9C92-2273-83921D6E6DFE}"/>
              </a:ext>
            </a:extLst>
          </p:cNvPr>
          <p:cNvSpPr/>
          <p:nvPr/>
        </p:nvSpPr>
        <p:spPr>
          <a:xfrm>
            <a:off x="3155133" y="2799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3" name="Прямоугольник 382">
            <a:extLst>
              <a:ext uri="{FF2B5EF4-FFF2-40B4-BE49-F238E27FC236}">
                <a16:creationId xmlns:a16="http://schemas.microsoft.com/office/drawing/2014/main" id="{6511BAD6-4FB6-D24B-8339-1C34CFD82877}"/>
              </a:ext>
            </a:extLst>
          </p:cNvPr>
          <p:cNvSpPr/>
          <p:nvPr/>
        </p:nvSpPr>
        <p:spPr>
          <a:xfrm>
            <a:off x="98312" y="20865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4" name="Прямоугольник 383">
            <a:extLst>
              <a:ext uri="{FF2B5EF4-FFF2-40B4-BE49-F238E27FC236}">
                <a16:creationId xmlns:a16="http://schemas.microsoft.com/office/drawing/2014/main" id="{9DCD6DBE-C5BA-3CB1-021F-98BE3A88D952}"/>
              </a:ext>
            </a:extLst>
          </p:cNvPr>
          <p:cNvSpPr/>
          <p:nvPr/>
        </p:nvSpPr>
        <p:spPr>
          <a:xfrm>
            <a:off x="5543434" y="-4915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5" name="Прямоугольник 384">
            <a:extLst>
              <a:ext uri="{FF2B5EF4-FFF2-40B4-BE49-F238E27FC236}">
                <a16:creationId xmlns:a16="http://schemas.microsoft.com/office/drawing/2014/main" id="{B09BB1EB-8219-57AA-33DC-6B91E53A4D0A}"/>
              </a:ext>
            </a:extLst>
          </p:cNvPr>
          <p:cNvSpPr/>
          <p:nvPr/>
        </p:nvSpPr>
        <p:spPr>
          <a:xfrm>
            <a:off x="7061449" y="21394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6" name="Прямоугольник 385">
            <a:extLst>
              <a:ext uri="{FF2B5EF4-FFF2-40B4-BE49-F238E27FC236}">
                <a16:creationId xmlns:a16="http://schemas.microsoft.com/office/drawing/2014/main" id="{B72C6878-CA96-21AE-93E3-8FEB07950EF2}"/>
              </a:ext>
            </a:extLst>
          </p:cNvPr>
          <p:cNvSpPr/>
          <p:nvPr/>
        </p:nvSpPr>
        <p:spPr>
          <a:xfrm>
            <a:off x="4551491" y="44070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7" name="Прямоугольник 386">
            <a:extLst>
              <a:ext uri="{FF2B5EF4-FFF2-40B4-BE49-F238E27FC236}">
                <a16:creationId xmlns:a16="http://schemas.microsoft.com/office/drawing/2014/main" id="{9183AC30-5FDD-910A-7779-569F766F82B1}"/>
              </a:ext>
            </a:extLst>
          </p:cNvPr>
          <p:cNvSpPr/>
          <p:nvPr/>
        </p:nvSpPr>
        <p:spPr>
          <a:xfrm>
            <a:off x="739554" y="4719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8" name="Прямоугольник 387">
            <a:extLst>
              <a:ext uri="{FF2B5EF4-FFF2-40B4-BE49-F238E27FC236}">
                <a16:creationId xmlns:a16="http://schemas.microsoft.com/office/drawing/2014/main" id="{261ABF91-BFD8-0508-8844-5C6CBB32AB95}"/>
              </a:ext>
            </a:extLst>
          </p:cNvPr>
          <p:cNvSpPr/>
          <p:nvPr/>
        </p:nvSpPr>
        <p:spPr>
          <a:xfrm>
            <a:off x="10311568" y="-8438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9" name="Прямоугольник 388">
            <a:extLst>
              <a:ext uri="{FF2B5EF4-FFF2-40B4-BE49-F238E27FC236}">
                <a16:creationId xmlns:a16="http://schemas.microsoft.com/office/drawing/2014/main" id="{35374CB9-C299-A4C7-7CDD-5DC4B37131AD}"/>
              </a:ext>
            </a:extLst>
          </p:cNvPr>
          <p:cNvSpPr/>
          <p:nvPr/>
        </p:nvSpPr>
        <p:spPr>
          <a:xfrm>
            <a:off x="9951770" y="14951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0" name="Прямоугольник 389">
            <a:extLst>
              <a:ext uri="{FF2B5EF4-FFF2-40B4-BE49-F238E27FC236}">
                <a16:creationId xmlns:a16="http://schemas.microsoft.com/office/drawing/2014/main" id="{8B50DB8B-99A9-85EB-ABF5-5AF3C1A3A51B}"/>
              </a:ext>
            </a:extLst>
          </p:cNvPr>
          <p:cNvSpPr/>
          <p:nvPr/>
        </p:nvSpPr>
        <p:spPr>
          <a:xfrm>
            <a:off x="3307533" y="2951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1" name="Прямоугольник 390">
            <a:extLst>
              <a:ext uri="{FF2B5EF4-FFF2-40B4-BE49-F238E27FC236}">
                <a16:creationId xmlns:a16="http://schemas.microsoft.com/office/drawing/2014/main" id="{37A4E83B-03BA-F139-A501-64618CD7845B}"/>
              </a:ext>
            </a:extLst>
          </p:cNvPr>
          <p:cNvSpPr/>
          <p:nvPr/>
        </p:nvSpPr>
        <p:spPr>
          <a:xfrm>
            <a:off x="250712" y="22389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2" name="Прямоугольник 391">
            <a:extLst>
              <a:ext uri="{FF2B5EF4-FFF2-40B4-BE49-F238E27FC236}">
                <a16:creationId xmlns:a16="http://schemas.microsoft.com/office/drawing/2014/main" id="{CD32A12B-23A9-2824-8D8D-DCD3AC338F12}"/>
              </a:ext>
            </a:extLst>
          </p:cNvPr>
          <p:cNvSpPr/>
          <p:nvPr/>
        </p:nvSpPr>
        <p:spPr>
          <a:xfrm>
            <a:off x="5695834" y="-3391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3" name="Прямоугольник 392">
            <a:extLst>
              <a:ext uri="{FF2B5EF4-FFF2-40B4-BE49-F238E27FC236}">
                <a16:creationId xmlns:a16="http://schemas.microsoft.com/office/drawing/2014/main" id="{4ABCB885-929A-8C45-9326-0F392CF5529B}"/>
              </a:ext>
            </a:extLst>
          </p:cNvPr>
          <p:cNvSpPr/>
          <p:nvPr/>
        </p:nvSpPr>
        <p:spPr>
          <a:xfrm>
            <a:off x="7213849" y="22918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4" name="Прямоугольник 393">
            <a:extLst>
              <a:ext uri="{FF2B5EF4-FFF2-40B4-BE49-F238E27FC236}">
                <a16:creationId xmlns:a16="http://schemas.microsoft.com/office/drawing/2014/main" id="{0600824B-4B55-A97B-1392-9E836F64259E}"/>
              </a:ext>
            </a:extLst>
          </p:cNvPr>
          <p:cNvSpPr/>
          <p:nvPr/>
        </p:nvSpPr>
        <p:spPr>
          <a:xfrm>
            <a:off x="4703891" y="45594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5" name="Прямоугольник 394">
            <a:extLst>
              <a:ext uri="{FF2B5EF4-FFF2-40B4-BE49-F238E27FC236}">
                <a16:creationId xmlns:a16="http://schemas.microsoft.com/office/drawing/2014/main" id="{EBE6C183-9E09-668E-0E24-39F4DFD13DCB}"/>
              </a:ext>
            </a:extLst>
          </p:cNvPr>
          <p:cNvSpPr/>
          <p:nvPr/>
        </p:nvSpPr>
        <p:spPr>
          <a:xfrm>
            <a:off x="891954" y="4871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6" name="Прямоугольник 395">
            <a:extLst>
              <a:ext uri="{FF2B5EF4-FFF2-40B4-BE49-F238E27FC236}">
                <a16:creationId xmlns:a16="http://schemas.microsoft.com/office/drawing/2014/main" id="{5E9B87E8-C647-8247-8262-1143AB68FD9E}"/>
              </a:ext>
            </a:extLst>
          </p:cNvPr>
          <p:cNvSpPr/>
          <p:nvPr/>
        </p:nvSpPr>
        <p:spPr>
          <a:xfrm>
            <a:off x="10463968" y="-6914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7" name="Прямоугольник 396">
            <a:extLst>
              <a:ext uri="{FF2B5EF4-FFF2-40B4-BE49-F238E27FC236}">
                <a16:creationId xmlns:a16="http://schemas.microsoft.com/office/drawing/2014/main" id="{E8B98C5A-32B8-1BD6-F951-5B6428C13B53}"/>
              </a:ext>
            </a:extLst>
          </p:cNvPr>
          <p:cNvSpPr/>
          <p:nvPr/>
        </p:nvSpPr>
        <p:spPr>
          <a:xfrm>
            <a:off x="10104170" y="16475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8" name="Прямоугольник 397">
            <a:extLst>
              <a:ext uri="{FF2B5EF4-FFF2-40B4-BE49-F238E27FC236}">
                <a16:creationId xmlns:a16="http://schemas.microsoft.com/office/drawing/2014/main" id="{5653B718-2A2F-412F-A7CB-601EDF285E87}"/>
              </a:ext>
            </a:extLst>
          </p:cNvPr>
          <p:cNvSpPr/>
          <p:nvPr/>
        </p:nvSpPr>
        <p:spPr>
          <a:xfrm>
            <a:off x="3459933" y="3103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9" name="Прямоугольник 398">
            <a:extLst>
              <a:ext uri="{FF2B5EF4-FFF2-40B4-BE49-F238E27FC236}">
                <a16:creationId xmlns:a16="http://schemas.microsoft.com/office/drawing/2014/main" id="{E19BB9E9-77A1-E36B-C3C6-3234504C1373}"/>
              </a:ext>
            </a:extLst>
          </p:cNvPr>
          <p:cNvSpPr/>
          <p:nvPr/>
        </p:nvSpPr>
        <p:spPr>
          <a:xfrm>
            <a:off x="403112" y="23913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0" name="Прямоугольник 399">
            <a:extLst>
              <a:ext uri="{FF2B5EF4-FFF2-40B4-BE49-F238E27FC236}">
                <a16:creationId xmlns:a16="http://schemas.microsoft.com/office/drawing/2014/main" id="{0A72B82E-049E-0029-B749-DD770217DBE2}"/>
              </a:ext>
            </a:extLst>
          </p:cNvPr>
          <p:cNvSpPr/>
          <p:nvPr/>
        </p:nvSpPr>
        <p:spPr>
          <a:xfrm>
            <a:off x="5848234" y="-1867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1" name="Прямоугольник 400">
            <a:extLst>
              <a:ext uri="{FF2B5EF4-FFF2-40B4-BE49-F238E27FC236}">
                <a16:creationId xmlns:a16="http://schemas.microsoft.com/office/drawing/2014/main" id="{29FE860D-4F55-751D-C0B6-66CD9ABE3928}"/>
              </a:ext>
            </a:extLst>
          </p:cNvPr>
          <p:cNvSpPr/>
          <p:nvPr/>
        </p:nvSpPr>
        <p:spPr>
          <a:xfrm>
            <a:off x="7366249" y="24442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2" name="Прямоугольник 401">
            <a:extLst>
              <a:ext uri="{FF2B5EF4-FFF2-40B4-BE49-F238E27FC236}">
                <a16:creationId xmlns:a16="http://schemas.microsoft.com/office/drawing/2014/main" id="{B42CAE29-64A3-604F-CF5C-60A006C5ADED}"/>
              </a:ext>
            </a:extLst>
          </p:cNvPr>
          <p:cNvSpPr/>
          <p:nvPr/>
        </p:nvSpPr>
        <p:spPr>
          <a:xfrm>
            <a:off x="4856291" y="47118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3" name="Прямоугольник 402">
            <a:extLst>
              <a:ext uri="{FF2B5EF4-FFF2-40B4-BE49-F238E27FC236}">
                <a16:creationId xmlns:a16="http://schemas.microsoft.com/office/drawing/2014/main" id="{AB306427-1317-7EF1-7323-20547645681E}"/>
              </a:ext>
            </a:extLst>
          </p:cNvPr>
          <p:cNvSpPr/>
          <p:nvPr/>
        </p:nvSpPr>
        <p:spPr>
          <a:xfrm>
            <a:off x="1044354" y="50243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4" name="Прямоугольник 403">
            <a:extLst>
              <a:ext uri="{FF2B5EF4-FFF2-40B4-BE49-F238E27FC236}">
                <a16:creationId xmlns:a16="http://schemas.microsoft.com/office/drawing/2014/main" id="{0C872DDF-FA09-13BD-FBCE-8EBB2927451E}"/>
              </a:ext>
            </a:extLst>
          </p:cNvPr>
          <p:cNvSpPr/>
          <p:nvPr/>
        </p:nvSpPr>
        <p:spPr>
          <a:xfrm>
            <a:off x="8226011" y="-302227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5" name="Прямоугольник 404">
            <a:extLst>
              <a:ext uri="{FF2B5EF4-FFF2-40B4-BE49-F238E27FC236}">
                <a16:creationId xmlns:a16="http://schemas.microsoft.com/office/drawing/2014/main" id="{036E3599-B763-2C3D-75C9-ADFAB1165816}"/>
              </a:ext>
            </a:extLst>
          </p:cNvPr>
          <p:cNvSpPr/>
          <p:nvPr/>
        </p:nvSpPr>
        <p:spPr>
          <a:xfrm>
            <a:off x="7866213" y="-6832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6" name="Прямоугольник 405">
            <a:extLst>
              <a:ext uri="{FF2B5EF4-FFF2-40B4-BE49-F238E27FC236}">
                <a16:creationId xmlns:a16="http://schemas.microsoft.com/office/drawing/2014/main" id="{04F49561-DE0F-7831-0984-7C0A3E32BEC4}"/>
              </a:ext>
            </a:extLst>
          </p:cNvPr>
          <p:cNvSpPr/>
          <p:nvPr/>
        </p:nvSpPr>
        <p:spPr>
          <a:xfrm>
            <a:off x="1221976" y="7731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7" name="Прямоугольник 406">
            <a:extLst>
              <a:ext uri="{FF2B5EF4-FFF2-40B4-BE49-F238E27FC236}">
                <a16:creationId xmlns:a16="http://schemas.microsoft.com/office/drawing/2014/main" id="{EB06B42F-8F5A-FBF3-497A-71DC7D64F7BC}"/>
              </a:ext>
            </a:extLst>
          </p:cNvPr>
          <p:cNvSpPr/>
          <p:nvPr/>
        </p:nvSpPr>
        <p:spPr>
          <a:xfrm>
            <a:off x="-1834845" y="6059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8" name="Прямоугольник 407">
            <a:extLst>
              <a:ext uri="{FF2B5EF4-FFF2-40B4-BE49-F238E27FC236}">
                <a16:creationId xmlns:a16="http://schemas.microsoft.com/office/drawing/2014/main" id="{522DC8B9-957A-4F36-E0C1-37E0B4AB69FD}"/>
              </a:ext>
            </a:extLst>
          </p:cNvPr>
          <p:cNvSpPr/>
          <p:nvPr/>
        </p:nvSpPr>
        <p:spPr>
          <a:xfrm>
            <a:off x="3610277" y="-251754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9" name="Прямоугольник 408">
            <a:extLst>
              <a:ext uri="{FF2B5EF4-FFF2-40B4-BE49-F238E27FC236}">
                <a16:creationId xmlns:a16="http://schemas.microsoft.com/office/drawing/2014/main" id="{3476CF3D-05AB-C02A-135C-C0E5C5F2E8D2}"/>
              </a:ext>
            </a:extLst>
          </p:cNvPr>
          <p:cNvSpPr/>
          <p:nvPr/>
        </p:nvSpPr>
        <p:spPr>
          <a:xfrm>
            <a:off x="5128292" y="1134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0" name="Прямоугольник 409">
            <a:extLst>
              <a:ext uri="{FF2B5EF4-FFF2-40B4-BE49-F238E27FC236}">
                <a16:creationId xmlns:a16="http://schemas.microsoft.com/office/drawing/2014/main" id="{D9BC7F9F-E4F2-D640-57DA-B0F16CEB2D9B}"/>
              </a:ext>
            </a:extLst>
          </p:cNvPr>
          <p:cNvSpPr/>
          <p:nvPr/>
        </p:nvSpPr>
        <p:spPr>
          <a:xfrm>
            <a:off x="2618334" y="23810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1" name="Прямоугольник 410">
            <a:extLst>
              <a:ext uri="{FF2B5EF4-FFF2-40B4-BE49-F238E27FC236}">
                <a16:creationId xmlns:a16="http://schemas.microsoft.com/office/drawing/2014/main" id="{A3D79FEC-D1EA-16BD-C0CD-E5F6DD12E95F}"/>
              </a:ext>
            </a:extLst>
          </p:cNvPr>
          <p:cNvSpPr/>
          <p:nvPr/>
        </p:nvSpPr>
        <p:spPr>
          <a:xfrm>
            <a:off x="-1193603" y="26935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2" name="Прямоугольник 411">
            <a:extLst>
              <a:ext uri="{FF2B5EF4-FFF2-40B4-BE49-F238E27FC236}">
                <a16:creationId xmlns:a16="http://schemas.microsoft.com/office/drawing/2014/main" id="{28EA30DB-6E86-8741-2105-E8808AC046DD}"/>
              </a:ext>
            </a:extLst>
          </p:cNvPr>
          <p:cNvSpPr/>
          <p:nvPr/>
        </p:nvSpPr>
        <p:spPr>
          <a:xfrm>
            <a:off x="5988054" y="-535306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3" name="Прямоугольник 412">
            <a:extLst>
              <a:ext uri="{FF2B5EF4-FFF2-40B4-BE49-F238E27FC236}">
                <a16:creationId xmlns:a16="http://schemas.microsoft.com/office/drawing/2014/main" id="{FDF1C2A8-8EBB-3D52-792C-815A8C03C16E}"/>
              </a:ext>
            </a:extLst>
          </p:cNvPr>
          <p:cNvSpPr/>
          <p:nvPr/>
        </p:nvSpPr>
        <p:spPr>
          <a:xfrm>
            <a:off x="5628256" y="-30140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4" name="Прямоугольник 413">
            <a:extLst>
              <a:ext uri="{FF2B5EF4-FFF2-40B4-BE49-F238E27FC236}">
                <a16:creationId xmlns:a16="http://schemas.microsoft.com/office/drawing/2014/main" id="{B780B543-452B-B0A1-6790-68608BD93B1B}"/>
              </a:ext>
            </a:extLst>
          </p:cNvPr>
          <p:cNvSpPr/>
          <p:nvPr/>
        </p:nvSpPr>
        <p:spPr>
          <a:xfrm>
            <a:off x="-1015981" y="-15576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5" name="Прямоугольник 414">
            <a:extLst>
              <a:ext uri="{FF2B5EF4-FFF2-40B4-BE49-F238E27FC236}">
                <a16:creationId xmlns:a16="http://schemas.microsoft.com/office/drawing/2014/main" id="{4390FCE3-9952-5A7A-1ECA-949C7D79F7AA}"/>
              </a:ext>
            </a:extLst>
          </p:cNvPr>
          <p:cNvSpPr/>
          <p:nvPr/>
        </p:nvSpPr>
        <p:spPr>
          <a:xfrm>
            <a:off x="-4072802" y="-227019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6" name="Прямоугольник 415">
            <a:extLst>
              <a:ext uri="{FF2B5EF4-FFF2-40B4-BE49-F238E27FC236}">
                <a16:creationId xmlns:a16="http://schemas.microsoft.com/office/drawing/2014/main" id="{896F499B-8222-4610-9CA7-7D5A95478FD7}"/>
              </a:ext>
            </a:extLst>
          </p:cNvPr>
          <p:cNvSpPr/>
          <p:nvPr/>
        </p:nvSpPr>
        <p:spPr>
          <a:xfrm>
            <a:off x="1372320" y="-484833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7" name="Прямоугольник 416">
            <a:extLst>
              <a:ext uri="{FF2B5EF4-FFF2-40B4-BE49-F238E27FC236}">
                <a16:creationId xmlns:a16="http://schemas.microsoft.com/office/drawing/2014/main" id="{8737DF87-2CB2-4BE6-7151-EE0CD5AA3B2B}"/>
              </a:ext>
            </a:extLst>
          </p:cNvPr>
          <p:cNvSpPr/>
          <p:nvPr/>
        </p:nvSpPr>
        <p:spPr>
          <a:xfrm>
            <a:off x="2890335" y="-22173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8" name="Прямоугольник 417">
            <a:extLst>
              <a:ext uri="{FF2B5EF4-FFF2-40B4-BE49-F238E27FC236}">
                <a16:creationId xmlns:a16="http://schemas.microsoft.com/office/drawing/2014/main" id="{CD611DB3-182D-44B2-9404-A5608CB2A266}"/>
              </a:ext>
            </a:extLst>
          </p:cNvPr>
          <p:cNvSpPr/>
          <p:nvPr/>
        </p:nvSpPr>
        <p:spPr>
          <a:xfrm>
            <a:off x="380377" y="5022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9" name="Прямоугольник 418">
            <a:extLst>
              <a:ext uri="{FF2B5EF4-FFF2-40B4-BE49-F238E27FC236}">
                <a16:creationId xmlns:a16="http://schemas.microsoft.com/office/drawing/2014/main" id="{A3D50405-F351-6D83-48EB-80D3B2083C6B}"/>
              </a:ext>
            </a:extLst>
          </p:cNvPr>
          <p:cNvSpPr/>
          <p:nvPr/>
        </p:nvSpPr>
        <p:spPr>
          <a:xfrm>
            <a:off x="-3431560" y="3627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0" name="Прямоугольник 419">
            <a:extLst>
              <a:ext uri="{FF2B5EF4-FFF2-40B4-BE49-F238E27FC236}">
                <a16:creationId xmlns:a16="http://schemas.microsoft.com/office/drawing/2014/main" id="{3C989E39-DF7B-C5A4-BDAB-10F38C3FE656}"/>
              </a:ext>
            </a:extLst>
          </p:cNvPr>
          <p:cNvSpPr/>
          <p:nvPr/>
        </p:nvSpPr>
        <p:spPr>
          <a:xfrm>
            <a:off x="3750097" y="-76838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1" name="Прямоугольник 420">
            <a:extLst>
              <a:ext uri="{FF2B5EF4-FFF2-40B4-BE49-F238E27FC236}">
                <a16:creationId xmlns:a16="http://schemas.microsoft.com/office/drawing/2014/main" id="{D2140519-19B9-5AD2-069E-F08F9AAB44AF}"/>
              </a:ext>
            </a:extLst>
          </p:cNvPr>
          <p:cNvSpPr/>
          <p:nvPr/>
        </p:nvSpPr>
        <p:spPr>
          <a:xfrm>
            <a:off x="3390299" y="-53448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2" name="Прямоугольник 421">
            <a:extLst>
              <a:ext uri="{FF2B5EF4-FFF2-40B4-BE49-F238E27FC236}">
                <a16:creationId xmlns:a16="http://schemas.microsoft.com/office/drawing/2014/main" id="{097CB64D-DD67-F193-152E-13DBE15F0359}"/>
              </a:ext>
            </a:extLst>
          </p:cNvPr>
          <p:cNvSpPr/>
          <p:nvPr/>
        </p:nvSpPr>
        <p:spPr>
          <a:xfrm>
            <a:off x="-3253938" y="-38884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3" name="Прямоугольник 422">
            <a:extLst>
              <a:ext uri="{FF2B5EF4-FFF2-40B4-BE49-F238E27FC236}">
                <a16:creationId xmlns:a16="http://schemas.microsoft.com/office/drawing/2014/main" id="{5C48A666-56CF-4B35-F058-E8DC7283F8DD}"/>
              </a:ext>
            </a:extLst>
          </p:cNvPr>
          <p:cNvSpPr/>
          <p:nvPr/>
        </p:nvSpPr>
        <p:spPr>
          <a:xfrm>
            <a:off x="-6310759" y="-460098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4" name="Прямоугольник 423">
            <a:extLst>
              <a:ext uri="{FF2B5EF4-FFF2-40B4-BE49-F238E27FC236}">
                <a16:creationId xmlns:a16="http://schemas.microsoft.com/office/drawing/2014/main" id="{04363FE7-E3CB-CD84-E5F8-9C92390B1F9A}"/>
              </a:ext>
            </a:extLst>
          </p:cNvPr>
          <p:cNvSpPr/>
          <p:nvPr/>
        </p:nvSpPr>
        <p:spPr>
          <a:xfrm>
            <a:off x="-865637" y="-71791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5" name="Прямоугольник 424">
            <a:extLst>
              <a:ext uri="{FF2B5EF4-FFF2-40B4-BE49-F238E27FC236}">
                <a16:creationId xmlns:a16="http://schemas.microsoft.com/office/drawing/2014/main" id="{C83C386F-E6D0-E1CF-FF8B-8421C4B4EAA4}"/>
              </a:ext>
            </a:extLst>
          </p:cNvPr>
          <p:cNvSpPr/>
          <p:nvPr/>
        </p:nvSpPr>
        <p:spPr>
          <a:xfrm>
            <a:off x="652378" y="-454813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6" name="Прямоугольник 425">
            <a:extLst>
              <a:ext uri="{FF2B5EF4-FFF2-40B4-BE49-F238E27FC236}">
                <a16:creationId xmlns:a16="http://schemas.microsoft.com/office/drawing/2014/main" id="{B78B00BC-CF1B-9492-AA2B-F95A32626C7B}"/>
              </a:ext>
            </a:extLst>
          </p:cNvPr>
          <p:cNvSpPr/>
          <p:nvPr/>
        </p:nvSpPr>
        <p:spPr>
          <a:xfrm>
            <a:off x="-1857580" y="-22805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7" name="Прямоугольник 426">
            <a:extLst>
              <a:ext uri="{FF2B5EF4-FFF2-40B4-BE49-F238E27FC236}">
                <a16:creationId xmlns:a16="http://schemas.microsoft.com/office/drawing/2014/main" id="{E240B51D-6984-63AF-430A-A3DBD520D890}"/>
              </a:ext>
            </a:extLst>
          </p:cNvPr>
          <p:cNvSpPr/>
          <p:nvPr/>
        </p:nvSpPr>
        <p:spPr>
          <a:xfrm>
            <a:off x="-5669517" y="-19680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8" name="Прямоугольник 427">
            <a:extLst>
              <a:ext uri="{FF2B5EF4-FFF2-40B4-BE49-F238E27FC236}">
                <a16:creationId xmlns:a16="http://schemas.microsoft.com/office/drawing/2014/main" id="{F40B5E90-840F-F6FE-CAB4-DCC0004A0E95}"/>
              </a:ext>
            </a:extLst>
          </p:cNvPr>
          <p:cNvSpPr/>
          <p:nvPr/>
        </p:nvSpPr>
        <p:spPr>
          <a:xfrm>
            <a:off x="1512140" y="-100146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9" name="Прямоугольник 428">
            <a:extLst>
              <a:ext uri="{FF2B5EF4-FFF2-40B4-BE49-F238E27FC236}">
                <a16:creationId xmlns:a16="http://schemas.microsoft.com/office/drawing/2014/main" id="{FFF3DD05-38C6-DFDA-A92E-7A9405937D78}"/>
              </a:ext>
            </a:extLst>
          </p:cNvPr>
          <p:cNvSpPr/>
          <p:nvPr/>
        </p:nvSpPr>
        <p:spPr>
          <a:xfrm>
            <a:off x="1152342" y="-76756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B6007915-44F6-44E8-2230-A9667056D0F8}"/>
              </a:ext>
            </a:extLst>
          </p:cNvPr>
          <p:cNvSpPr/>
          <p:nvPr/>
        </p:nvSpPr>
        <p:spPr>
          <a:xfrm>
            <a:off x="-5491895" y="-62192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1" name="Прямоугольник 430">
            <a:extLst>
              <a:ext uri="{FF2B5EF4-FFF2-40B4-BE49-F238E27FC236}">
                <a16:creationId xmlns:a16="http://schemas.microsoft.com/office/drawing/2014/main" id="{175E94BB-52B4-9DF9-A58B-B11E1F3FD76F}"/>
              </a:ext>
            </a:extLst>
          </p:cNvPr>
          <p:cNvSpPr/>
          <p:nvPr/>
        </p:nvSpPr>
        <p:spPr>
          <a:xfrm>
            <a:off x="-8548716" y="-693177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2" name="Прямоугольник 431">
            <a:extLst>
              <a:ext uri="{FF2B5EF4-FFF2-40B4-BE49-F238E27FC236}">
                <a16:creationId xmlns:a16="http://schemas.microsoft.com/office/drawing/2014/main" id="{0AC58FF4-129F-9AB4-B50C-CCEE61192028}"/>
              </a:ext>
            </a:extLst>
          </p:cNvPr>
          <p:cNvSpPr/>
          <p:nvPr/>
        </p:nvSpPr>
        <p:spPr>
          <a:xfrm>
            <a:off x="-3103594" y="-95099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3" name="Прямоугольник 432">
            <a:extLst>
              <a:ext uri="{FF2B5EF4-FFF2-40B4-BE49-F238E27FC236}">
                <a16:creationId xmlns:a16="http://schemas.microsoft.com/office/drawing/2014/main" id="{20DE9B65-EDF7-401E-3433-B627978A737A}"/>
              </a:ext>
            </a:extLst>
          </p:cNvPr>
          <p:cNvSpPr/>
          <p:nvPr/>
        </p:nvSpPr>
        <p:spPr>
          <a:xfrm>
            <a:off x="-1585579" y="-687892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4" name="Прямоугольник 433">
            <a:extLst>
              <a:ext uri="{FF2B5EF4-FFF2-40B4-BE49-F238E27FC236}">
                <a16:creationId xmlns:a16="http://schemas.microsoft.com/office/drawing/2014/main" id="{12F0EF06-E842-B5DA-3D26-4936BDBCB346}"/>
              </a:ext>
            </a:extLst>
          </p:cNvPr>
          <p:cNvSpPr/>
          <p:nvPr/>
        </p:nvSpPr>
        <p:spPr>
          <a:xfrm>
            <a:off x="-4095537" y="-461135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5" name="Прямоугольник 434">
            <a:extLst>
              <a:ext uri="{FF2B5EF4-FFF2-40B4-BE49-F238E27FC236}">
                <a16:creationId xmlns:a16="http://schemas.microsoft.com/office/drawing/2014/main" id="{8FBCC75F-C140-E5D0-F080-6A9916D8F22E}"/>
              </a:ext>
            </a:extLst>
          </p:cNvPr>
          <p:cNvSpPr/>
          <p:nvPr/>
        </p:nvSpPr>
        <p:spPr>
          <a:xfrm>
            <a:off x="-7907474" y="-42988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6" name="Прямоугольник 435">
            <a:extLst>
              <a:ext uri="{FF2B5EF4-FFF2-40B4-BE49-F238E27FC236}">
                <a16:creationId xmlns:a16="http://schemas.microsoft.com/office/drawing/2014/main" id="{0C63502F-F801-CD83-85FB-1F4CD44EB098}"/>
              </a:ext>
            </a:extLst>
          </p:cNvPr>
          <p:cNvSpPr/>
          <p:nvPr/>
        </p:nvSpPr>
        <p:spPr>
          <a:xfrm rot="10154040">
            <a:off x="11227308" y="1181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7" name="Прямоугольник 436">
            <a:extLst>
              <a:ext uri="{FF2B5EF4-FFF2-40B4-BE49-F238E27FC236}">
                <a16:creationId xmlns:a16="http://schemas.microsoft.com/office/drawing/2014/main" id="{A42B0916-55BF-DC01-551D-A5F72826FD23}"/>
              </a:ext>
            </a:extLst>
          </p:cNvPr>
          <p:cNvSpPr/>
          <p:nvPr/>
        </p:nvSpPr>
        <p:spPr>
          <a:xfrm rot="10154040">
            <a:off x="10867510" y="3520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8" name="Прямоугольник 437">
            <a:extLst>
              <a:ext uri="{FF2B5EF4-FFF2-40B4-BE49-F238E27FC236}">
                <a16:creationId xmlns:a16="http://schemas.microsoft.com/office/drawing/2014/main" id="{AA3ECB73-8C40-43FB-1183-BEAAE922BFF3}"/>
              </a:ext>
            </a:extLst>
          </p:cNvPr>
          <p:cNvSpPr/>
          <p:nvPr/>
        </p:nvSpPr>
        <p:spPr>
          <a:xfrm rot="10154040">
            <a:off x="4223273" y="4976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9" name="Прямоугольник 438">
            <a:extLst>
              <a:ext uri="{FF2B5EF4-FFF2-40B4-BE49-F238E27FC236}">
                <a16:creationId xmlns:a16="http://schemas.microsoft.com/office/drawing/2014/main" id="{B1F473BA-9794-979F-938B-2811ADBF7240}"/>
              </a:ext>
            </a:extLst>
          </p:cNvPr>
          <p:cNvSpPr/>
          <p:nvPr/>
        </p:nvSpPr>
        <p:spPr>
          <a:xfrm rot="10154040">
            <a:off x="1166452" y="4263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0" name="Прямоугольник 439">
            <a:extLst>
              <a:ext uri="{FF2B5EF4-FFF2-40B4-BE49-F238E27FC236}">
                <a16:creationId xmlns:a16="http://schemas.microsoft.com/office/drawing/2014/main" id="{90F425C7-D9D1-098B-3FF6-4DF6EC6D9CB0}"/>
              </a:ext>
            </a:extLst>
          </p:cNvPr>
          <p:cNvSpPr/>
          <p:nvPr/>
        </p:nvSpPr>
        <p:spPr>
          <a:xfrm rot="10154040">
            <a:off x="6611574" y="1685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1" name="Прямоугольник 440">
            <a:extLst>
              <a:ext uri="{FF2B5EF4-FFF2-40B4-BE49-F238E27FC236}">
                <a16:creationId xmlns:a16="http://schemas.microsoft.com/office/drawing/2014/main" id="{0282B34C-F2B7-7414-7292-A00E3AA3E190}"/>
              </a:ext>
            </a:extLst>
          </p:cNvPr>
          <p:cNvSpPr/>
          <p:nvPr/>
        </p:nvSpPr>
        <p:spPr>
          <a:xfrm rot="10154040">
            <a:off x="8129589" y="4316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2" name="Прямоугольник 441">
            <a:extLst>
              <a:ext uri="{FF2B5EF4-FFF2-40B4-BE49-F238E27FC236}">
                <a16:creationId xmlns:a16="http://schemas.microsoft.com/office/drawing/2014/main" id="{286DDE58-275C-E061-0A10-63C7E0ABA734}"/>
              </a:ext>
            </a:extLst>
          </p:cNvPr>
          <p:cNvSpPr/>
          <p:nvPr/>
        </p:nvSpPr>
        <p:spPr>
          <a:xfrm rot="10154040">
            <a:off x="5619631" y="6584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3" name="Прямоугольник 442">
            <a:extLst>
              <a:ext uri="{FF2B5EF4-FFF2-40B4-BE49-F238E27FC236}">
                <a16:creationId xmlns:a16="http://schemas.microsoft.com/office/drawing/2014/main" id="{451DEC9F-FD16-263C-B27C-3FC81E2DA6B4}"/>
              </a:ext>
            </a:extLst>
          </p:cNvPr>
          <p:cNvSpPr/>
          <p:nvPr/>
        </p:nvSpPr>
        <p:spPr>
          <a:xfrm rot="10154040">
            <a:off x="1807694" y="689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4" name="Прямоугольник 443">
            <a:extLst>
              <a:ext uri="{FF2B5EF4-FFF2-40B4-BE49-F238E27FC236}">
                <a16:creationId xmlns:a16="http://schemas.microsoft.com/office/drawing/2014/main" id="{3ECBFFCE-DB1C-A29F-570B-6CAD18B19657}"/>
              </a:ext>
            </a:extLst>
          </p:cNvPr>
          <p:cNvSpPr/>
          <p:nvPr/>
        </p:nvSpPr>
        <p:spPr>
          <a:xfrm rot="10154040">
            <a:off x="11379708" y="1333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5" name="Прямоугольник 444">
            <a:extLst>
              <a:ext uri="{FF2B5EF4-FFF2-40B4-BE49-F238E27FC236}">
                <a16:creationId xmlns:a16="http://schemas.microsoft.com/office/drawing/2014/main" id="{6F850E80-3523-80EF-1FFD-B3B7CC5E1149}"/>
              </a:ext>
            </a:extLst>
          </p:cNvPr>
          <p:cNvSpPr/>
          <p:nvPr/>
        </p:nvSpPr>
        <p:spPr>
          <a:xfrm rot="10154040">
            <a:off x="11019910" y="3672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6" name="Прямоугольник 445">
            <a:extLst>
              <a:ext uri="{FF2B5EF4-FFF2-40B4-BE49-F238E27FC236}">
                <a16:creationId xmlns:a16="http://schemas.microsoft.com/office/drawing/2014/main" id="{6B6C2920-D2E0-0DF5-6955-FF08E24CFCB0}"/>
              </a:ext>
            </a:extLst>
          </p:cNvPr>
          <p:cNvSpPr/>
          <p:nvPr/>
        </p:nvSpPr>
        <p:spPr>
          <a:xfrm rot="10154040">
            <a:off x="4375673" y="5128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7" name="Прямоугольник 446">
            <a:extLst>
              <a:ext uri="{FF2B5EF4-FFF2-40B4-BE49-F238E27FC236}">
                <a16:creationId xmlns:a16="http://schemas.microsoft.com/office/drawing/2014/main" id="{A63003D6-2FE8-47E7-D5B1-0473A528A020}"/>
              </a:ext>
            </a:extLst>
          </p:cNvPr>
          <p:cNvSpPr/>
          <p:nvPr/>
        </p:nvSpPr>
        <p:spPr>
          <a:xfrm rot="10154040">
            <a:off x="1318852" y="4416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8" name="Прямоугольник 447">
            <a:extLst>
              <a:ext uri="{FF2B5EF4-FFF2-40B4-BE49-F238E27FC236}">
                <a16:creationId xmlns:a16="http://schemas.microsoft.com/office/drawing/2014/main" id="{A7EB6377-F97F-0A43-2DBD-D96CE871CF62}"/>
              </a:ext>
            </a:extLst>
          </p:cNvPr>
          <p:cNvSpPr/>
          <p:nvPr/>
        </p:nvSpPr>
        <p:spPr>
          <a:xfrm rot="10154040">
            <a:off x="6763974" y="1838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9" name="Прямоугольник 448">
            <a:extLst>
              <a:ext uri="{FF2B5EF4-FFF2-40B4-BE49-F238E27FC236}">
                <a16:creationId xmlns:a16="http://schemas.microsoft.com/office/drawing/2014/main" id="{C46B559B-B33D-DB1F-EC4A-4BD0DDD68AD9}"/>
              </a:ext>
            </a:extLst>
          </p:cNvPr>
          <p:cNvSpPr/>
          <p:nvPr/>
        </p:nvSpPr>
        <p:spPr>
          <a:xfrm rot="10154040">
            <a:off x="8281989" y="4469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9C898167-A4A2-8DD8-C843-9C0B5D911E67}"/>
              </a:ext>
            </a:extLst>
          </p:cNvPr>
          <p:cNvSpPr/>
          <p:nvPr/>
        </p:nvSpPr>
        <p:spPr>
          <a:xfrm rot="10154040">
            <a:off x="5772031" y="6736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1" name="Прямоугольник 450">
            <a:extLst>
              <a:ext uri="{FF2B5EF4-FFF2-40B4-BE49-F238E27FC236}">
                <a16:creationId xmlns:a16="http://schemas.microsoft.com/office/drawing/2014/main" id="{F27714B8-C63E-3EAD-B0B7-8C0C6EAC2CC9}"/>
              </a:ext>
            </a:extLst>
          </p:cNvPr>
          <p:cNvSpPr/>
          <p:nvPr/>
        </p:nvSpPr>
        <p:spPr>
          <a:xfrm rot="10154040">
            <a:off x="1960094" y="704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2" name="Прямоугольник 451">
            <a:extLst>
              <a:ext uri="{FF2B5EF4-FFF2-40B4-BE49-F238E27FC236}">
                <a16:creationId xmlns:a16="http://schemas.microsoft.com/office/drawing/2014/main" id="{19539B19-2C44-0A6A-93E6-662FCB13BC4A}"/>
              </a:ext>
            </a:extLst>
          </p:cNvPr>
          <p:cNvSpPr/>
          <p:nvPr/>
        </p:nvSpPr>
        <p:spPr>
          <a:xfrm rot="10154040">
            <a:off x="11532108" y="1485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3" name="Прямоугольник 452">
            <a:extLst>
              <a:ext uri="{FF2B5EF4-FFF2-40B4-BE49-F238E27FC236}">
                <a16:creationId xmlns:a16="http://schemas.microsoft.com/office/drawing/2014/main" id="{E0D9F368-F6EE-C33F-2C26-E2356EA143F1}"/>
              </a:ext>
            </a:extLst>
          </p:cNvPr>
          <p:cNvSpPr/>
          <p:nvPr/>
        </p:nvSpPr>
        <p:spPr>
          <a:xfrm rot="10154040">
            <a:off x="11172310" y="3824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4" name="Прямоугольник 453">
            <a:extLst>
              <a:ext uri="{FF2B5EF4-FFF2-40B4-BE49-F238E27FC236}">
                <a16:creationId xmlns:a16="http://schemas.microsoft.com/office/drawing/2014/main" id="{35E803BA-A63E-7ED8-F5E7-E41E0CBAC875}"/>
              </a:ext>
            </a:extLst>
          </p:cNvPr>
          <p:cNvSpPr/>
          <p:nvPr/>
        </p:nvSpPr>
        <p:spPr>
          <a:xfrm rot="10154040">
            <a:off x="4528073" y="5281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5" name="Прямоугольник 454">
            <a:extLst>
              <a:ext uri="{FF2B5EF4-FFF2-40B4-BE49-F238E27FC236}">
                <a16:creationId xmlns:a16="http://schemas.microsoft.com/office/drawing/2014/main" id="{1672B3E1-8E4C-902E-A9B1-22AC12FDB993}"/>
              </a:ext>
            </a:extLst>
          </p:cNvPr>
          <p:cNvSpPr/>
          <p:nvPr/>
        </p:nvSpPr>
        <p:spPr>
          <a:xfrm rot="10154040">
            <a:off x="1471252" y="4568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6" name="Прямоугольник 455">
            <a:extLst>
              <a:ext uri="{FF2B5EF4-FFF2-40B4-BE49-F238E27FC236}">
                <a16:creationId xmlns:a16="http://schemas.microsoft.com/office/drawing/2014/main" id="{7F14A179-BD2B-734E-CBC7-2740D05750CF}"/>
              </a:ext>
            </a:extLst>
          </p:cNvPr>
          <p:cNvSpPr/>
          <p:nvPr/>
        </p:nvSpPr>
        <p:spPr>
          <a:xfrm rot="10154040">
            <a:off x="6916374" y="1990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7" name="Прямоугольник 456">
            <a:extLst>
              <a:ext uri="{FF2B5EF4-FFF2-40B4-BE49-F238E27FC236}">
                <a16:creationId xmlns:a16="http://schemas.microsoft.com/office/drawing/2014/main" id="{898752DA-9652-44DE-1714-7E194A9E23BE}"/>
              </a:ext>
            </a:extLst>
          </p:cNvPr>
          <p:cNvSpPr/>
          <p:nvPr/>
        </p:nvSpPr>
        <p:spPr>
          <a:xfrm rot="10154040">
            <a:off x="8434389" y="4621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8" name="Прямоугольник 457">
            <a:extLst>
              <a:ext uri="{FF2B5EF4-FFF2-40B4-BE49-F238E27FC236}">
                <a16:creationId xmlns:a16="http://schemas.microsoft.com/office/drawing/2014/main" id="{2E55BC33-C261-C440-5D70-37EE98A80E51}"/>
              </a:ext>
            </a:extLst>
          </p:cNvPr>
          <p:cNvSpPr/>
          <p:nvPr/>
        </p:nvSpPr>
        <p:spPr>
          <a:xfrm rot="10154040">
            <a:off x="5924431" y="6889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9" name="Прямоугольник 458">
            <a:extLst>
              <a:ext uri="{FF2B5EF4-FFF2-40B4-BE49-F238E27FC236}">
                <a16:creationId xmlns:a16="http://schemas.microsoft.com/office/drawing/2014/main" id="{189408E0-5217-5147-3F54-988AF3E660FE}"/>
              </a:ext>
            </a:extLst>
          </p:cNvPr>
          <p:cNvSpPr/>
          <p:nvPr/>
        </p:nvSpPr>
        <p:spPr>
          <a:xfrm rot="10154040">
            <a:off x="2112494" y="720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0" name="Прямоугольник 459">
            <a:extLst>
              <a:ext uri="{FF2B5EF4-FFF2-40B4-BE49-F238E27FC236}">
                <a16:creationId xmlns:a16="http://schemas.microsoft.com/office/drawing/2014/main" id="{3DCC32C3-0C43-34B5-14D6-45E9A46A33A5}"/>
              </a:ext>
            </a:extLst>
          </p:cNvPr>
          <p:cNvSpPr/>
          <p:nvPr/>
        </p:nvSpPr>
        <p:spPr>
          <a:xfrm rot="10154040">
            <a:off x="11684508" y="1638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1" name="Прямоугольник 460">
            <a:extLst>
              <a:ext uri="{FF2B5EF4-FFF2-40B4-BE49-F238E27FC236}">
                <a16:creationId xmlns:a16="http://schemas.microsoft.com/office/drawing/2014/main" id="{504CE540-9D13-5448-5C09-6FD20539ABF2}"/>
              </a:ext>
            </a:extLst>
          </p:cNvPr>
          <p:cNvSpPr/>
          <p:nvPr/>
        </p:nvSpPr>
        <p:spPr>
          <a:xfrm rot="10154040">
            <a:off x="11324710" y="3977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2" name="Прямоугольник 461">
            <a:extLst>
              <a:ext uri="{FF2B5EF4-FFF2-40B4-BE49-F238E27FC236}">
                <a16:creationId xmlns:a16="http://schemas.microsoft.com/office/drawing/2014/main" id="{AD60AF17-4322-E1DB-B1A8-B9C018D452D2}"/>
              </a:ext>
            </a:extLst>
          </p:cNvPr>
          <p:cNvSpPr/>
          <p:nvPr/>
        </p:nvSpPr>
        <p:spPr>
          <a:xfrm rot="10154040">
            <a:off x="4680473" y="5433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3" name="Прямоугольник 462">
            <a:extLst>
              <a:ext uri="{FF2B5EF4-FFF2-40B4-BE49-F238E27FC236}">
                <a16:creationId xmlns:a16="http://schemas.microsoft.com/office/drawing/2014/main" id="{C077E2FB-B2DB-A9A9-F8B3-9A459F9F8C35}"/>
              </a:ext>
            </a:extLst>
          </p:cNvPr>
          <p:cNvSpPr/>
          <p:nvPr/>
        </p:nvSpPr>
        <p:spPr>
          <a:xfrm rot="10154040">
            <a:off x="1623652" y="4721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4" name="Прямоугольник 463">
            <a:extLst>
              <a:ext uri="{FF2B5EF4-FFF2-40B4-BE49-F238E27FC236}">
                <a16:creationId xmlns:a16="http://schemas.microsoft.com/office/drawing/2014/main" id="{CD5AF166-0FE6-7B6E-CFA9-06CBBCB118B2}"/>
              </a:ext>
            </a:extLst>
          </p:cNvPr>
          <p:cNvSpPr/>
          <p:nvPr/>
        </p:nvSpPr>
        <p:spPr>
          <a:xfrm rot="10154040">
            <a:off x="7068774" y="2143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5" name="Прямоугольник 464">
            <a:extLst>
              <a:ext uri="{FF2B5EF4-FFF2-40B4-BE49-F238E27FC236}">
                <a16:creationId xmlns:a16="http://schemas.microsoft.com/office/drawing/2014/main" id="{6A18642F-F086-C5C4-E493-BE5E9AF10B7D}"/>
              </a:ext>
            </a:extLst>
          </p:cNvPr>
          <p:cNvSpPr/>
          <p:nvPr/>
        </p:nvSpPr>
        <p:spPr>
          <a:xfrm rot="10154040">
            <a:off x="8586789" y="4774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6" name="Прямоугольник 465">
            <a:extLst>
              <a:ext uri="{FF2B5EF4-FFF2-40B4-BE49-F238E27FC236}">
                <a16:creationId xmlns:a16="http://schemas.microsoft.com/office/drawing/2014/main" id="{F94EC48C-84D6-D8A4-2C55-C130AAC60C07}"/>
              </a:ext>
            </a:extLst>
          </p:cNvPr>
          <p:cNvSpPr/>
          <p:nvPr/>
        </p:nvSpPr>
        <p:spPr>
          <a:xfrm rot="10154040">
            <a:off x="6076831" y="7041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7" name="Прямоугольник 466">
            <a:extLst>
              <a:ext uri="{FF2B5EF4-FFF2-40B4-BE49-F238E27FC236}">
                <a16:creationId xmlns:a16="http://schemas.microsoft.com/office/drawing/2014/main" id="{EF5959B9-3661-776B-BC9A-31EC7F22A26E}"/>
              </a:ext>
            </a:extLst>
          </p:cNvPr>
          <p:cNvSpPr/>
          <p:nvPr/>
        </p:nvSpPr>
        <p:spPr>
          <a:xfrm rot="10154040">
            <a:off x="2264894" y="7354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8" name="Прямоугольник 467">
            <a:extLst>
              <a:ext uri="{FF2B5EF4-FFF2-40B4-BE49-F238E27FC236}">
                <a16:creationId xmlns:a16="http://schemas.microsoft.com/office/drawing/2014/main" id="{3DB9953B-9A47-65AE-E24D-ED86EB41E807}"/>
              </a:ext>
            </a:extLst>
          </p:cNvPr>
          <p:cNvSpPr/>
          <p:nvPr/>
        </p:nvSpPr>
        <p:spPr>
          <a:xfrm rot="10154040">
            <a:off x="7735842" y="-7617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9" name="Прямоугольник 468">
            <a:extLst>
              <a:ext uri="{FF2B5EF4-FFF2-40B4-BE49-F238E27FC236}">
                <a16:creationId xmlns:a16="http://schemas.microsoft.com/office/drawing/2014/main" id="{0DCCC729-4336-EF1B-6E4C-2F88A098E430}"/>
              </a:ext>
            </a:extLst>
          </p:cNvPr>
          <p:cNvSpPr/>
          <p:nvPr/>
        </p:nvSpPr>
        <p:spPr>
          <a:xfrm rot="10154040">
            <a:off x="7376044" y="157728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0" name="Прямоугольник 469">
            <a:extLst>
              <a:ext uri="{FF2B5EF4-FFF2-40B4-BE49-F238E27FC236}">
                <a16:creationId xmlns:a16="http://schemas.microsoft.com/office/drawing/2014/main" id="{7ECF40E5-816F-A293-E454-6E0ECE0D18D8}"/>
              </a:ext>
            </a:extLst>
          </p:cNvPr>
          <p:cNvSpPr/>
          <p:nvPr/>
        </p:nvSpPr>
        <p:spPr>
          <a:xfrm rot="10154040">
            <a:off x="731807" y="30336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1" name="Прямоугольник 470">
            <a:extLst>
              <a:ext uri="{FF2B5EF4-FFF2-40B4-BE49-F238E27FC236}">
                <a16:creationId xmlns:a16="http://schemas.microsoft.com/office/drawing/2014/main" id="{44E6DE9F-6601-B6AA-A33A-E471E053F6C5}"/>
              </a:ext>
            </a:extLst>
          </p:cNvPr>
          <p:cNvSpPr/>
          <p:nvPr/>
        </p:nvSpPr>
        <p:spPr>
          <a:xfrm rot="10154040">
            <a:off x="-2325014" y="23211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2" name="Прямоугольник 471">
            <a:extLst>
              <a:ext uri="{FF2B5EF4-FFF2-40B4-BE49-F238E27FC236}">
                <a16:creationId xmlns:a16="http://schemas.microsoft.com/office/drawing/2014/main" id="{FD3535AF-7A62-35E0-ED5C-9030389F1B41}"/>
              </a:ext>
            </a:extLst>
          </p:cNvPr>
          <p:cNvSpPr/>
          <p:nvPr/>
        </p:nvSpPr>
        <p:spPr>
          <a:xfrm rot="10154040">
            <a:off x="3120108" y="-2569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3" name="Прямоугольник 472">
            <a:extLst>
              <a:ext uri="{FF2B5EF4-FFF2-40B4-BE49-F238E27FC236}">
                <a16:creationId xmlns:a16="http://schemas.microsoft.com/office/drawing/2014/main" id="{0E92711D-8770-3654-9EAB-C11FB0222508}"/>
              </a:ext>
            </a:extLst>
          </p:cNvPr>
          <p:cNvSpPr/>
          <p:nvPr/>
        </p:nvSpPr>
        <p:spPr>
          <a:xfrm rot="10154040">
            <a:off x="4638123" y="23740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4" name="Прямоугольник 473">
            <a:extLst>
              <a:ext uri="{FF2B5EF4-FFF2-40B4-BE49-F238E27FC236}">
                <a16:creationId xmlns:a16="http://schemas.microsoft.com/office/drawing/2014/main" id="{E8CA5BA5-4453-1696-523C-0E544492EB54}"/>
              </a:ext>
            </a:extLst>
          </p:cNvPr>
          <p:cNvSpPr/>
          <p:nvPr/>
        </p:nvSpPr>
        <p:spPr>
          <a:xfrm rot="10154040">
            <a:off x="2128165" y="46415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5" name="Прямоугольник 474">
            <a:extLst>
              <a:ext uri="{FF2B5EF4-FFF2-40B4-BE49-F238E27FC236}">
                <a16:creationId xmlns:a16="http://schemas.microsoft.com/office/drawing/2014/main" id="{1EC0EF1D-B75B-3E01-533D-525265A90EF0}"/>
              </a:ext>
            </a:extLst>
          </p:cNvPr>
          <p:cNvSpPr/>
          <p:nvPr/>
        </p:nvSpPr>
        <p:spPr>
          <a:xfrm rot="10154040">
            <a:off x="-1683772" y="49540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6" name="Прямоугольник 475">
            <a:extLst>
              <a:ext uri="{FF2B5EF4-FFF2-40B4-BE49-F238E27FC236}">
                <a16:creationId xmlns:a16="http://schemas.microsoft.com/office/drawing/2014/main" id="{09BDB442-8293-0620-967D-2CD718EC1965}"/>
              </a:ext>
            </a:extLst>
          </p:cNvPr>
          <p:cNvSpPr/>
          <p:nvPr/>
        </p:nvSpPr>
        <p:spPr>
          <a:xfrm rot="10154040">
            <a:off x="3787176" y="-31617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7" name="Прямоугольник 476">
            <a:extLst>
              <a:ext uri="{FF2B5EF4-FFF2-40B4-BE49-F238E27FC236}">
                <a16:creationId xmlns:a16="http://schemas.microsoft.com/office/drawing/2014/main" id="{287A6393-0C50-9A61-6996-ABF99FE3232B}"/>
              </a:ext>
            </a:extLst>
          </p:cNvPr>
          <p:cNvSpPr/>
          <p:nvPr/>
        </p:nvSpPr>
        <p:spPr>
          <a:xfrm rot="10154040">
            <a:off x="3427378" y="-82272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8" name="Прямоугольник 477">
            <a:extLst>
              <a:ext uri="{FF2B5EF4-FFF2-40B4-BE49-F238E27FC236}">
                <a16:creationId xmlns:a16="http://schemas.microsoft.com/office/drawing/2014/main" id="{D725F1C8-263B-A44A-C03D-33CD0BF97DE7}"/>
              </a:ext>
            </a:extLst>
          </p:cNvPr>
          <p:cNvSpPr/>
          <p:nvPr/>
        </p:nvSpPr>
        <p:spPr>
          <a:xfrm rot="10154040">
            <a:off x="-3216859" y="6336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79" name="Прямоугольник 478">
            <a:extLst>
              <a:ext uri="{FF2B5EF4-FFF2-40B4-BE49-F238E27FC236}">
                <a16:creationId xmlns:a16="http://schemas.microsoft.com/office/drawing/2014/main" id="{F17D3F23-8360-1EEA-3F85-4C33656F3819}"/>
              </a:ext>
            </a:extLst>
          </p:cNvPr>
          <p:cNvSpPr/>
          <p:nvPr/>
        </p:nvSpPr>
        <p:spPr>
          <a:xfrm rot="10154040">
            <a:off x="-6273680" y="-788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0" name="Прямоугольник 479">
            <a:extLst>
              <a:ext uri="{FF2B5EF4-FFF2-40B4-BE49-F238E27FC236}">
                <a16:creationId xmlns:a16="http://schemas.microsoft.com/office/drawing/2014/main" id="{6E88B082-3A56-DEA1-8649-DF28977AAED8}"/>
              </a:ext>
            </a:extLst>
          </p:cNvPr>
          <p:cNvSpPr/>
          <p:nvPr/>
        </p:nvSpPr>
        <p:spPr>
          <a:xfrm rot="10154040">
            <a:off x="-828558" y="-26569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1" name="Прямоугольник 480">
            <a:extLst>
              <a:ext uri="{FF2B5EF4-FFF2-40B4-BE49-F238E27FC236}">
                <a16:creationId xmlns:a16="http://schemas.microsoft.com/office/drawing/2014/main" id="{564030F4-386B-1490-2914-0BF8FA9D4FD9}"/>
              </a:ext>
            </a:extLst>
          </p:cNvPr>
          <p:cNvSpPr/>
          <p:nvPr/>
        </p:nvSpPr>
        <p:spPr>
          <a:xfrm rot="10154040">
            <a:off x="689457" y="-2600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2" name="Прямоугольник 481">
            <a:extLst>
              <a:ext uri="{FF2B5EF4-FFF2-40B4-BE49-F238E27FC236}">
                <a16:creationId xmlns:a16="http://schemas.microsoft.com/office/drawing/2014/main" id="{85DECEA8-548D-7708-4C8C-9EA2BBA8FD36}"/>
              </a:ext>
            </a:extLst>
          </p:cNvPr>
          <p:cNvSpPr/>
          <p:nvPr/>
        </p:nvSpPr>
        <p:spPr>
          <a:xfrm rot="10154040">
            <a:off x="-1820501" y="22415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3" name="Прямоугольник 482">
            <a:extLst>
              <a:ext uri="{FF2B5EF4-FFF2-40B4-BE49-F238E27FC236}">
                <a16:creationId xmlns:a16="http://schemas.microsoft.com/office/drawing/2014/main" id="{3C532CC3-C17B-033A-0A86-29C804E2BBE8}"/>
              </a:ext>
            </a:extLst>
          </p:cNvPr>
          <p:cNvSpPr/>
          <p:nvPr/>
        </p:nvSpPr>
        <p:spPr>
          <a:xfrm rot="10154040">
            <a:off x="-5632438" y="25540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4" name="Прямоугольник 483">
            <a:extLst>
              <a:ext uri="{FF2B5EF4-FFF2-40B4-BE49-F238E27FC236}">
                <a16:creationId xmlns:a16="http://schemas.microsoft.com/office/drawing/2014/main" id="{F4459CE5-3417-2653-2ED3-8DEB5CF11AF0}"/>
              </a:ext>
            </a:extLst>
          </p:cNvPr>
          <p:cNvSpPr/>
          <p:nvPr/>
        </p:nvSpPr>
        <p:spPr>
          <a:xfrm rot="10154040">
            <a:off x="12217757" y="16794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5" name="Прямоугольник 484">
            <a:extLst>
              <a:ext uri="{FF2B5EF4-FFF2-40B4-BE49-F238E27FC236}">
                <a16:creationId xmlns:a16="http://schemas.microsoft.com/office/drawing/2014/main" id="{0E72B04D-FB7F-F961-2D38-E73130B7ED60}"/>
              </a:ext>
            </a:extLst>
          </p:cNvPr>
          <p:cNvSpPr/>
          <p:nvPr/>
        </p:nvSpPr>
        <p:spPr>
          <a:xfrm rot="10154040">
            <a:off x="11857959" y="40184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6" name="Прямоугольник 485">
            <a:extLst>
              <a:ext uri="{FF2B5EF4-FFF2-40B4-BE49-F238E27FC236}">
                <a16:creationId xmlns:a16="http://schemas.microsoft.com/office/drawing/2014/main" id="{24C98BEC-C2E5-6CCA-B80E-E2CA2E771DDD}"/>
              </a:ext>
            </a:extLst>
          </p:cNvPr>
          <p:cNvSpPr/>
          <p:nvPr/>
        </p:nvSpPr>
        <p:spPr>
          <a:xfrm rot="10154040">
            <a:off x="5213722" y="54748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7" name="Прямоугольник 486">
            <a:extLst>
              <a:ext uri="{FF2B5EF4-FFF2-40B4-BE49-F238E27FC236}">
                <a16:creationId xmlns:a16="http://schemas.microsoft.com/office/drawing/2014/main" id="{97D7F7C3-7163-81AE-B5B9-188FFE719EAA}"/>
              </a:ext>
            </a:extLst>
          </p:cNvPr>
          <p:cNvSpPr/>
          <p:nvPr/>
        </p:nvSpPr>
        <p:spPr>
          <a:xfrm rot="10154040">
            <a:off x="2156901" y="47623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8" name="Прямоугольник 487">
            <a:extLst>
              <a:ext uri="{FF2B5EF4-FFF2-40B4-BE49-F238E27FC236}">
                <a16:creationId xmlns:a16="http://schemas.microsoft.com/office/drawing/2014/main" id="{C48E7056-2A67-3256-1A5B-D37C37B19AF0}"/>
              </a:ext>
            </a:extLst>
          </p:cNvPr>
          <p:cNvSpPr/>
          <p:nvPr/>
        </p:nvSpPr>
        <p:spPr>
          <a:xfrm rot="10154040">
            <a:off x="7602023" y="21841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9" name="Прямоугольник 488">
            <a:extLst>
              <a:ext uri="{FF2B5EF4-FFF2-40B4-BE49-F238E27FC236}">
                <a16:creationId xmlns:a16="http://schemas.microsoft.com/office/drawing/2014/main" id="{2D8215A0-4B28-6FD8-64A5-F06C2A5B4462}"/>
              </a:ext>
            </a:extLst>
          </p:cNvPr>
          <p:cNvSpPr/>
          <p:nvPr/>
        </p:nvSpPr>
        <p:spPr>
          <a:xfrm rot="10154040">
            <a:off x="9120038" y="48151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0" name="Прямоугольник 489">
            <a:extLst>
              <a:ext uri="{FF2B5EF4-FFF2-40B4-BE49-F238E27FC236}">
                <a16:creationId xmlns:a16="http://schemas.microsoft.com/office/drawing/2014/main" id="{6A99D5E8-7097-FDD8-3348-661B75E6AE1F}"/>
              </a:ext>
            </a:extLst>
          </p:cNvPr>
          <p:cNvSpPr/>
          <p:nvPr/>
        </p:nvSpPr>
        <p:spPr>
          <a:xfrm rot="10154040">
            <a:off x="6610080" y="70827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1" name="Прямоугольник 490">
            <a:extLst>
              <a:ext uri="{FF2B5EF4-FFF2-40B4-BE49-F238E27FC236}">
                <a16:creationId xmlns:a16="http://schemas.microsoft.com/office/drawing/2014/main" id="{7E3D6D7B-A48B-5C6B-E5B6-80C2A097A252}"/>
              </a:ext>
            </a:extLst>
          </p:cNvPr>
          <p:cNvSpPr/>
          <p:nvPr/>
        </p:nvSpPr>
        <p:spPr>
          <a:xfrm rot="10154040">
            <a:off x="2798143" y="73952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2" name="Прямоугольник: скругленные углы 491">
            <a:extLst>
              <a:ext uri="{FF2B5EF4-FFF2-40B4-BE49-F238E27FC236}">
                <a16:creationId xmlns:a16="http://schemas.microsoft.com/office/drawing/2014/main" id="{A4BC9A5F-AE8E-5BA1-8997-B33BDB57E236}"/>
              </a:ext>
            </a:extLst>
          </p:cNvPr>
          <p:cNvSpPr/>
          <p:nvPr/>
        </p:nvSpPr>
        <p:spPr>
          <a:xfrm>
            <a:off x="590550" y="5715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3" name="Заголовок 1">
            <a:extLst>
              <a:ext uri="{FF2B5EF4-FFF2-40B4-BE49-F238E27FC236}">
                <a16:creationId xmlns:a16="http://schemas.microsoft.com/office/drawing/2014/main" id="{DA78526B-7FC8-6561-77DF-8FAF71B24CB6}"/>
              </a:ext>
            </a:extLst>
          </p:cNvPr>
          <p:cNvSpPr txBox="1">
            <a:spLocks/>
          </p:cNvSpPr>
          <p:nvPr/>
        </p:nvSpPr>
        <p:spPr>
          <a:xfrm>
            <a:off x="-945350" y="-828675"/>
            <a:ext cx="10201274" cy="1004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Открыто ВБ/СПУМЕР</a:t>
            </a:r>
          </a:p>
        </p:txBody>
      </p:sp>
      <p:sp>
        <p:nvSpPr>
          <p:cNvPr id="494" name="Прямоугольник: скругленные углы 493">
            <a:extLst>
              <a:ext uri="{FF2B5EF4-FFF2-40B4-BE49-F238E27FC236}">
                <a16:creationId xmlns:a16="http://schemas.microsoft.com/office/drawing/2014/main" id="{CD278AA5-829C-9B80-F7CC-D2BA6BA1C9B5}"/>
              </a:ext>
            </a:extLst>
          </p:cNvPr>
          <p:cNvSpPr/>
          <p:nvPr/>
        </p:nvSpPr>
        <p:spPr>
          <a:xfrm>
            <a:off x="7991459" y="62404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95" name="Подзаголовок 2">
            <a:extLst>
              <a:ext uri="{FF2B5EF4-FFF2-40B4-BE49-F238E27FC236}">
                <a16:creationId xmlns:a16="http://schemas.microsoft.com/office/drawing/2014/main" id="{67A83F82-20FE-506D-FFE9-5BCC69394763}"/>
              </a:ext>
            </a:extLst>
          </p:cNvPr>
          <p:cNvSpPr txBox="1">
            <a:spLocks/>
          </p:cNvSpPr>
          <p:nvPr/>
        </p:nvSpPr>
        <p:spPr>
          <a:xfrm>
            <a:off x="4357687" y="73548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496" name="Подзаголовок 2">
            <a:extLst>
              <a:ext uri="{FF2B5EF4-FFF2-40B4-BE49-F238E27FC236}">
                <a16:creationId xmlns:a16="http://schemas.microsoft.com/office/drawing/2014/main" id="{6FDE8CE3-B128-09A4-7537-072F1ED03C94}"/>
              </a:ext>
            </a:extLst>
          </p:cNvPr>
          <p:cNvSpPr txBox="1">
            <a:spLocks/>
          </p:cNvSpPr>
          <p:nvPr/>
        </p:nvSpPr>
        <p:spPr>
          <a:xfrm>
            <a:off x="4557713" y="73548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497" name="Подзаголовок 2">
            <a:extLst>
              <a:ext uri="{FF2B5EF4-FFF2-40B4-BE49-F238E27FC236}">
                <a16:creationId xmlns:a16="http://schemas.microsoft.com/office/drawing/2014/main" id="{DD6F6246-C92C-2777-23EA-A324EE52C88F}"/>
              </a:ext>
            </a:extLst>
          </p:cNvPr>
          <p:cNvSpPr txBox="1">
            <a:spLocks/>
          </p:cNvSpPr>
          <p:nvPr/>
        </p:nvSpPr>
        <p:spPr>
          <a:xfrm>
            <a:off x="4757739" y="73548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498" name="Подзаголовок 2">
            <a:extLst>
              <a:ext uri="{FF2B5EF4-FFF2-40B4-BE49-F238E27FC236}">
                <a16:creationId xmlns:a16="http://schemas.microsoft.com/office/drawing/2014/main" id="{A94D464B-0DDE-DA8B-8AB2-A9CEBA403DF4}"/>
              </a:ext>
            </a:extLst>
          </p:cNvPr>
          <p:cNvSpPr txBox="1">
            <a:spLocks/>
          </p:cNvSpPr>
          <p:nvPr/>
        </p:nvSpPr>
        <p:spPr>
          <a:xfrm>
            <a:off x="4945862" y="73548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499" name="Подзаголовок 2">
            <a:extLst>
              <a:ext uri="{FF2B5EF4-FFF2-40B4-BE49-F238E27FC236}">
                <a16:creationId xmlns:a16="http://schemas.microsoft.com/office/drawing/2014/main" id="{E4D6B4FD-A08B-C14C-E4C7-4F827C6B8F8B}"/>
              </a:ext>
            </a:extLst>
          </p:cNvPr>
          <p:cNvSpPr txBox="1">
            <a:spLocks/>
          </p:cNvSpPr>
          <p:nvPr/>
        </p:nvSpPr>
        <p:spPr>
          <a:xfrm>
            <a:off x="5157792" y="73548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500" name="Подзаголовок 2">
            <a:extLst>
              <a:ext uri="{FF2B5EF4-FFF2-40B4-BE49-F238E27FC236}">
                <a16:creationId xmlns:a16="http://schemas.microsoft.com/office/drawing/2014/main" id="{371AAFE2-D479-F588-9284-9A1908B66181}"/>
              </a:ext>
            </a:extLst>
          </p:cNvPr>
          <p:cNvSpPr txBox="1">
            <a:spLocks/>
          </p:cNvSpPr>
          <p:nvPr/>
        </p:nvSpPr>
        <p:spPr>
          <a:xfrm>
            <a:off x="5357818" y="73548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501" name="Прямоугольник: скругленные углы 500">
            <a:extLst>
              <a:ext uri="{FF2B5EF4-FFF2-40B4-BE49-F238E27FC236}">
                <a16:creationId xmlns:a16="http://schemas.microsoft.com/office/drawing/2014/main" id="{62371AF6-C29E-4016-4DB0-0D77580F2286}"/>
              </a:ext>
            </a:extLst>
          </p:cNvPr>
          <p:cNvSpPr/>
          <p:nvPr/>
        </p:nvSpPr>
        <p:spPr>
          <a:xfrm>
            <a:off x="8041461" y="62872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502" name="Прямоугольник: скругленные углы 501">
            <a:extLst>
              <a:ext uri="{FF2B5EF4-FFF2-40B4-BE49-F238E27FC236}">
                <a16:creationId xmlns:a16="http://schemas.microsoft.com/office/drawing/2014/main" id="{E7B11DA7-06E7-49A1-A3A9-BF3E0C716C24}"/>
              </a:ext>
            </a:extLst>
          </p:cNvPr>
          <p:cNvSpPr/>
          <p:nvPr/>
        </p:nvSpPr>
        <p:spPr>
          <a:xfrm>
            <a:off x="590550" y="5715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3" name="Прямоугольник: скругленные углы 502">
            <a:extLst>
              <a:ext uri="{FF2B5EF4-FFF2-40B4-BE49-F238E27FC236}">
                <a16:creationId xmlns:a16="http://schemas.microsoft.com/office/drawing/2014/main" id="{B091B5FF-4495-9209-95C3-6F0F6C957FE7}"/>
              </a:ext>
            </a:extLst>
          </p:cNvPr>
          <p:cNvSpPr/>
          <p:nvPr/>
        </p:nvSpPr>
        <p:spPr>
          <a:xfrm>
            <a:off x="11572874" y="62872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504" name="Прямоугольник: скругленные углы 503">
            <a:hlinkClick r:id="rId4" action="ppaction://hlinksldjump"/>
            <a:extLst>
              <a:ext uri="{FF2B5EF4-FFF2-40B4-BE49-F238E27FC236}">
                <a16:creationId xmlns:a16="http://schemas.microsoft.com/office/drawing/2014/main" id="{90F38094-E72B-D31D-582A-A6E796FDCCBF}"/>
              </a:ext>
            </a:extLst>
          </p:cNvPr>
          <p:cNvSpPr/>
          <p:nvPr/>
        </p:nvSpPr>
        <p:spPr>
          <a:xfrm>
            <a:off x="11572874" y="62872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505" name="Прямоугольник: скругленные углы 504">
            <a:extLst>
              <a:ext uri="{FF2B5EF4-FFF2-40B4-BE49-F238E27FC236}">
                <a16:creationId xmlns:a16="http://schemas.microsoft.com/office/drawing/2014/main" id="{A03FD53F-EEDD-E4C8-3012-4848DFE57854}"/>
              </a:ext>
            </a:extLst>
          </p:cNvPr>
          <p:cNvSpPr/>
          <p:nvPr/>
        </p:nvSpPr>
        <p:spPr>
          <a:xfrm>
            <a:off x="2310404" y="5715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6" name="Прямоугольник 505">
            <a:extLst>
              <a:ext uri="{FF2B5EF4-FFF2-40B4-BE49-F238E27FC236}">
                <a16:creationId xmlns:a16="http://schemas.microsoft.com/office/drawing/2014/main" id="{CC8D592F-B4B8-A999-F098-EEDD8A548E32}"/>
              </a:ext>
            </a:extLst>
          </p:cNvPr>
          <p:cNvSpPr/>
          <p:nvPr/>
        </p:nvSpPr>
        <p:spPr>
          <a:xfrm>
            <a:off x="2322917" y="18192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07" name="Прямоугольник: скругленные углы 506">
            <a:hlinkClick r:id="rId6" action="ppaction://hlinksldjump"/>
            <a:extLst>
              <a:ext uri="{FF2B5EF4-FFF2-40B4-BE49-F238E27FC236}">
                <a16:creationId xmlns:a16="http://schemas.microsoft.com/office/drawing/2014/main" id="{968E3798-F0DE-D41B-9FA5-7D2F5CBCA245}"/>
              </a:ext>
            </a:extLst>
          </p:cNvPr>
          <p:cNvSpPr/>
          <p:nvPr/>
        </p:nvSpPr>
        <p:spPr>
          <a:xfrm>
            <a:off x="2310404" y="5715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8" name="Прямоугольник: скругленные углы 507">
            <a:extLst>
              <a:ext uri="{FF2B5EF4-FFF2-40B4-BE49-F238E27FC236}">
                <a16:creationId xmlns:a16="http://schemas.microsoft.com/office/drawing/2014/main" id="{B70DCDB7-0256-643A-2ADA-EC62F338A115}"/>
              </a:ext>
            </a:extLst>
          </p:cNvPr>
          <p:cNvSpPr/>
          <p:nvPr/>
        </p:nvSpPr>
        <p:spPr>
          <a:xfrm>
            <a:off x="9800317" y="73881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9" name="Прямоугольник: скругленные углы 508">
            <a:extLst>
              <a:ext uri="{FF2B5EF4-FFF2-40B4-BE49-F238E27FC236}">
                <a16:creationId xmlns:a16="http://schemas.microsoft.com/office/drawing/2014/main" id="{894F57D8-1558-7F2B-AEED-17960AB840C4}"/>
              </a:ext>
            </a:extLst>
          </p:cNvPr>
          <p:cNvSpPr/>
          <p:nvPr/>
        </p:nvSpPr>
        <p:spPr>
          <a:xfrm>
            <a:off x="9800317" y="62961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0" name="Прямоугольник: скругленные углы 509">
            <a:extLst>
              <a:ext uri="{FF2B5EF4-FFF2-40B4-BE49-F238E27FC236}">
                <a16:creationId xmlns:a16="http://schemas.microsoft.com/office/drawing/2014/main" id="{B6A5ACB1-0E5B-887B-5F55-58C597359452}"/>
              </a:ext>
            </a:extLst>
          </p:cNvPr>
          <p:cNvSpPr/>
          <p:nvPr/>
        </p:nvSpPr>
        <p:spPr>
          <a:xfrm>
            <a:off x="4065614" y="5715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1" name="Прямоугольник: скругленные углы 510">
            <a:extLst>
              <a:ext uri="{FF2B5EF4-FFF2-40B4-BE49-F238E27FC236}">
                <a16:creationId xmlns:a16="http://schemas.microsoft.com/office/drawing/2014/main" id="{E025BC7D-BC41-C2F3-41E1-A7E2F8AC6C80}"/>
              </a:ext>
            </a:extLst>
          </p:cNvPr>
          <p:cNvSpPr/>
          <p:nvPr/>
        </p:nvSpPr>
        <p:spPr>
          <a:xfrm>
            <a:off x="5816203" y="5715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2" name="Прямоугольник: скругленные углы 511">
            <a:hlinkClick r:id="rId10" action="ppaction://hlinksldjump"/>
            <a:extLst>
              <a:ext uri="{FF2B5EF4-FFF2-40B4-BE49-F238E27FC236}">
                <a16:creationId xmlns:a16="http://schemas.microsoft.com/office/drawing/2014/main" id="{64502C1A-55DB-CEB5-EBA1-7410B8117AA0}"/>
              </a:ext>
            </a:extLst>
          </p:cNvPr>
          <p:cNvSpPr/>
          <p:nvPr/>
        </p:nvSpPr>
        <p:spPr>
          <a:xfrm>
            <a:off x="5817739" y="5715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3" name="Прямоугольник 512">
            <a:extLst>
              <a:ext uri="{FF2B5EF4-FFF2-40B4-BE49-F238E27FC236}">
                <a16:creationId xmlns:a16="http://schemas.microsoft.com/office/drawing/2014/main" id="{F0B22448-A18C-3B8B-1DD4-638C79BB411D}"/>
              </a:ext>
            </a:extLst>
          </p:cNvPr>
          <p:cNvSpPr/>
          <p:nvPr/>
        </p:nvSpPr>
        <p:spPr>
          <a:xfrm>
            <a:off x="5376257" y="18192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4" name="Прямоугольник: скругленные углы 513">
            <a:hlinkClick r:id="rId10" action="ppaction://hlinksldjump"/>
            <a:extLst>
              <a:ext uri="{FF2B5EF4-FFF2-40B4-BE49-F238E27FC236}">
                <a16:creationId xmlns:a16="http://schemas.microsoft.com/office/drawing/2014/main" id="{C5C26CE4-1413-A4CB-F1EA-60D6E0DE3CBE}"/>
              </a:ext>
            </a:extLst>
          </p:cNvPr>
          <p:cNvSpPr/>
          <p:nvPr/>
        </p:nvSpPr>
        <p:spPr>
          <a:xfrm>
            <a:off x="9825089" y="72182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5" name="Прямоугольник 514">
            <a:extLst>
              <a:ext uri="{FF2B5EF4-FFF2-40B4-BE49-F238E27FC236}">
                <a16:creationId xmlns:a16="http://schemas.microsoft.com/office/drawing/2014/main" id="{C2CD06FA-68B0-574E-A418-6084EEE537E7}"/>
              </a:ext>
            </a:extLst>
          </p:cNvPr>
          <p:cNvSpPr/>
          <p:nvPr/>
        </p:nvSpPr>
        <p:spPr>
          <a:xfrm>
            <a:off x="4008295" y="18192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6" name="Прямоугольник: скругленные углы 515">
            <a:hlinkClick r:id="rId10" action="ppaction://hlinksldjump"/>
            <a:extLst>
              <a:ext uri="{FF2B5EF4-FFF2-40B4-BE49-F238E27FC236}">
                <a16:creationId xmlns:a16="http://schemas.microsoft.com/office/drawing/2014/main" id="{08DDD9D2-CA9E-41B6-91B1-5310CD9FCCA4}"/>
              </a:ext>
            </a:extLst>
          </p:cNvPr>
          <p:cNvSpPr/>
          <p:nvPr/>
        </p:nvSpPr>
        <p:spPr>
          <a:xfrm>
            <a:off x="4060993" y="5715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7" name="Прямоугольник: скругленные углы 516">
            <a:extLst>
              <a:ext uri="{FF2B5EF4-FFF2-40B4-BE49-F238E27FC236}">
                <a16:creationId xmlns:a16="http://schemas.microsoft.com/office/drawing/2014/main" id="{B1957F32-408B-E7CC-7A90-E4256D24A5C8}"/>
              </a:ext>
            </a:extLst>
          </p:cNvPr>
          <p:cNvSpPr/>
          <p:nvPr/>
        </p:nvSpPr>
        <p:spPr>
          <a:xfrm>
            <a:off x="1652466" y="15072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18" name="Прямоугольник: скругленные углы 517">
            <a:hlinkClick r:id="rId13" action="ppaction://hlinksldjump"/>
            <a:extLst>
              <a:ext uri="{FF2B5EF4-FFF2-40B4-BE49-F238E27FC236}">
                <a16:creationId xmlns:a16="http://schemas.microsoft.com/office/drawing/2014/main" id="{70500B42-C636-047F-E5B5-7A4F8687E8D8}"/>
              </a:ext>
            </a:extLst>
          </p:cNvPr>
          <p:cNvSpPr/>
          <p:nvPr/>
        </p:nvSpPr>
        <p:spPr>
          <a:xfrm>
            <a:off x="6264470" y="16270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519" name="Прямоугольник 518">
            <a:extLst>
              <a:ext uri="{FF2B5EF4-FFF2-40B4-BE49-F238E27FC236}">
                <a16:creationId xmlns:a16="http://schemas.microsoft.com/office/drawing/2014/main" id="{95CA26BA-B31F-9D30-0F5B-7D11A63FE937}"/>
              </a:ext>
            </a:extLst>
          </p:cNvPr>
          <p:cNvSpPr/>
          <p:nvPr/>
        </p:nvSpPr>
        <p:spPr>
          <a:xfrm>
            <a:off x="4968484" y="16270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520" name="Прямоугольник: скругленные углы 519">
            <a:extLst>
              <a:ext uri="{FF2B5EF4-FFF2-40B4-BE49-F238E27FC236}">
                <a16:creationId xmlns:a16="http://schemas.microsoft.com/office/drawing/2014/main" id="{D776C937-4AE3-E0A0-2BAC-8BD0E62013C3}"/>
              </a:ext>
            </a:extLst>
          </p:cNvPr>
          <p:cNvSpPr/>
          <p:nvPr/>
        </p:nvSpPr>
        <p:spPr>
          <a:xfrm>
            <a:off x="3533497" y="20073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521" name="Прямоугольник: скругленные углы 520">
            <a:extLst>
              <a:ext uri="{FF2B5EF4-FFF2-40B4-BE49-F238E27FC236}">
                <a16:creationId xmlns:a16="http://schemas.microsoft.com/office/drawing/2014/main" id="{CC26818C-2752-9A0B-52DB-F679CC9EC4BE}"/>
              </a:ext>
            </a:extLst>
          </p:cNvPr>
          <p:cNvSpPr/>
          <p:nvPr/>
        </p:nvSpPr>
        <p:spPr>
          <a:xfrm>
            <a:off x="2796179" y="19905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2" name="Прямоугольник: скругленные углы 521">
            <a:extLst>
              <a:ext uri="{FF2B5EF4-FFF2-40B4-BE49-F238E27FC236}">
                <a16:creationId xmlns:a16="http://schemas.microsoft.com/office/drawing/2014/main" id="{E10F368B-FFD5-71E7-F96F-64E6A1802BB3}"/>
              </a:ext>
            </a:extLst>
          </p:cNvPr>
          <p:cNvSpPr/>
          <p:nvPr/>
        </p:nvSpPr>
        <p:spPr>
          <a:xfrm>
            <a:off x="8249314" y="19905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3" name="Прямоугольник: скругленные углы 522">
            <a:extLst>
              <a:ext uri="{FF2B5EF4-FFF2-40B4-BE49-F238E27FC236}">
                <a16:creationId xmlns:a16="http://schemas.microsoft.com/office/drawing/2014/main" id="{F87EF2DC-08C8-2538-451F-1B4FB20E4504}"/>
              </a:ext>
            </a:extLst>
          </p:cNvPr>
          <p:cNvSpPr/>
          <p:nvPr/>
        </p:nvSpPr>
        <p:spPr>
          <a:xfrm>
            <a:off x="8249314" y="1988677"/>
            <a:ext cx="458556" cy="458556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4" name="Прямоугольник: скругленные углы 523">
            <a:extLst>
              <a:ext uri="{FF2B5EF4-FFF2-40B4-BE49-F238E27FC236}">
                <a16:creationId xmlns:a16="http://schemas.microsoft.com/office/drawing/2014/main" id="{FD00752A-688D-0719-94EB-CA32CE0A0300}"/>
              </a:ext>
            </a:extLst>
          </p:cNvPr>
          <p:cNvSpPr/>
          <p:nvPr/>
        </p:nvSpPr>
        <p:spPr>
          <a:xfrm>
            <a:off x="1776269" y="20244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результат</a:t>
            </a:r>
          </a:p>
        </p:txBody>
      </p:sp>
      <p:sp>
        <p:nvSpPr>
          <p:cNvPr id="525" name="Прямоугольник: скругленные углы 524">
            <a:extLst>
              <a:ext uri="{FF2B5EF4-FFF2-40B4-BE49-F238E27FC236}">
                <a16:creationId xmlns:a16="http://schemas.microsoft.com/office/drawing/2014/main" id="{826825C2-6171-2B85-0803-740B985819D0}"/>
              </a:ext>
            </a:extLst>
          </p:cNvPr>
          <p:cNvSpPr/>
          <p:nvPr/>
        </p:nvSpPr>
        <p:spPr>
          <a:xfrm>
            <a:off x="2151652" y="52478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526" name="Прямоугольник: скругленные углы 525">
            <a:extLst>
              <a:ext uri="{FF2B5EF4-FFF2-40B4-BE49-F238E27FC236}">
                <a16:creationId xmlns:a16="http://schemas.microsoft.com/office/drawing/2014/main" id="{84CBE1A5-8181-CB0B-5ABC-87BB20618DF3}"/>
              </a:ext>
            </a:extLst>
          </p:cNvPr>
          <p:cNvSpPr/>
          <p:nvPr/>
        </p:nvSpPr>
        <p:spPr>
          <a:xfrm>
            <a:off x="3399443" y="52478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527" name="Прямоугольник: скругленные углы 526">
            <a:extLst>
              <a:ext uri="{FF2B5EF4-FFF2-40B4-BE49-F238E27FC236}">
                <a16:creationId xmlns:a16="http://schemas.microsoft.com/office/drawing/2014/main" id="{6EC6C4C8-69B9-FD3D-B83F-2CFF34CF0EB5}"/>
              </a:ext>
            </a:extLst>
          </p:cNvPr>
          <p:cNvSpPr/>
          <p:nvPr/>
        </p:nvSpPr>
        <p:spPr>
          <a:xfrm>
            <a:off x="4647234" y="52478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528" name="Полилиния: фигура 527">
            <a:extLst>
              <a:ext uri="{FF2B5EF4-FFF2-40B4-BE49-F238E27FC236}">
                <a16:creationId xmlns:a16="http://schemas.microsoft.com/office/drawing/2014/main" id="{CD4AF017-99D4-3EE9-C120-DBB75A61FF5F}"/>
              </a:ext>
            </a:extLst>
          </p:cNvPr>
          <p:cNvSpPr/>
          <p:nvPr/>
        </p:nvSpPr>
        <p:spPr>
          <a:xfrm>
            <a:off x="4274095" y="2502428"/>
            <a:ext cx="2805628" cy="2409584"/>
          </a:xfrm>
          <a:custGeom>
            <a:avLst/>
            <a:gdLst>
              <a:gd name="connsiteX0" fmla="*/ 212661 w 2805628"/>
              <a:gd name="connsiteY0" fmla="*/ 1386240 h 2409584"/>
              <a:gd name="connsiteX1" fmla="*/ 2624282 w 2805628"/>
              <a:gd name="connsiteY1" fmla="*/ 1386240 h 2409584"/>
              <a:gd name="connsiteX2" fmla="*/ 2624282 w 2805628"/>
              <a:gd name="connsiteY2" fmla="*/ 2409584 h 2409584"/>
              <a:gd name="connsiteX3" fmla="*/ 212661 w 2805628"/>
              <a:gd name="connsiteY3" fmla="*/ 2409584 h 2409584"/>
              <a:gd name="connsiteX4" fmla="*/ 2624282 w 2805628"/>
              <a:gd name="connsiteY4" fmla="*/ 1136399 h 2409584"/>
              <a:gd name="connsiteX5" fmla="*/ 2805628 w 2805628"/>
              <a:gd name="connsiteY5" fmla="*/ 1136399 h 2409584"/>
              <a:gd name="connsiteX6" fmla="*/ 2805628 w 2805628"/>
              <a:gd name="connsiteY6" fmla="*/ 1386240 h 2409584"/>
              <a:gd name="connsiteX7" fmla="*/ 2624282 w 2805628"/>
              <a:gd name="connsiteY7" fmla="*/ 1386240 h 2409584"/>
              <a:gd name="connsiteX8" fmla="*/ 0 w 2805628"/>
              <a:gd name="connsiteY8" fmla="*/ 1136399 h 2409584"/>
              <a:gd name="connsiteX9" fmla="*/ 212661 w 2805628"/>
              <a:gd name="connsiteY9" fmla="*/ 1136399 h 2409584"/>
              <a:gd name="connsiteX10" fmla="*/ 212661 w 2805628"/>
              <a:gd name="connsiteY10" fmla="*/ 1386240 h 2409584"/>
              <a:gd name="connsiteX11" fmla="*/ 0 w 2805628"/>
              <a:gd name="connsiteY11" fmla="*/ 1386240 h 2409584"/>
              <a:gd name="connsiteX12" fmla="*/ 212661 w 2805628"/>
              <a:gd name="connsiteY12" fmla="*/ 0 h 2409584"/>
              <a:gd name="connsiteX13" fmla="*/ 2624282 w 2805628"/>
              <a:gd name="connsiteY13" fmla="*/ 0 h 2409584"/>
              <a:gd name="connsiteX14" fmla="*/ 2624282 w 2805628"/>
              <a:gd name="connsiteY14" fmla="*/ 1136399 h 2409584"/>
              <a:gd name="connsiteX15" fmla="*/ 212661 w 2805628"/>
              <a:gd name="connsiteY15" fmla="*/ 1136399 h 240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628" h="2409584"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ru-RU" b="1" i="1" dirty="0">
                <a:solidFill>
                  <a:srgbClr val="FF0000"/>
                </a:solidFill>
                <a:latin typeface="Arial Black" panose="020B0A04020102020204" pitchFamily="34" charset="0"/>
              </a:rPr>
              <a:t>ТЫ УМЕР</a:t>
            </a:r>
          </a:p>
        </p:txBody>
      </p:sp>
      <p:sp>
        <p:nvSpPr>
          <p:cNvPr id="529" name="Прямоугольник 528">
            <a:extLst>
              <a:ext uri="{FF2B5EF4-FFF2-40B4-BE49-F238E27FC236}">
                <a16:creationId xmlns:a16="http://schemas.microsoft.com/office/drawing/2014/main" id="{C7C0232F-8855-A5B2-9CF7-82A543C504AD}"/>
              </a:ext>
            </a:extLst>
          </p:cNvPr>
          <p:cNvSpPr/>
          <p:nvPr/>
        </p:nvSpPr>
        <p:spPr>
          <a:xfrm>
            <a:off x="10617708" y="571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0" name="Прямоугольник 529">
            <a:extLst>
              <a:ext uri="{FF2B5EF4-FFF2-40B4-BE49-F238E27FC236}">
                <a16:creationId xmlns:a16="http://schemas.microsoft.com/office/drawing/2014/main" id="{2E9F7507-B166-97F0-CDE4-0E37FBEE4AB9}"/>
              </a:ext>
            </a:extLst>
          </p:cNvPr>
          <p:cNvSpPr/>
          <p:nvPr/>
        </p:nvSpPr>
        <p:spPr>
          <a:xfrm>
            <a:off x="10257910" y="2910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1" name="Прямоугольник 530">
            <a:extLst>
              <a:ext uri="{FF2B5EF4-FFF2-40B4-BE49-F238E27FC236}">
                <a16:creationId xmlns:a16="http://schemas.microsoft.com/office/drawing/2014/main" id="{DFBA896F-3169-742A-F94C-EE7C3B4728D2}"/>
              </a:ext>
            </a:extLst>
          </p:cNvPr>
          <p:cNvSpPr/>
          <p:nvPr/>
        </p:nvSpPr>
        <p:spPr>
          <a:xfrm>
            <a:off x="3613673" y="436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2" name="Прямоугольник 531">
            <a:extLst>
              <a:ext uri="{FF2B5EF4-FFF2-40B4-BE49-F238E27FC236}">
                <a16:creationId xmlns:a16="http://schemas.microsoft.com/office/drawing/2014/main" id="{1EC1193A-170C-6E25-919F-11DF55F820EC}"/>
              </a:ext>
            </a:extLst>
          </p:cNvPr>
          <p:cNvSpPr/>
          <p:nvPr/>
        </p:nvSpPr>
        <p:spPr>
          <a:xfrm>
            <a:off x="556852" y="3654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3" name="Прямоугольник 532">
            <a:extLst>
              <a:ext uri="{FF2B5EF4-FFF2-40B4-BE49-F238E27FC236}">
                <a16:creationId xmlns:a16="http://schemas.microsoft.com/office/drawing/2014/main" id="{D1424B9E-8A51-53B9-571D-7C983E88241A}"/>
              </a:ext>
            </a:extLst>
          </p:cNvPr>
          <p:cNvSpPr/>
          <p:nvPr/>
        </p:nvSpPr>
        <p:spPr>
          <a:xfrm>
            <a:off x="6001974" y="1076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4" name="Прямоугольник 533">
            <a:extLst>
              <a:ext uri="{FF2B5EF4-FFF2-40B4-BE49-F238E27FC236}">
                <a16:creationId xmlns:a16="http://schemas.microsoft.com/office/drawing/2014/main" id="{34C02F94-5289-58E0-CB67-03C3A261A293}"/>
              </a:ext>
            </a:extLst>
          </p:cNvPr>
          <p:cNvSpPr/>
          <p:nvPr/>
        </p:nvSpPr>
        <p:spPr>
          <a:xfrm>
            <a:off x="7519989" y="3707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5" name="Прямоугольник 534">
            <a:extLst>
              <a:ext uri="{FF2B5EF4-FFF2-40B4-BE49-F238E27FC236}">
                <a16:creationId xmlns:a16="http://schemas.microsoft.com/office/drawing/2014/main" id="{DF44124D-B573-5839-7858-6633B879F420}"/>
              </a:ext>
            </a:extLst>
          </p:cNvPr>
          <p:cNvSpPr/>
          <p:nvPr/>
        </p:nvSpPr>
        <p:spPr>
          <a:xfrm>
            <a:off x="5010031" y="5974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6" name="Прямоугольник 535">
            <a:extLst>
              <a:ext uri="{FF2B5EF4-FFF2-40B4-BE49-F238E27FC236}">
                <a16:creationId xmlns:a16="http://schemas.microsoft.com/office/drawing/2014/main" id="{8EC1BC57-B4DA-EBC7-D326-1006F8F755F1}"/>
              </a:ext>
            </a:extLst>
          </p:cNvPr>
          <p:cNvSpPr/>
          <p:nvPr/>
        </p:nvSpPr>
        <p:spPr>
          <a:xfrm>
            <a:off x="1198094" y="6287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7" name="Прямоугольник 536">
            <a:extLst>
              <a:ext uri="{FF2B5EF4-FFF2-40B4-BE49-F238E27FC236}">
                <a16:creationId xmlns:a16="http://schemas.microsoft.com/office/drawing/2014/main" id="{7C87270C-9649-7B47-5B9C-A424CE6CEDBA}"/>
              </a:ext>
            </a:extLst>
          </p:cNvPr>
          <p:cNvSpPr/>
          <p:nvPr/>
        </p:nvSpPr>
        <p:spPr>
          <a:xfrm rot="799802">
            <a:off x="9022908" y="-354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8" name="Прямоугольник 537">
            <a:extLst>
              <a:ext uri="{FF2B5EF4-FFF2-40B4-BE49-F238E27FC236}">
                <a16:creationId xmlns:a16="http://schemas.microsoft.com/office/drawing/2014/main" id="{0096FF71-0361-4E5D-B1BA-1E3EED49F799}"/>
              </a:ext>
            </a:extLst>
          </p:cNvPr>
          <p:cNvSpPr/>
          <p:nvPr/>
        </p:nvSpPr>
        <p:spPr>
          <a:xfrm rot="799802">
            <a:off x="8663110" y="198462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9" name="Прямоугольник 538">
            <a:extLst>
              <a:ext uri="{FF2B5EF4-FFF2-40B4-BE49-F238E27FC236}">
                <a16:creationId xmlns:a16="http://schemas.microsoft.com/office/drawing/2014/main" id="{29D1B571-2FB3-4D8E-BA6F-EEFA87EFC447}"/>
              </a:ext>
            </a:extLst>
          </p:cNvPr>
          <p:cNvSpPr/>
          <p:nvPr/>
        </p:nvSpPr>
        <p:spPr>
          <a:xfrm rot="799802">
            <a:off x="2018873" y="34410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0" name="Прямоугольник 539">
            <a:extLst>
              <a:ext uri="{FF2B5EF4-FFF2-40B4-BE49-F238E27FC236}">
                <a16:creationId xmlns:a16="http://schemas.microsoft.com/office/drawing/2014/main" id="{7868B90F-7FC4-8876-D19C-DE030C716C38}"/>
              </a:ext>
            </a:extLst>
          </p:cNvPr>
          <p:cNvSpPr/>
          <p:nvPr/>
        </p:nvSpPr>
        <p:spPr>
          <a:xfrm rot="799802">
            <a:off x="-1037948" y="2728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1" name="Прямоугольник 540">
            <a:extLst>
              <a:ext uri="{FF2B5EF4-FFF2-40B4-BE49-F238E27FC236}">
                <a16:creationId xmlns:a16="http://schemas.microsoft.com/office/drawing/2014/main" id="{5AD29EBA-37B2-2457-CC99-8EC4CA3B4576}"/>
              </a:ext>
            </a:extLst>
          </p:cNvPr>
          <p:cNvSpPr/>
          <p:nvPr/>
        </p:nvSpPr>
        <p:spPr>
          <a:xfrm rot="799802">
            <a:off x="4407174" y="15036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2" name="Прямоугольник 541">
            <a:extLst>
              <a:ext uri="{FF2B5EF4-FFF2-40B4-BE49-F238E27FC236}">
                <a16:creationId xmlns:a16="http://schemas.microsoft.com/office/drawing/2014/main" id="{7F7105C4-6BDF-2C6E-4FEF-302C152F604E}"/>
              </a:ext>
            </a:extLst>
          </p:cNvPr>
          <p:cNvSpPr/>
          <p:nvPr/>
        </p:nvSpPr>
        <p:spPr>
          <a:xfrm rot="799802">
            <a:off x="5925189" y="278135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3" name="Прямоугольник 542">
            <a:extLst>
              <a:ext uri="{FF2B5EF4-FFF2-40B4-BE49-F238E27FC236}">
                <a16:creationId xmlns:a16="http://schemas.microsoft.com/office/drawing/2014/main" id="{840EB17A-FD8F-4780-F2C5-E56B51C7B25B}"/>
              </a:ext>
            </a:extLst>
          </p:cNvPr>
          <p:cNvSpPr/>
          <p:nvPr/>
        </p:nvSpPr>
        <p:spPr>
          <a:xfrm rot="799802">
            <a:off x="3415231" y="50489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4" name="Прямоугольник 543">
            <a:extLst>
              <a:ext uri="{FF2B5EF4-FFF2-40B4-BE49-F238E27FC236}">
                <a16:creationId xmlns:a16="http://schemas.microsoft.com/office/drawing/2014/main" id="{415EB171-CF0F-E9A1-AEE7-7627F94EC741}"/>
              </a:ext>
            </a:extLst>
          </p:cNvPr>
          <p:cNvSpPr/>
          <p:nvPr/>
        </p:nvSpPr>
        <p:spPr>
          <a:xfrm rot="799802">
            <a:off x="-396706" y="53614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5" name="Прямоугольник 544">
            <a:extLst>
              <a:ext uri="{FF2B5EF4-FFF2-40B4-BE49-F238E27FC236}">
                <a16:creationId xmlns:a16="http://schemas.microsoft.com/office/drawing/2014/main" id="{C73C1DEC-C6DF-EFE3-6959-B282E68F1A26}"/>
              </a:ext>
            </a:extLst>
          </p:cNvPr>
          <p:cNvSpPr/>
          <p:nvPr/>
        </p:nvSpPr>
        <p:spPr>
          <a:xfrm rot="19032781">
            <a:off x="11723957" y="-36732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6" name="Прямоугольник 545">
            <a:extLst>
              <a:ext uri="{FF2B5EF4-FFF2-40B4-BE49-F238E27FC236}">
                <a16:creationId xmlns:a16="http://schemas.microsoft.com/office/drawing/2014/main" id="{8DCD1E77-EE2C-2F63-960D-A9D3307021C5}"/>
              </a:ext>
            </a:extLst>
          </p:cNvPr>
          <p:cNvSpPr/>
          <p:nvPr/>
        </p:nvSpPr>
        <p:spPr>
          <a:xfrm rot="19032781">
            <a:off x="11364159" y="19716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7" name="Прямоугольник 546">
            <a:extLst>
              <a:ext uri="{FF2B5EF4-FFF2-40B4-BE49-F238E27FC236}">
                <a16:creationId xmlns:a16="http://schemas.microsoft.com/office/drawing/2014/main" id="{EEBDF536-D063-3108-546A-48497C779C86}"/>
              </a:ext>
            </a:extLst>
          </p:cNvPr>
          <p:cNvSpPr/>
          <p:nvPr/>
        </p:nvSpPr>
        <p:spPr>
          <a:xfrm rot="19032781">
            <a:off x="4719922" y="34280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8" name="Прямоугольник 547">
            <a:extLst>
              <a:ext uri="{FF2B5EF4-FFF2-40B4-BE49-F238E27FC236}">
                <a16:creationId xmlns:a16="http://schemas.microsoft.com/office/drawing/2014/main" id="{4C6B512E-891D-199C-040F-6F60044C58B9}"/>
              </a:ext>
            </a:extLst>
          </p:cNvPr>
          <p:cNvSpPr/>
          <p:nvPr/>
        </p:nvSpPr>
        <p:spPr>
          <a:xfrm rot="19032781">
            <a:off x="1663101" y="27155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9" name="Прямоугольник 548">
            <a:extLst>
              <a:ext uri="{FF2B5EF4-FFF2-40B4-BE49-F238E27FC236}">
                <a16:creationId xmlns:a16="http://schemas.microsoft.com/office/drawing/2014/main" id="{6115BE36-FFAD-BD52-AD1D-777C67FCC969}"/>
              </a:ext>
            </a:extLst>
          </p:cNvPr>
          <p:cNvSpPr/>
          <p:nvPr/>
        </p:nvSpPr>
        <p:spPr>
          <a:xfrm rot="19032781">
            <a:off x="7108223" y="13740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0" name="Прямоугольник 549">
            <a:extLst>
              <a:ext uri="{FF2B5EF4-FFF2-40B4-BE49-F238E27FC236}">
                <a16:creationId xmlns:a16="http://schemas.microsoft.com/office/drawing/2014/main" id="{85A2992C-CA58-C7CE-4B19-A411497E927E}"/>
              </a:ext>
            </a:extLst>
          </p:cNvPr>
          <p:cNvSpPr/>
          <p:nvPr/>
        </p:nvSpPr>
        <p:spPr>
          <a:xfrm rot="19032781">
            <a:off x="8626238" y="276839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1" name="Прямоугольник 550">
            <a:extLst>
              <a:ext uri="{FF2B5EF4-FFF2-40B4-BE49-F238E27FC236}">
                <a16:creationId xmlns:a16="http://schemas.microsoft.com/office/drawing/2014/main" id="{B17E38F2-8F12-8905-7F4A-E140467D01C5}"/>
              </a:ext>
            </a:extLst>
          </p:cNvPr>
          <p:cNvSpPr/>
          <p:nvPr/>
        </p:nvSpPr>
        <p:spPr>
          <a:xfrm rot="19032781">
            <a:off x="6116280" y="503596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2" name="Прямоугольник 551">
            <a:extLst>
              <a:ext uri="{FF2B5EF4-FFF2-40B4-BE49-F238E27FC236}">
                <a16:creationId xmlns:a16="http://schemas.microsoft.com/office/drawing/2014/main" id="{81AE325D-2099-933E-77EC-E4F4E179D1F6}"/>
              </a:ext>
            </a:extLst>
          </p:cNvPr>
          <p:cNvSpPr/>
          <p:nvPr/>
        </p:nvSpPr>
        <p:spPr>
          <a:xfrm rot="19032781">
            <a:off x="2304343" y="53484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3" name="Прямоугольник 552">
            <a:extLst>
              <a:ext uri="{FF2B5EF4-FFF2-40B4-BE49-F238E27FC236}">
                <a16:creationId xmlns:a16="http://schemas.microsoft.com/office/drawing/2014/main" id="{7633DD3A-365C-ED74-AE86-63C5F5AF7CF2}"/>
              </a:ext>
            </a:extLst>
          </p:cNvPr>
          <p:cNvSpPr/>
          <p:nvPr/>
        </p:nvSpPr>
        <p:spPr>
          <a:xfrm rot="395788">
            <a:off x="10056469" y="-16097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4" name="Прямоугольник 553">
            <a:extLst>
              <a:ext uri="{FF2B5EF4-FFF2-40B4-BE49-F238E27FC236}">
                <a16:creationId xmlns:a16="http://schemas.microsoft.com/office/drawing/2014/main" id="{434482FD-FD70-F539-1310-094EDE7EFCC7}"/>
              </a:ext>
            </a:extLst>
          </p:cNvPr>
          <p:cNvSpPr/>
          <p:nvPr/>
        </p:nvSpPr>
        <p:spPr>
          <a:xfrm rot="395788">
            <a:off x="9696671" y="7292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5" name="Прямоугольник 554">
            <a:extLst>
              <a:ext uri="{FF2B5EF4-FFF2-40B4-BE49-F238E27FC236}">
                <a16:creationId xmlns:a16="http://schemas.microsoft.com/office/drawing/2014/main" id="{CA4354C2-262E-A1F8-2DF3-F5CCE4E3A310}"/>
              </a:ext>
            </a:extLst>
          </p:cNvPr>
          <p:cNvSpPr/>
          <p:nvPr/>
        </p:nvSpPr>
        <p:spPr>
          <a:xfrm rot="395788">
            <a:off x="3052434" y="2185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6" name="Прямоугольник 555">
            <a:extLst>
              <a:ext uri="{FF2B5EF4-FFF2-40B4-BE49-F238E27FC236}">
                <a16:creationId xmlns:a16="http://schemas.microsoft.com/office/drawing/2014/main" id="{F8403681-41A8-3A48-D6F1-FB00DBB61309}"/>
              </a:ext>
            </a:extLst>
          </p:cNvPr>
          <p:cNvSpPr/>
          <p:nvPr/>
        </p:nvSpPr>
        <p:spPr>
          <a:xfrm rot="395788">
            <a:off x="-4387" y="14730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7" name="Прямоугольник 556">
            <a:extLst>
              <a:ext uri="{FF2B5EF4-FFF2-40B4-BE49-F238E27FC236}">
                <a16:creationId xmlns:a16="http://schemas.microsoft.com/office/drawing/2014/main" id="{0745D9FB-9AD9-3B35-42C5-A238B8816D54}"/>
              </a:ext>
            </a:extLst>
          </p:cNvPr>
          <p:cNvSpPr/>
          <p:nvPr/>
        </p:nvSpPr>
        <p:spPr>
          <a:xfrm rot="395788">
            <a:off x="5440735" y="-11050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8" name="Прямоугольник 557">
            <a:extLst>
              <a:ext uri="{FF2B5EF4-FFF2-40B4-BE49-F238E27FC236}">
                <a16:creationId xmlns:a16="http://schemas.microsoft.com/office/drawing/2014/main" id="{CC09CCED-E898-ED74-0D06-0AB8C5DC47DD}"/>
              </a:ext>
            </a:extLst>
          </p:cNvPr>
          <p:cNvSpPr/>
          <p:nvPr/>
        </p:nvSpPr>
        <p:spPr>
          <a:xfrm rot="395788">
            <a:off x="6958750" y="15259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9" name="Прямоугольник 558">
            <a:extLst>
              <a:ext uri="{FF2B5EF4-FFF2-40B4-BE49-F238E27FC236}">
                <a16:creationId xmlns:a16="http://schemas.microsoft.com/office/drawing/2014/main" id="{A6864ED0-5C80-5763-5428-41CA90AE29CE}"/>
              </a:ext>
            </a:extLst>
          </p:cNvPr>
          <p:cNvSpPr/>
          <p:nvPr/>
        </p:nvSpPr>
        <p:spPr>
          <a:xfrm rot="395788">
            <a:off x="4448792" y="379351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0" name="Прямоугольник 559">
            <a:extLst>
              <a:ext uri="{FF2B5EF4-FFF2-40B4-BE49-F238E27FC236}">
                <a16:creationId xmlns:a16="http://schemas.microsoft.com/office/drawing/2014/main" id="{090E3F6E-8FE6-5AE3-F534-4A418CEAB45D}"/>
              </a:ext>
            </a:extLst>
          </p:cNvPr>
          <p:cNvSpPr/>
          <p:nvPr/>
        </p:nvSpPr>
        <p:spPr>
          <a:xfrm rot="395788">
            <a:off x="636855" y="4106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1" name="Прямоугольник 560">
            <a:extLst>
              <a:ext uri="{FF2B5EF4-FFF2-40B4-BE49-F238E27FC236}">
                <a16:creationId xmlns:a16="http://schemas.microsoft.com/office/drawing/2014/main" id="{64ABEAD1-4997-7E8C-79CC-C932EB92492D}"/>
              </a:ext>
            </a:extLst>
          </p:cNvPr>
          <p:cNvSpPr/>
          <p:nvPr/>
        </p:nvSpPr>
        <p:spPr>
          <a:xfrm rot="18626361">
            <a:off x="10599687" y="-22864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2" name="Прямоугольник 561">
            <a:extLst>
              <a:ext uri="{FF2B5EF4-FFF2-40B4-BE49-F238E27FC236}">
                <a16:creationId xmlns:a16="http://schemas.microsoft.com/office/drawing/2014/main" id="{E95B8FDA-DBF2-E24E-D58B-714DA6F1589D}"/>
              </a:ext>
            </a:extLst>
          </p:cNvPr>
          <p:cNvSpPr/>
          <p:nvPr/>
        </p:nvSpPr>
        <p:spPr>
          <a:xfrm rot="18626361">
            <a:off x="10239889" y="5258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3" name="Прямоугольник 562">
            <a:extLst>
              <a:ext uri="{FF2B5EF4-FFF2-40B4-BE49-F238E27FC236}">
                <a16:creationId xmlns:a16="http://schemas.microsoft.com/office/drawing/2014/main" id="{9A24AD3D-EE7C-DA40-8B8D-8A1C2C66E80B}"/>
              </a:ext>
            </a:extLst>
          </p:cNvPr>
          <p:cNvSpPr/>
          <p:nvPr/>
        </p:nvSpPr>
        <p:spPr>
          <a:xfrm rot="18626361">
            <a:off x="3595652" y="15089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4" name="Прямоугольник 563">
            <a:extLst>
              <a:ext uri="{FF2B5EF4-FFF2-40B4-BE49-F238E27FC236}">
                <a16:creationId xmlns:a16="http://schemas.microsoft.com/office/drawing/2014/main" id="{9C081850-33B1-BDE0-B659-B93E795B540A}"/>
              </a:ext>
            </a:extLst>
          </p:cNvPr>
          <p:cNvSpPr/>
          <p:nvPr/>
        </p:nvSpPr>
        <p:spPr>
          <a:xfrm rot="18626361">
            <a:off x="538831" y="7964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5" name="Прямоугольник 564">
            <a:extLst>
              <a:ext uri="{FF2B5EF4-FFF2-40B4-BE49-F238E27FC236}">
                <a16:creationId xmlns:a16="http://schemas.microsoft.com/office/drawing/2014/main" id="{39731794-B06B-CEC0-43B7-AF41C58A9196}"/>
              </a:ext>
            </a:extLst>
          </p:cNvPr>
          <p:cNvSpPr/>
          <p:nvPr/>
        </p:nvSpPr>
        <p:spPr>
          <a:xfrm rot="18626361">
            <a:off x="5983953" y="-17816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6" name="Прямоугольник 565">
            <a:extLst>
              <a:ext uri="{FF2B5EF4-FFF2-40B4-BE49-F238E27FC236}">
                <a16:creationId xmlns:a16="http://schemas.microsoft.com/office/drawing/2014/main" id="{F5C4E4FC-162B-3256-C53B-8ED1FB6017AE}"/>
              </a:ext>
            </a:extLst>
          </p:cNvPr>
          <p:cNvSpPr/>
          <p:nvPr/>
        </p:nvSpPr>
        <p:spPr>
          <a:xfrm rot="18626361">
            <a:off x="7501968" y="8493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7" name="Прямоугольник 566">
            <a:extLst>
              <a:ext uri="{FF2B5EF4-FFF2-40B4-BE49-F238E27FC236}">
                <a16:creationId xmlns:a16="http://schemas.microsoft.com/office/drawing/2014/main" id="{B3AB1A7E-B963-69D3-386A-D5508292154C}"/>
              </a:ext>
            </a:extLst>
          </p:cNvPr>
          <p:cNvSpPr/>
          <p:nvPr/>
        </p:nvSpPr>
        <p:spPr>
          <a:xfrm rot="18626361">
            <a:off x="4992010" y="31168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8" name="Прямоугольник 567">
            <a:extLst>
              <a:ext uri="{FF2B5EF4-FFF2-40B4-BE49-F238E27FC236}">
                <a16:creationId xmlns:a16="http://schemas.microsoft.com/office/drawing/2014/main" id="{9E38F029-CCBB-3356-FEBC-074A1CFCCDF9}"/>
              </a:ext>
            </a:extLst>
          </p:cNvPr>
          <p:cNvSpPr/>
          <p:nvPr/>
        </p:nvSpPr>
        <p:spPr>
          <a:xfrm rot="18626361">
            <a:off x="1180073" y="34293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9" name="Прямоугольник 568">
            <a:extLst>
              <a:ext uri="{FF2B5EF4-FFF2-40B4-BE49-F238E27FC236}">
                <a16:creationId xmlns:a16="http://schemas.microsoft.com/office/drawing/2014/main" id="{C789EBFC-B623-489F-BADF-2CE2E05D5811}"/>
              </a:ext>
            </a:extLst>
          </p:cNvPr>
          <p:cNvSpPr/>
          <p:nvPr/>
        </p:nvSpPr>
        <p:spPr>
          <a:xfrm rot="18626361">
            <a:off x="11142905" y="-29630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0" name="Прямоугольник 569">
            <a:extLst>
              <a:ext uri="{FF2B5EF4-FFF2-40B4-BE49-F238E27FC236}">
                <a16:creationId xmlns:a16="http://schemas.microsoft.com/office/drawing/2014/main" id="{A86BC9F1-36E9-57D0-61E2-0DD769E6365F}"/>
              </a:ext>
            </a:extLst>
          </p:cNvPr>
          <p:cNvSpPr/>
          <p:nvPr/>
        </p:nvSpPr>
        <p:spPr>
          <a:xfrm rot="18626361">
            <a:off x="10783107" y="-6240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1" name="Прямоугольник 570">
            <a:extLst>
              <a:ext uri="{FF2B5EF4-FFF2-40B4-BE49-F238E27FC236}">
                <a16:creationId xmlns:a16="http://schemas.microsoft.com/office/drawing/2014/main" id="{7D5A7FE5-A96E-D3CA-FEDC-E3DC5670E2BA}"/>
              </a:ext>
            </a:extLst>
          </p:cNvPr>
          <p:cNvSpPr/>
          <p:nvPr/>
        </p:nvSpPr>
        <p:spPr>
          <a:xfrm rot="18626361">
            <a:off x="4138870" y="8323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2" name="Прямоугольник 571">
            <a:extLst>
              <a:ext uri="{FF2B5EF4-FFF2-40B4-BE49-F238E27FC236}">
                <a16:creationId xmlns:a16="http://schemas.microsoft.com/office/drawing/2014/main" id="{90AB2299-2191-D895-9129-DC7D619CF410}"/>
              </a:ext>
            </a:extLst>
          </p:cNvPr>
          <p:cNvSpPr/>
          <p:nvPr/>
        </p:nvSpPr>
        <p:spPr>
          <a:xfrm rot="18626361">
            <a:off x="1082049" y="1198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3" name="Прямоугольник 572">
            <a:extLst>
              <a:ext uri="{FF2B5EF4-FFF2-40B4-BE49-F238E27FC236}">
                <a16:creationId xmlns:a16="http://schemas.microsoft.com/office/drawing/2014/main" id="{1D3E97C4-43F7-24FA-DF68-FF0D05335121}"/>
              </a:ext>
            </a:extLst>
          </p:cNvPr>
          <p:cNvSpPr/>
          <p:nvPr/>
        </p:nvSpPr>
        <p:spPr>
          <a:xfrm rot="18626361">
            <a:off x="6527171" y="-24583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4" name="Прямоугольник 573">
            <a:extLst>
              <a:ext uri="{FF2B5EF4-FFF2-40B4-BE49-F238E27FC236}">
                <a16:creationId xmlns:a16="http://schemas.microsoft.com/office/drawing/2014/main" id="{9B2F1BA8-DE43-94DF-32CD-D74E323E1EF1}"/>
              </a:ext>
            </a:extLst>
          </p:cNvPr>
          <p:cNvSpPr/>
          <p:nvPr/>
        </p:nvSpPr>
        <p:spPr>
          <a:xfrm rot="18626361">
            <a:off x="8045186" y="1726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5" name="Прямоугольник 574">
            <a:extLst>
              <a:ext uri="{FF2B5EF4-FFF2-40B4-BE49-F238E27FC236}">
                <a16:creationId xmlns:a16="http://schemas.microsoft.com/office/drawing/2014/main" id="{391E39F2-910C-E84C-FBFE-879A9BAAEE20}"/>
              </a:ext>
            </a:extLst>
          </p:cNvPr>
          <p:cNvSpPr/>
          <p:nvPr/>
        </p:nvSpPr>
        <p:spPr>
          <a:xfrm rot="18626361">
            <a:off x="5535228" y="24402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6" name="Прямоугольник 575">
            <a:extLst>
              <a:ext uri="{FF2B5EF4-FFF2-40B4-BE49-F238E27FC236}">
                <a16:creationId xmlns:a16="http://schemas.microsoft.com/office/drawing/2014/main" id="{5C2C4CE3-7219-00C6-54C5-5094E5DB624C}"/>
              </a:ext>
            </a:extLst>
          </p:cNvPr>
          <p:cNvSpPr/>
          <p:nvPr/>
        </p:nvSpPr>
        <p:spPr>
          <a:xfrm rot="18626361">
            <a:off x="1723291" y="27527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7" name="Прямоугольник 576">
            <a:extLst>
              <a:ext uri="{FF2B5EF4-FFF2-40B4-BE49-F238E27FC236}">
                <a16:creationId xmlns:a16="http://schemas.microsoft.com/office/drawing/2014/main" id="{4A349143-CB29-CD13-48FB-86B2CE252290}"/>
              </a:ext>
            </a:extLst>
          </p:cNvPr>
          <p:cNvSpPr/>
          <p:nvPr/>
        </p:nvSpPr>
        <p:spPr>
          <a:xfrm>
            <a:off x="10770108" y="723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8" name="Прямоугольник 577">
            <a:extLst>
              <a:ext uri="{FF2B5EF4-FFF2-40B4-BE49-F238E27FC236}">
                <a16:creationId xmlns:a16="http://schemas.microsoft.com/office/drawing/2014/main" id="{A232ED81-7156-69B6-AB00-B0557356B37F}"/>
              </a:ext>
            </a:extLst>
          </p:cNvPr>
          <p:cNvSpPr/>
          <p:nvPr/>
        </p:nvSpPr>
        <p:spPr>
          <a:xfrm>
            <a:off x="10410310" y="3062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9" name="Прямоугольник 578">
            <a:extLst>
              <a:ext uri="{FF2B5EF4-FFF2-40B4-BE49-F238E27FC236}">
                <a16:creationId xmlns:a16="http://schemas.microsoft.com/office/drawing/2014/main" id="{3486BB16-DF36-6A02-68DC-2E8758A42A27}"/>
              </a:ext>
            </a:extLst>
          </p:cNvPr>
          <p:cNvSpPr/>
          <p:nvPr/>
        </p:nvSpPr>
        <p:spPr>
          <a:xfrm>
            <a:off x="3766073" y="451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0" name="Прямоугольник 579">
            <a:extLst>
              <a:ext uri="{FF2B5EF4-FFF2-40B4-BE49-F238E27FC236}">
                <a16:creationId xmlns:a16="http://schemas.microsoft.com/office/drawing/2014/main" id="{222EC923-747C-113F-906C-21BAFE34421F}"/>
              </a:ext>
            </a:extLst>
          </p:cNvPr>
          <p:cNvSpPr/>
          <p:nvPr/>
        </p:nvSpPr>
        <p:spPr>
          <a:xfrm>
            <a:off x="709252" y="3806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1" name="Прямоугольник 580">
            <a:extLst>
              <a:ext uri="{FF2B5EF4-FFF2-40B4-BE49-F238E27FC236}">
                <a16:creationId xmlns:a16="http://schemas.microsoft.com/office/drawing/2014/main" id="{4DFE6114-E01E-15FF-AF7D-84177345A09D}"/>
              </a:ext>
            </a:extLst>
          </p:cNvPr>
          <p:cNvSpPr/>
          <p:nvPr/>
        </p:nvSpPr>
        <p:spPr>
          <a:xfrm>
            <a:off x="6154374" y="1228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2" name="Прямоугольник 581">
            <a:extLst>
              <a:ext uri="{FF2B5EF4-FFF2-40B4-BE49-F238E27FC236}">
                <a16:creationId xmlns:a16="http://schemas.microsoft.com/office/drawing/2014/main" id="{48541107-F918-8C1D-0624-8DE7E78FA80D}"/>
              </a:ext>
            </a:extLst>
          </p:cNvPr>
          <p:cNvSpPr/>
          <p:nvPr/>
        </p:nvSpPr>
        <p:spPr>
          <a:xfrm>
            <a:off x="7672389" y="3859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3" name="Прямоугольник 582">
            <a:extLst>
              <a:ext uri="{FF2B5EF4-FFF2-40B4-BE49-F238E27FC236}">
                <a16:creationId xmlns:a16="http://schemas.microsoft.com/office/drawing/2014/main" id="{0D9F9363-1A4C-23CD-E278-15E4FB647C7E}"/>
              </a:ext>
            </a:extLst>
          </p:cNvPr>
          <p:cNvSpPr/>
          <p:nvPr/>
        </p:nvSpPr>
        <p:spPr>
          <a:xfrm>
            <a:off x="5162431" y="6127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4" name="Прямоугольник 583">
            <a:extLst>
              <a:ext uri="{FF2B5EF4-FFF2-40B4-BE49-F238E27FC236}">
                <a16:creationId xmlns:a16="http://schemas.microsoft.com/office/drawing/2014/main" id="{0545B3CD-4FEC-6634-EFF1-4812CC1CD4AE}"/>
              </a:ext>
            </a:extLst>
          </p:cNvPr>
          <p:cNvSpPr/>
          <p:nvPr/>
        </p:nvSpPr>
        <p:spPr>
          <a:xfrm>
            <a:off x="1350494" y="6439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5" name="Прямоугольник 584">
            <a:extLst>
              <a:ext uri="{FF2B5EF4-FFF2-40B4-BE49-F238E27FC236}">
                <a16:creationId xmlns:a16="http://schemas.microsoft.com/office/drawing/2014/main" id="{47654849-8FF3-3CE9-23EA-2BF6E04E5015}"/>
              </a:ext>
            </a:extLst>
          </p:cNvPr>
          <p:cNvSpPr/>
          <p:nvPr/>
        </p:nvSpPr>
        <p:spPr>
          <a:xfrm>
            <a:off x="10922508" y="876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6" name="Прямоугольник 585">
            <a:extLst>
              <a:ext uri="{FF2B5EF4-FFF2-40B4-BE49-F238E27FC236}">
                <a16:creationId xmlns:a16="http://schemas.microsoft.com/office/drawing/2014/main" id="{0591154E-D882-9D35-87CB-BB1DDBAEBD69}"/>
              </a:ext>
            </a:extLst>
          </p:cNvPr>
          <p:cNvSpPr/>
          <p:nvPr/>
        </p:nvSpPr>
        <p:spPr>
          <a:xfrm>
            <a:off x="10562710" y="3215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7" name="Прямоугольник 586">
            <a:extLst>
              <a:ext uri="{FF2B5EF4-FFF2-40B4-BE49-F238E27FC236}">
                <a16:creationId xmlns:a16="http://schemas.microsoft.com/office/drawing/2014/main" id="{BD13D0A0-A83A-BE7D-F476-AD43CD8C67D5}"/>
              </a:ext>
            </a:extLst>
          </p:cNvPr>
          <p:cNvSpPr/>
          <p:nvPr/>
        </p:nvSpPr>
        <p:spPr>
          <a:xfrm>
            <a:off x="3918473" y="467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8" name="Прямоугольник 587">
            <a:extLst>
              <a:ext uri="{FF2B5EF4-FFF2-40B4-BE49-F238E27FC236}">
                <a16:creationId xmlns:a16="http://schemas.microsoft.com/office/drawing/2014/main" id="{1790EFB8-0856-79BB-81F1-F53E7E8EA231}"/>
              </a:ext>
            </a:extLst>
          </p:cNvPr>
          <p:cNvSpPr/>
          <p:nvPr/>
        </p:nvSpPr>
        <p:spPr>
          <a:xfrm>
            <a:off x="861652" y="39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9" name="Прямоугольник 588">
            <a:extLst>
              <a:ext uri="{FF2B5EF4-FFF2-40B4-BE49-F238E27FC236}">
                <a16:creationId xmlns:a16="http://schemas.microsoft.com/office/drawing/2014/main" id="{5AE97659-7D16-4850-DD8E-BAFFAA7E21D2}"/>
              </a:ext>
            </a:extLst>
          </p:cNvPr>
          <p:cNvSpPr/>
          <p:nvPr/>
        </p:nvSpPr>
        <p:spPr>
          <a:xfrm>
            <a:off x="6306774" y="1381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0" name="Прямоугольник 589">
            <a:extLst>
              <a:ext uri="{FF2B5EF4-FFF2-40B4-BE49-F238E27FC236}">
                <a16:creationId xmlns:a16="http://schemas.microsoft.com/office/drawing/2014/main" id="{4927D8C6-4613-90AC-2307-4A28A5E74BE3}"/>
              </a:ext>
            </a:extLst>
          </p:cNvPr>
          <p:cNvSpPr/>
          <p:nvPr/>
        </p:nvSpPr>
        <p:spPr>
          <a:xfrm>
            <a:off x="7824789" y="4012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1" name="Прямоугольник 590">
            <a:extLst>
              <a:ext uri="{FF2B5EF4-FFF2-40B4-BE49-F238E27FC236}">
                <a16:creationId xmlns:a16="http://schemas.microsoft.com/office/drawing/2014/main" id="{3F4E7E86-E6AB-CDD3-F756-9F03159B5E1F}"/>
              </a:ext>
            </a:extLst>
          </p:cNvPr>
          <p:cNvSpPr/>
          <p:nvPr/>
        </p:nvSpPr>
        <p:spPr>
          <a:xfrm>
            <a:off x="5314831" y="6279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2" name="Прямоугольник 591">
            <a:extLst>
              <a:ext uri="{FF2B5EF4-FFF2-40B4-BE49-F238E27FC236}">
                <a16:creationId xmlns:a16="http://schemas.microsoft.com/office/drawing/2014/main" id="{ED228FA4-C6A7-9674-622E-A869450E7F77}"/>
              </a:ext>
            </a:extLst>
          </p:cNvPr>
          <p:cNvSpPr/>
          <p:nvPr/>
        </p:nvSpPr>
        <p:spPr>
          <a:xfrm>
            <a:off x="1502894" y="659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3" name="Прямоугольник 592">
            <a:extLst>
              <a:ext uri="{FF2B5EF4-FFF2-40B4-BE49-F238E27FC236}">
                <a16:creationId xmlns:a16="http://schemas.microsoft.com/office/drawing/2014/main" id="{3E99FFBF-F880-3782-49A5-4537908F00E5}"/>
              </a:ext>
            </a:extLst>
          </p:cNvPr>
          <p:cNvSpPr/>
          <p:nvPr/>
        </p:nvSpPr>
        <p:spPr>
          <a:xfrm>
            <a:off x="11074908" y="1028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4" name="Прямоугольник 593">
            <a:extLst>
              <a:ext uri="{FF2B5EF4-FFF2-40B4-BE49-F238E27FC236}">
                <a16:creationId xmlns:a16="http://schemas.microsoft.com/office/drawing/2014/main" id="{69F81D1E-89C7-4424-ED3D-0900B1F09286}"/>
              </a:ext>
            </a:extLst>
          </p:cNvPr>
          <p:cNvSpPr/>
          <p:nvPr/>
        </p:nvSpPr>
        <p:spPr>
          <a:xfrm>
            <a:off x="10715110" y="3367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5" name="Прямоугольник 594">
            <a:extLst>
              <a:ext uri="{FF2B5EF4-FFF2-40B4-BE49-F238E27FC236}">
                <a16:creationId xmlns:a16="http://schemas.microsoft.com/office/drawing/2014/main" id="{3B50B12D-B586-666C-027D-C525199DC172}"/>
              </a:ext>
            </a:extLst>
          </p:cNvPr>
          <p:cNvSpPr/>
          <p:nvPr/>
        </p:nvSpPr>
        <p:spPr>
          <a:xfrm>
            <a:off x="4070873" y="4824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6" name="Прямоугольник 595">
            <a:extLst>
              <a:ext uri="{FF2B5EF4-FFF2-40B4-BE49-F238E27FC236}">
                <a16:creationId xmlns:a16="http://schemas.microsoft.com/office/drawing/2014/main" id="{F586C1DA-2A48-99B0-E03D-0425D51A8D95}"/>
              </a:ext>
            </a:extLst>
          </p:cNvPr>
          <p:cNvSpPr/>
          <p:nvPr/>
        </p:nvSpPr>
        <p:spPr>
          <a:xfrm>
            <a:off x="1014052" y="4111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7" name="Прямоугольник 596">
            <a:extLst>
              <a:ext uri="{FF2B5EF4-FFF2-40B4-BE49-F238E27FC236}">
                <a16:creationId xmlns:a16="http://schemas.microsoft.com/office/drawing/2014/main" id="{76DE2277-B19C-73EF-93B8-1A5A5D07019A}"/>
              </a:ext>
            </a:extLst>
          </p:cNvPr>
          <p:cNvSpPr/>
          <p:nvPr/>
        </p:nvSpPr>
        <p:spPr>
          <a:xfrm>
            <a:off x="6459174" y="1533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8" name="Прямоугольник 597">
            <a:extLst>
              <a:ext uri="{FF2B5EF4-FFF2-40B4-BE49-F238E27FC236}">
                <a16:creationId xmlns:a16="http://schemas.microsoft.com/office/drawing/2014/main" id="{A908F37F-AA7D-05A8-60A6-5106809500C6}"/>
              </a:ext>
            </a:extLst>
          </p:cNvPr>
          <p:cNvSpPr/>
          <p:nvPr/>
        </p:nvSpPr>
        <p:spPr>
          <a:xfrm>
            <a:off x="7977189" y="4164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9" name="Прямоугольник 598">
            <a:extLst>
              <a:ext uri="{FF2B5EF4-FFF2-40B4-BE49-F238E27FC236}">
                <a16:creationId xmlns:a16="http://schemas.microsoft.com/office/drawing/2014/main" id="{B77FC934-5695-620B-6728-2FBD3900B80C}"/>
              </a:ext>
            </a:extLst>
          </p:cNvPr>
          <p:cNvSpPr/>
          <p:nvPr/>
        </p:nvSpPr>
        <p:spPr>
          <a:xfrm>
            <a:off x="5467231" y="6431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0" name="Прямоугольник 599">
            <a:extLst>
              <a:ext uri="{FF2B5EF4-FFF2-40B4-BE49-F238E27FC236}">
                <a16:creationId xmlns:a16="http://schemas.microsoft.com/office/drawing/2014/main" id="{BFED7335-3561-B7C7-6AAA-78E16B930D16}"/>
              </a:ext>
            </a:extLst>
          </p:cNvPr>
          <p:cNvSpPr/>
          <p:nvPr/>
        </p:nvSpPr>
        <p:spPr>
          <a:xfrm>
            <a:off x="1655294" y="674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1" name="Прямоугольник 600">
            <a:extLst>
              <a:ext uri="{FF2B5EF4-FFF2-40B4-BE49-F238E27FC236}">
                <a16:creationId xmlns:a16="http://schemas.microsoft.com/office/drawing/2014/main" id="{1A22501C-287A-14F0-1B95-2DB339FC3644}"/>
              </a:ext>
            </a:extLst>
          </p:cNvPr>
          <p:cNvSpPr/>
          <p:nvPr/>
        </p:nvSpPr>
        <p:spPr>
          <a:xfrm>
            <a:off x="10221190" y="-12618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2" name="Прямоугольник 601">
            <a:extLst>
              <a:ext uri="{FF2B5EF4-FFF2-40B4-BE49-F238E27FC236}">
                <a16:creationId xmlns:a16="http://schemas.microsoft.com/office/drawing/2014/main" id="{553EA5F8-42BD-D94D-187F-994E2D33B0DD}"/>
              </a:ext>
            </a:extLst>
          </p:cNvPr>
          <p:cNvSpPr/>
          <p:nvPr/>
        </p:nvSpPr>
        <p:spPr>
          <a:xfrm>
            <a:off x="9861392" y="10771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3" name="Прямоугольник 602">
            <a:extLst>
              <a:ext uri="{FF2B5EF4-FFF2-40B4-BE49-F238E27FC236}">
                <a16:creationId xmlns:a16="http://schemas.microsoft.com/office/drawing/2014/main" id="{DE48D21C-6F22-15D5-67A6-38A58AD72A23}"/>
              </a:ext>
            </a:extLst>
          </p:cNvPr>
          <p:cNvSpPr/>
          <p:nvPr/>
        </p:nvSpPr>
        <p:spPr>
          <a:xfrm>
            <a:off x="3217155" y="25335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4" name="Прямоугольник 603">
            <a:extLst>
              <a:ext uri="{FF2B5EF4-FFF2-40B4-BE49-F238E27FC236}">
                <a16:creationId xmlns:a16="http://schemas.microsoft.com/office/drawing/2014/main" id="{4E6F0BFD-A40C-EC8D-F909-42FB684E2D4E}"/>
              </a:ext>
            </a:extLst>
          </p:cNvPr>
          <p:cNvSpPr/>
          <p:nvPr/>
        </p:nvSpPr>
        <p:spPr>
          <a:xfrm>
            <a:off x="160334" y="182100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5" name="Прямоугольник 604">
            <a:extLst>
              <a:ext uri="{FF2B5EF4-FFF2-40B4-BE49-F238E27FC236}">
                <a16:creationId xmlns:a16="http://schemas.microsoft.com/office/drawing/2014/main" id="{A029D4D6-6C9C-FFB0-8E60-A3C4F3018A8E}"/>
              </a:ext>
            </a:extLst>
          </p:cNvPr>
          <p:cNvSpPr/>
          <p:nvPr/>
        </p:nvSpPr>
        <p:spPr>
          <a:xfrm>
            <a:off x="5605456" y="-75713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6" name="Прямоугольник 605">
            <a:extLst>
              <a:ext uri="{FF2B5EF4-FFF2-40B4-BE49-F238E27FC236}">
                <a16:creationId xmlns:a16="http://schemas.microsoft.com/office/drawing/2014/main" id="{E3E25511-FA25-679B-DA63-2E518B773C27}"/>
              </a:ext>
            </a:extLst>
          </p:cNvPr>
          <p:cNvSpPr/>
          <p:nvPr/>
        </p:nvSpPr>
        <p:spPr>
          <a:xfrm>
            <a:off x="7123471" y="18738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7" name="Прямоугольник 606">
            <a:extLst>
              <a:ext uri="{FF2B5EF4-FFF2-40B4-BE49-F238E27FC236}">
                <a16:creationId xmlns:a16="http://schemas.microsoft.com/office/drawing/2014/main" id="{8A7D7179-2C25-8D75-67F1-4F1B0B62DDC0}"/>
              </a:ext>
            </a:extLst>
          </p:cNvPr>
          <p:cNvSpPr/>
          <p:nvPr/>
        </p:nvSpPr>
        <p:spPr>
          <a:xfrm>
            <a:off x="4613513" y="41414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8" name="Прямоугольник 607">
            <a:extLst>
              <a:ext uri="{FF2B5EF4-FFF2-40B4-BE49-F238E27FC236}">
                <a16:creationId xmlns:a16="http://schemas.microsoft.com/office/drawing/2014/main" id="{2DB0FAD8-0BD7-CD90-82DF-74AF38B5EE59}"/>
              </a:ext>
            </a:extLst>
          </p:cNvPr>
          <p:cNvSpPr/>
          <p:nvPr/>
        </p:nvSpPr>
        <p:spPr>
          <a:xfrm>
            <a:off x="801576" y="44539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9" name="Прямоугольник 608">
            <a:extLst>
              <a:ext uri="{FF2B5EF4-FFF2-40B4-BE49-F238E27FC236}">
                <a16:creationId xmlns:a16="http://schemas.microsoft.com/office/drawing/2014/main" id="{062BE1A9-5294-9558-6478-1417E1719A51}"/>
              </a:ext>
            </a:extLst>
          </p:cNvPr>
          <p:cNvSpPr/>
          <p:nvPr/>
        </p:nvSpPr>
        <p:spPr>
          <a:xfrm>
            <a:off x="11227308" y="1181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0" name="Прямоугольник 609">
            <a:extLst>
              <a:ext uri="{FF2B5EF4-FFF2-40B4-BE49-F238E27FC236}">
                <a16:creationId xmlns:a16="http://schemas.microsoft.com/office/drawing/2014/main" id="{1C03A758-8EB1-F4AA-9878-F9C076575090}"/>
              </a:ext>
            </a:extLst>
          </p:cNvPr>
          <p:cNvSpPr/>
          <p:nvPr/>
        </p:nvSpPr>
        <p:spPr>
          <a:xfrm>
            <a:off x="10867510" y="3520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1" name="Прямоугольник 610">
            <a:extLst>
              <a:ext uri="{FF2B5EF4-FFF2-40B4-BE49-F238E27FC236}">
                <a16:creationId xmlns:a16="http://schemas.microsoft.com/office/drawing/2014/main" id="{BB69EBF7-C97D-17EE-6421-556DAA9105D2}"/>
              </a:ext>
            </a:extLst>
          </p:cNvPr>
          <p:cNvSpPr/>
          <p:nvPr/>
        </p:nvSpPr>
        <p:spPr>
          <a:xfrm>
            <a:off x="4223273" y="4976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2" name="Прямоугольник 611">
            <a:extLst>
              <a:ext uri="{FF2B5EF4-FFF2-40B4-BE49-F238E27FC236}">
                <a16:creationId xmlns:a16="http://schemas.microsoft.com/office/drawing/2014/main" id="{E2DFA7ED-729C-D080-09FF-3E4193BF72DB}"/>
              </a:ext>
            </a:extLst>
          </p:cNvPr>
          <p:cNvSpPr/>
          <p:nvPr/>
        </p:nvSpPr>
        <p:spPr>
          <a:xfrm>
            <a:off x="1166452" y="4263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3" name="Прямоугольник 612">
            <a:extLst>
              <a:ext uri="{FF2B5EF4-FFF2-40B4-BE49-F238E27FC236}">
                <a16:creationId xmlns:a16="http://schemas.microsoft.com/office/drawing/2014/main" id="{DAA7D891-3A49-17F5-DCBF-CF398BD71872}"/>
              </a:ext>
            </a:extLst>
          </p:cNvPr>
          <p:cNvSpPr/>
          <p:nvPr/>
        </p:nvSpPr>
        <p:spPr>
          <a:xfrm>
            <a:off x="6611574" y="1685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4" name="Прямоугольник 613">
            <a:extLst>
              <a:ext uri="{FF2B5EF4-FFF2-40B4-BE49-F238E27FC236}">
                <a16:creationId xmlns:a16="http://schemas.microsoft.com/office/drawing/2014/main" id="{1FE9A3BB-7A6F-F1FC-7744-783C05A19DBA}"/>
              </a:ext>
            </a:extLst>
          </p:cNvPr>
          <p:cNvSpPr/>
          <p:nvPr/>
        </p:nvSpPr>
        <p:spPr>
          <a:xfrm>
            <a:off x="8129589" y="4316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5" name="Прямоугольник 614">
            <a:extLst>
              <a:ext uri="{FF2B5EF4-FFF2-40B4-BE49-F238E27FC236}">
                <a16:creationId xmlns:a16="http://schemas.microsoft.com/office/drawing/2014/main" id="{549920CF-C749-FE3B-D431-8C350FE02148}"/>
              </a:ext>
            </a:extLst>
          </p:cNvPr>
          <p:cNvSpPr/>
          <p:nvPr/>
        </p:nvSpPr>
        <p:spPr>
          <a:xfrm>
            <a:off x="5619631" y="6584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6" name="Прямоугольник 615">
            <a:extLst>
              <a:ext uri="{FF2B5EF4-FFF2-40B4-BE49-F238E27FC236}">
                <a16:creationId xmlns:a16="http://schemas.microsoft.com/office/drawing/2014/main" id="{BA14F1D5-A76E-1036-FCFB-2EC02DB5AA8B}"/>
              </a:ext>
            </a:extLst>
          </p:cNvPr>
          <p:cNvSpPr/>
          <p:nvPr/>
        </p:nvSpPr>
        <p:spPr>
          <a:xfrm>
            <a:off x="1807694" y="689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7" name="Прямоугольник 616">
            <a:extLst>
              <a:ext uri="{FF2B5EF4-FFF2-40B4-BE49-F238E27FC236}">
                <a16:creationId xmlns:a16="http://schemas.microsoft.com/office/drawing/2014/main" id="{C29E6B16-EE96-0787-EEAC-A49311EEF219}"/>
              </a:ext>
            </a:extLst>
          </p:cNvPr>
          <p:cNvSpPr/>
          <p:nvPr/>
        </p:nvSpPr>
        <p:spPr>
          <a:xfrm>
            <a:off x="10159168" y="-9962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8" name="Прямоугольник 617">
            <a:extLst>
              <a:ext uri="{FF2B5EF4-FFF2-40B4-BE49-F238E27FC236}">
                <a16:creationId xmlns:a16="http://schemas.microsoft.com/office/drawing/2014/main" id="{C32DC175-2AA3-74AE-C899-3586C0B47ABC}"/>
              </a:ext>
            </a:extLst>
          </p:cNvPr>
          <p:cNvSpPr/>
          <p:nvPr/>
        </p:nvSpPr>
        <p:spPr>
          <a:xfrm>
            <a:off x="9799370" y="13427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9" name="Прямоугольник 618">
            <a:extLst>
              <a:ext uri="{FF2B5EF4-FFF2-40B4-BE49-F238E27FC236}">
                <a16:creationId xmlns:a16="http://schemas.microsoft.com/office/drawing/2014/main" id="{4BFF3BC2-3619-5F53-3402-A630DC2E9C09}"/>
              </a:ext>
            </a:extLst>
          </p:cNvPr>
          <p:cNvSpPr/>
          <p:nvPr/>
        </p:nvSpPr>
        <p:spPr>
          <a:xfrm>
            <a:off x="3155133" y="2799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0" name="Прямоугольник 619">
            <a:extLst>
              <a:ext uri="{FF2B5EF4-FFF2-40B4-BE49-F238E27FC236}">
                <a16:creationId xmlns:a16="http://schemas.microsoft.com/office/drawing/2014/main" id="{6D7BB5EC-8C3E-6090-2310-F64CBB5D5611}"/>
              </a:ext>
            </a:extLst>
          </p:cNvPr>
          <p:cNvSpPr/>
          <p:nvPr/>
        </p:nvSpPr>
        <p:spPr>
          <a:xfrm>
            <a:off x="98312" y="20865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1" name="Прямоугольник 620">
            <a:extLst>
              <a:ext uri="{FF2B5EF4-FFF2-40B4-BE49-F238E27FC236}">
                <a16:creationId xmlns:a16="http://schemas.microsoft.com/office/drawing/2014/main" id="{FDC403B7-7C15-917D-2D56-E8037CF339B8}"/>
              </a:ext>
            </a:extLst>
          </p:cNvPr>
          <p:cNvSpPr/>
          <p:nvPr/>
        </p:nvSpPr>
        <p:spPr>
          <a:xfrm>
            <a:off x="5543434" y="-4915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2" name="Прямоугольник 621">
            <a:extLst>
              <a:ext uri="{FF2B5EF4-FFF2-40B4-BE49-F238E27FC236}">
                <a16:creationId xmlns:a16="http://schemas.microsoft.com/office/drawing/2014/main" id="{37485552-E5F3-B0A1-19C4-318094A766D1}"/>
              </a:ext>
            </a:extLst>
          </p:cNvPr>
          <p:cNvSpPr/>
          <p:nvPr/>
        </p:nvSpPr>
        <p:spPr>
          <a:xfrm>
            <a:off x="7061449" y="21394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3" name="Прямоугольник 622">
            <a:extLst>
              <a:ext uri="{FF2B5EF4-FFF2-40B4-BE49-F238E27FC236}">
                <a16:creationId xmlns:a16="http://schemas.microsoft.com/office/drawing/2014/main" id="{8B52455D-DF1C-9ED6-3F75-CE5F03C9F108}"/>
              </a:ext>
            </a:extLst>
          </p:cNvPr>
          <p:cNvSpPr/>
          <p:nvPr/>
        </p:nvSpPr>
        <p:spPr>
          <a:xfrm>
            <a:off x="4551491" y="44070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4" name="Прямоугольник 623">
            <a:extLst>
              <a:ext uri="{FF2B5EF4-FFF2-40B4-BE49-F238E27FC236}">
                <a16:creationId xmlns:a16="http://schemas.microsoft.com/office/drawing/2014/main" id="{85D2D408-98B8-EA3D-115B-72553296F06A}"/>
              </a:ext>
            </a:extLst>
          </p:cNvPr>
          <p:cNvSpPr/>
          <p:nvPr/>
        </p:nvSpPr>
        <p:spPr>
          <a:xfrm>
            <a:off x="739554" y="4719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5" name="Прямоугольник 624">
            <a:extLst>
              <a:ext uri="{FF2B5EF4-FFF2-40B4-BE49-F238E27FC236}">
                <a16:creationId xmlns:a16="http://schemas.microsoft.com/office/drawing/2014/main" id="{E82A5C56-CDE9-4D43-E06B-2213A18F0470}"/>
              </a:ext>
            </a:extLst>
          </p:cNvPr>
          <p:cNvSpPr/>
          <p:nvPr/>
        </p:nvSpPr>
        <p:spPr>
          <a:xfrm>
            <a:off x="10311568" y="-8438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6" name="Прямоугольник 625">
            <a:extLst>
              <a:ext uri="{FF2B5EF4-FFF2-40B4-BE49-F238E27FC236}">
                <a16:creationId xmlns:a16="http://schemas.microsoft.com/office/drawing/2014/main" id="{BB777E83-7B3D-7B68-0317-248EFDD891B9}"/>
              </a:ext>
            </a:extLst>
          </p:cNvPr>
          <p:cNvSpPr/>
          <p:nvPr/>
        </p:nvSpPr>
        <p:spPr>
          <a:xfrm>
            <a:off x="9951770" y="14951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7" name="Прямоугольник 626">
            <a:extLst>
              <a:ext uri="{FF2B5EF4-FFF2-40B4-BE49-F238E27FC236}">
                <a16:creationId xmlns:a16="http://schemas.microsoft.com/office/drawing/2014/main" id="{88671F3F-964D-5100-5846-799A9EAAAC3B}"/>
              </a:ext>
            </a:extLst>
          </p:cNvPr>
          <p:cNvSpPr/>
          <p:nvPr/>
        </p:nvSpPr>
        <p:spPr>
          <a:xfrm>
            <a:off x="3307533" y="2951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8" name="Прямоугольник 627">
            <a:extLst>
              <a:ext uri="{FF2B5EF4-FFF2-40B4-BE49-F238E27FC236}">
                <a16:creationId xmlns:a16="http://schemas.microsoft.com/office/drawing/2014/main" id="{9EA1AE2C-72C6-6A3C-BE9D-EAC66BB4D067}"/>
              </a:ext>
            </a:extLst>
          </p:cNvPr>
          <p:cNvSpPr/>
          <p:nvPr/>
        </p:nvSpPr>
        <p:spPr>
          <a:xfrm>
            <a:off x="250712" y="22389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9" name="Прямоугольник 628">
            <a:extLst>
              <a:ext uri="{FF2B5EF4-FFF2-40B4-BE49-F238E27FC236}">
                <a16:creationId xmlns:a16="http://schemas.microsoft.com/office/drawing/2014/main" id="{7773EC60-E2B5-B03D-8320-542438B63B32}"/>
              </a:ext>
            </a:extLst>
          </p:cNvPr>
          <p:cNvSpPr/>
          <p:nvPr/>
        </p:nvSpPr>
        <p:spPr>
          <a:xfrm>
            <a:off x="5695834" y="-3391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0" name="Прямоугольник 629">
            <a:extLst>
              <a:ext uri="{FF2B5EF4-FFF2-40B4-BE49-F238E27FC236}">
                <a16:creationId xmlns:a16="http://schemas.microsoft.com/office/drawing/2014/main" id="{66A8D866-C06E-DA2D-4B09-140994DAB595}"/>
              </a:ext>
            </a:extLst>
          </p:cNvPr>
          <p:cNvSpPr/>
          <p:nvPr/>
        </p:nvSpPr>
        <p:spPr>
          <a:xfrm>
            <a:off x="7213849" y="22918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1" name="Прямоугольник 630">
            <a:extLst>
              <a:ext uri="{FF2B5EF4-FFF2-40B4-BE49-F238E27FC236}">
                <a16:creationId xmlns:a16="http://schemas.microsoft.com/office/drawing/2014/main" id="{D6F2B38A-61CA-E0C2-5A36-553F8A351700}"/>
              </a:ext>
            </a:extLst>
          </p:cNvPr>
          <p:cNvSpPr/>
          <p:nvPr/>
        </p:nvSpPr>
        <p:spPr>
          <a:xfrm>
            <a:off x="4703891" y="45594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2" name="Прямоугольник 631">
            <a:extLst>
              <a:ext uri="{FF2B5EF4-FFF2-40B4-BE49-F238E27FC236}">
                <a16:creationId xmlns:a16="http://schemas.microsoft.com/office/drawing/2014/main" id="{CDA6FBD9-46B5-570F-CDFF-E42B712BADF6}"/>
              </a:ext>
            </a:extLst>
          </p:cNvPr>
          <p:cNvSpPr/>
          <p:nvPr/>
        </p:nvSpPr>
        <p:spPr>
          <a:xfrm>
            <a:off x="891954" y="4871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3" name="Прямоугольник 632">
            <a:extLst>
              <a:ext uri="{FF2B5EF4-FFF2-40B4-BE49-F238E27FC236}">
                <a16:creationId xmlns:a16="http://schemas.microsoft.com/office/drawing/2014/main" id="{BF6F9541-7EB0-E377-229F-C3591439E556}"/>
              </a:ext>
            </a:extLst>
          </p:cNvPr>
          <p:cNvSpPr/>
          <p:nvPr/>
        </p:nvSpPr>
        <p:spPr>
          <a:xfrm>
            <a:off x="10463968" y="-6914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4" name="Прямоугольник 633">
            <a:extLst>
              <a:ext uri="{FF2B5EF4-FFF2-40B4-BE49-F238E27FC236}">
                <a16:creationId xmlns:a16="http://schemas.microsoft.com/office/drawing/2014/main" id="{BFCF5DE3-D52B-8C15-FF52-B3903A0D0A05}"/>
              </a:ext>
            </a:extLst>
          </p:cNvPr>
          <p:cNvSpPr/>
          <p:nvPr/>
        </p:nvSpPr>
        <p:spPr>
          <a:xfrm>
            <a:off x="10104170" y="16475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5" name="Прямоугольник 634">
            <a:extLst>
              <a:ext uri="{FF2B5EF4-FFF2-40B4-BE49-F238E27FC236}">
                <a16:creationId xmlns:a16="http://schemas.microsoft.com/office/drawing/2014/main" id="{77417C8E-8B74-1B85-F327-D314AA9DD88D}"/>
              </a:ext>
            </a:extLst>
          </p:cNvPr>
          <p:cNvSpPr/>
          <p:nvPr/>
        </p:nvSpPr>
        <p:spPr>
          <a:xfrm>
            <a:off x="3459933" y="3103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6" name="Прямоугольник 635">
            <a:extLst>
              <a:ext uri="{FF2B5EF4-FFF2-40B4-BE49-F238E27FC236}">
                <a16:creationId xmlns:a16="http://schemas.microsoft.com/office/drawing/2014/main" id="{BAD376BF-3677-F114-A2F3-BB06FA27089E}"/>
              </a:ext>
            </a:extLst>
          </p:cNvPr>
          <p:cNvSpPr/>
          <p:nvPr/>
        </p:nvSpPr>
        <p:spPr>
          <a:xfrm>
            <a:off x="403112" y="23913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7" name="Прямоугольник 636">
            <a:extLst>
              <a:ext uri="{FF2B5EF4-FFF2-40B4-BE49-F238E27FC236}">
                <a16:creationId xmlns:a16="http://schemas.microsoft.com/office/drawing/2014/main" id="{16351910-323E-B39F-4448-C74A0BA89516}"/>
              </a:ext>
            </a:extLst>
          </p:cNvPr>
          <p:cNvSpPr/>
          <p:nvPr/>
        </p:nvSpPr>
        <p:spPr>
          <a:xfrm>
            <a:off x="5848234" y="-1867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8" name="Прямоугольник 637">
            <a:extLst>
              <a:ext uri="{FF2B5EF4-FFF2-40B4-BE49-F238E27FC236}">
                <a16:creationId xmlns:a16="http://schemas.microsoft.com/office/drawing/2014/main" id="{CE2C9EA8-F815-B9C4-D301-4933F0AF47DE}"/>
              </a:ext>
            </a:extLst>
          </p:cNvPr>
          <p:cNvSpPr/>
          <p:nvPr/>
        </p:nvSpPr>
        <p:spPr>
          <a:xfrm>
            <a:off x="7366249" y="24442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9" name="Прямоугольник 638">
            <a:extLst>
              <a:ext uri="{FF2B5EF4-FFF2-40B4-BE49-F238E27FC236}">
                <a16:creationId xmlns:a16="http://schemas.microsoft.com/office/drawing/2014/main" id="{4F1567B8-CF20-143F-5966-CC280AF935B9}"/>
              </a:ext>
            </a:extLst>
          </p:cNvPr>
          <p:cNvSpPr/>
          <p:nvPr/>
        </p:nvSpPr>
        <p:spPr>
          <a:xfrm>
            <a:off x="4856291" y="47118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0" name="Прямоугольник 639">
            <a:extLst>
              <a:ext uri="{FF2B5EF4-FFF2-40B4-BE49-F238E27FC236}">
                <a16:creationId xmlns:a16="http://schemas.microsoft.com/office/drawing/2014/main" id="{2C6D0450-B901-E335-7111-F597F99FA402}"/>
              </a:ext>
            </a:extLst>
          </p:cNvPr>
          <p:cNvSpPr/>
          <p:nvPr/>
        </p:nvSpPr>
        <p:spPr>
          <a:xfrm>
            <a:off x="1044354" y="50243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1" name="Прямоугольник 640">
            <a:extLst>
              <a:ext uri="{FF2B5EF4-FFF2-40B4-BE49-F238E27FC236}">
                <a16:creationId xmlns:a16="http://schemas.microsoft.com/office/drawing/2014/main" id="{F64ACA53-C4D4-A690-81B2-C1A99935DC9F}"/>
              </a:ext>
            </a:extLst>
          </p:cNvPr>
          <p:cNvSpPr/>
          <p:nvPr/>
        </p:nvSpPr>
        <p:spPr>
          <a:xfrm>
            <a:off x="10616368" y="-5390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2" name="Прямоугольник 641">
            <a:extLst>
              <a:ext uri="{FF2B5EF4-FFF2-40B4-BE49-F238E27FC236}">
                <a16:creationId xmlns:a16="http://schemas.microsoft.com/office/drawing/2014/main" id="{66BE0660-E374-F6A3-1953-5F1A41414720}"/>
              </a:ext>
            </a:extLst>
          </p:cNvPr>
          <p:cNvSpPr/>
          <p:nvPr/>
        </p:nvSpPr>
        <p:spPr>
          <a:xfrm>
            <a:off x="10256570" y="17999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3" name="Прямоугольник 642">
            <a:extLst>
              <a:ext uri="{FF2B5EF4-FFF2-40B4-BE49-F238E27FC236}">
                <a16:creationId xmlns:a16="http://schemas.microsoft.com/office/drawing/2014/main" id="{61CE9AB5-CE70-F40F-4C1B-2B4D1F5FE5A5}"/>
              </a:ext>
            </a:extLst>
          </p:cNvPr>
          <p:cNvSpPr/>
          <p:nvPr/>
        </p:nvSpPr>
        <p:spPr>
          <a:xfrm>
            <a:off x="3612333" y="32563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4" name="Прямоугольник 643">
            <a:extLst>
              <a:ext uri="{FF2B5EF4-FFF2-40B4-BE49-F238E27FC236}">
                <a16:creationId xmlns:a16="http://schemas.microsoft.com/office/drawing/2014/main" id="{63704B8B-66EB-FB25-FA4E-BC1226C26EDB}"/>
              </a:ext>
            </a:extLst>
          </p:cNvPr>
          <p:cNvSpPr/>
          <p:nvPr/>
        </p:nvSpPr>
        <p:spPr>
          <a:xfrm>
            <a:off x="555512" y="25437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5" name="Прямоугольник 644">
            <a:extLst>
              <a:ext uri="{FF2B5EF4-FFF2-40B4-BE49-F238E27FC236}">
                <a16:creationId xmlns:a16="http://schemas.microsoft.com/office/drawing/2014/main" id="{6694A5BF-D4E3-9948-819C-DE0EE5038649}"/>
              </a:ext>
            </a:extLst>
          </p:cNvPr>
          <p:cNvSpPr/>
          <p:nvPr/>
        </p:nvSpPr>
        <p:spPr>
          <a:xfrm>
            <a:off x="6000634" y="-343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6" name="Прямоугольник 645">
            <a:extLst>
              <a:ext uri="{FF2B5EF4-FFF2-40B4-BE49-F238E27FC236}">
                <a16:creationId xmlns:a16="http://schemas.microsoft.com/office/drawing/2014/main" id="{E06FF50B-369C-CA23-E8CE-1800B1550744}"/>
              </a:ext>
            </a:extLst>
          </p:cNvPr>
          <p:cNvSpPr/>
          <p:nvPr/>
        </p:nvSpPr>
        <p:spPr>
          <a:xfrm>
            <a:off x="7518649" y="25966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7" name="Прямоугольник 646">
            <a:extLst>
              <a:ext uri="{FF2B5EF4-FFF2-40B4-BE49-F238E27FC236}">
                <a16:creationId xmlns:a16="http://schemas.microsoft.com/office/drawing/2014/main" id="{CA6B19DE-6582-3C96-19C7-67540DEDC9B8}"/>
              </a:ext>
            </a:extLst>
          </p:cNvPr>
          <p:cNvSpPr/>
          <p:nvPr/>
        </p:nvSpPr>
        <p:spPr>
          <a:xfrm>
            <a:off x="5008691" y="48642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8" name="Прямоугольник 647">
            <a:extLst>
              <a:ext uri="{FF2B5EF4-FFF2-40B4-BE49-F238E27FC236}">
                <a16:creationId xmlns:a16="http://schemas.microsoft.com/office/drawing/2014/main" id="{B36104C6-DC6F-08FE-8468-9E12ED1498DF}"/>
              </a:ext>
            </a:extLst>
          </p:cNvPr>
          <p:cNvSpPr/>
          <p:nvPr/>
        </p:nvSpPr>
        <p:spPr>
          <a:xfrm>
            <a:off x="1196754" y="5176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9" name="Прямоугольник 648">
            <a:extLst>
              <a:ext uri="{FF2B5EF4-FFF2-40B4-BE49-F238E27FC236}">
                <a16:creationId xmlns:a16="http://schemas.microsoft.com/office/drawing/2014/main" id="{8CAA6D6E-EDD8-A003-CB11-EDB9DCE89BAD}"/>
              </a:ext>
            </a:extLst>
          </p:cNvPr>
          <p:cNvSpPr/>
          <p:nvPr/>
        </p:nvSpPr>
        <p:spPr>
          <a:xfrm>
            <a:off x="8378411" y="-286987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0" name="Прямоугольник 649">
            <a:extLst>
              <a:ext uri="{FF2B5EF4-FFF2-40B4-BE49-F238E27FC236}">
                <a16:creationId xmlns:a16="http://schemas.microsoft.com/office/drawing/2014/main" id="{5F9C8E88-FBFC-7A8A-6DED-CB99F1C363E0}"/>
              </a:ext>
            </a:extLst>
          </p:cNvPr>
          <p:cNvSpPr/>
          <p:nvPr/>
        </p:nvSpPr>
        <p:spPr>
          <a:xfrm>
            <a:off x="8018613" y="-5308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1" name="Прямоугольник 650">
            <a:extLst>
              <a:ext uri="{FF2B5EF4-FFF2-40B4-BE49-F238E27FC236}">
                <a16:creationId xmlns:a16="http://schemas.microsoft.com/office/drawing/2014/main" id="{98412DD4-0867-D0E3-C18C-AB4ACCEA62C6}"/>
              </a:ext>
            </a:extLst>
          </p:cNvPr>
          <p:cNvSpPr/>
          <p:nvPr/>
        </p:nvSpPr>
        <p:spPr>
          <a:xfrm>
            <a:off x="1374376" y="9255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2" name="Прямоугольник 651">
            <a:extLst>
              <a:ext uri="{FF2B5EF4-FFF2-40B4-BE49-F238E27FC236}">
                <a16:creationId xmlns:a16="http://schemas.microsoft.com/office/drawing/2014/main" id="{8198D7CB-E27D-4EA9-0000-7A99AAFB2229}"/>
              </a:ext>
            </a:extLst>
          </p:cNvPr>
          <p:cNvSpPr/>
          <p:nvPr/>
        </p:nvSpPr>
        <p:spPr>
          <a:xfrm>
            <a:off x="-1682445" y="21299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3" name="Прямоугольник 652">
            <a:extLst>
              <a:ext uri="{FF2B5EF4-FFF2-40B4-BE49-F238E27FC236}">
                <a16:creationId xmlns:a16="http://schemas.microsoft.com/office/drawing/2014/main" id="{9F37775F-7036-A9A3-F86A-A8C389F02993}"/>
              </a:ext>
            </a:extLst>
          </p:cNvPr>
          <p:cNvSpPr/>
          <p:nvPr/>
        </p:nvSpPr>
        <p:spPr>
          <a:xfrm>
            <a:off x="3762677" y="-236514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4" name="Прямоугольник 653">
            <a:extLst>
              <a:ext uri="{FF2B5EF4-FFF2-40B4-BE49-F238E27FC236}">
                <a16:creationId xmlns:a16="http://schemas.microsoft.com/office/drawing/2014/main" id="{2F3FC55B-6DEB-0F8B-EAB2-3637E610F8E7}"/>
              </a:ext>
            </a:extLst>
          </p:cNvPr>
          <p:cNvSpPr/>
          <p:nvPr/>
        </p:nvSpPr>
        <p:spPr>
          <a:xfrm>
            <a:off x="5280692" y="2658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5" name="Прямоугольник 654">
            <a:extLst>
              <a:ext uri="{FF2B5EF4-FFF2-40B4-BE49-F238E27FC236}">
                <a16:creationId xmlns:a16="http://schemas.microsoft.com/office/drawing/2014/main" id="{6C5D0E76-4B58-BD9C-C55B-B50F7E3F96C9}"/>
              </a:ext>
            </a:extLst>
          </p:cNvPr>
          <p:cNvSpPr/>
          <p:nvPr/>
        </p:nvSpPr>
        <p:spPr>
          <a:xfrm>
            <a:off x="2770734" y="25334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6" name="Прямоугольник 655">
            <a:extLst>
              <a:ext uri="{FF2B5EF4-FFF2-40B4-BE49-F238E27FC236}">
                <a16:creationId xmlns:a16="http://schemas.microsoft.com/office/drawing/2014/main" id="{53C3A6AC-866D-75AF-3593-5447BB0D1185}"/>
              </a:ext>
            </a:extLst>
          </p:cNvPr>
          <p:cNvSpPr/>
          <p:nvPr/>
        </p:nvSpPr>
        <p:spPr>
          <a:xfrm>
            <a:off x="-1041203" y="28459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7" name="Прямоугольник 656">
            <a:extLst>
              <a:ext uri="{FF2B5EF4-FFF2-40B4-BE49-F238E27FC236}">
                <a16:creationId xmlns:a16="http://schemas.microsoft.com/office/drawing/2014/main" id="{73DB83C0-A997-A951-1B31-96EAB3FBE517}"/>
              </a:ext>
            </a:extLst>
          </p:cNvPr>
          <p:cNvSpPr/>
          <p:nvPr/>
        </p:nvSpPr>
        <p:spPr>
          <a:xfrm>
            <a:off x="6140454" y="-520066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8" name="Прямоугольник 657">
            <a:extLst>
              <a:ext uri="{FF2B5EF4-FFF2-40B4-BE49-F238E27FC236}">
                <a16:creationId xmlns:a16="http://schemas.microsoft.com/office/drawing/2014/main" id="{5EC0C251-389B-0F6E-410D-98B0A66599D2}"/>
              </a:ext>
            </a:extLst>
          </p:cNvPr>
          <p:cNvSpPr/>
          <p:nvPr/>
        </p:nvSpPr>
        <p:spPr>
          <a:xfrm>
            <a:off x="5780656" y="-28616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9" name="Прямоугольник 658">
            <a:extLst>
              <a:ext uri="{FF2B5EF4-FFF2-40B4-BE49-F238E27FC236}">
                <a16:creationId xmlns:a16="http://schemas.microsoft.com/office/drawing/2014/main" id="{92887A14-5C01-B9D0-B44C-7B7661167862}"/>
              </a:ext>
            </a:extLst>
          </p:cNvPr>
          <p:cNvSpPr/>
          <p:nvPr/>
        </p:nvSpPr>
        <p:spPr>
          <a:xfrm>
            <a:off x="-863581" y="-14052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0" name="Прямоугольник 659">
            <a:extLst>
              <a:ext uri="{FF2B5EF4-FFF2-40B4-BE49-F238E27FC236}">
                <a16:creationId xmlns:a16="http://schemas.microsoft.com/office/drawing/2014/main" id="{E1E0F967-1A38-D10A-09D5-B6EF57A52361}"/>
              </a:ext>
            </a:extLst>
          </p:cNvPr>
          <p:cNvSpPr/>
          <p:nvPr/>
        </p:nvSpPr>
        <p:spPr>
          <a:xfrm>
            <a:off x="-3920402" y="-211779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1" name="Прямоугольник 660">
            <a:extLst>
              <a:ext uri="{FF2B5EF4-FFF2-40B4-BE49-F238E27FC236}">
                <a16:creationId xmlns:a16="http://schemas.microsoft.com/office/drawing/2014/main" id="{1166A83E-5CA0-B814-B472-69ECAE24636E}"/>
              </a:ext>
            </a:extLst>
          </p:cNvPr>
          <p:cNvSpPr/>
          <p:nvPr/>
        </p:nvSpPr>
        <p:spPr>
          <a:xfrm>
            <a:off x="1524720" y="-469593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2" name="Прямоугольник 661">
            <a:extLst>
              <a:ext uri="{FF2B5EF4-FFF2-40B4-BE49-F238E27FC236}">
                <a16:creationId xmlns:a16="http://schemas.microsoft.com/office/drawing/2014/main" id="{AA539703-ACBC-AB84-11B6-6FBCA405ED12}"/>
              </a:ext>
            </a:extLst>
          </p:cNvPr>
          <p:cNvSpPr/>
          <p:nvPr/>
        </p:nvSpPr>
        <p:spPr>
          <a:xfrm>
            <a:off x="3042735" y="-20649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3" name="Прямоугольник 662">
            <a:extLst>
              <a:ext uri="{FF2B5EF4-FFF2-40B4-BE49-F238E27FC236}">
                <a16:creationId xmlns:a16="http://schemas.microsoft.com/office/drawing/2014/main" id="{4853F072-643E-095A-C9FD-4A0E80CCAD58}"/>
              </a:ext>
            </a:extLst>
          </p:cNvPr>
          <p:cNvSpPr/>
          <p:nvPr/>
        </p:nvSpPr>
        <p:spPr>
          <a:xfrm>
            <a:off x="532777" y="20262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4" name="Прямоугольник 663">
            <a:extLst>
              <a:ext uri="{FF2B5EF4-FFF2-40B4-BE49-F238E27FC236}">
                <a16:creationId xmlns:a16="http://schemas.microsoft.com/office/drawing/2014/main" id="{72F31025-6106-E9B0-B8A9-32552668B2CD}"/>
              </a:ext>
            </a:extLst>
          </p:cNvPr>
          <p:cNvSpPr/>
          <p:nvPr/>
        </p:nvSpPr>
        <p:spPr>
          <a:xfrm>
            <a:off x="-3279160" y="5151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5" name="Прямоугольник 664">
            <a:extLst>
              <a:ext uri="{FF2B5EF4-FFF2-40B4-BE49-F238E27FC236}">
                <a16:creationId xmlns:a16="http://schemas.microsoft.com/office/drawing/2014/main" id="{0017B457-0ACD-D16B-A8B3-932EF780197C}"/>
              </a:ext>
            </a:extLst>
          </p:cNvPr>
          <p:cNvSpPr/>
          <p:nvPr/>
        </p:nvSpPr>
        <p:spPr>
          <a:xfrm>
            <a:off x="3902497" y="-75314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6" name="Прямоугольник 665">
            <a:extLst>
              <a:ext uri="{FF2B5EF4-FFF2-40B4-BE49-F238E27FC236}">
                <a16:creationId xmlns:a16="http://schemas.microsoft.com/office/drawing/2014/main" id="{77813F17-7655-E2B6-B31B-5AFD28E9DE10}"/>
              </a:ext>
            </a:extLst>
          </p:cNvPr>
          <p:cNvSpPr/>
          <p:nvPr/>
        </p:nvSpPr>
        <p:spPr>
          <a:xfrm>
            <a:off x="3542699" y="-51924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7" name="Прямоугольник 666">
            <a:extLst>
              <a:ext uri="{FF2B5EF4-FFF2-40B4-BE49-F238E27FC236}">
                <a16:creationId xmlns:a16="http://schemas.microsoft.com/office/drawing/2014/main" id="{87426AB5-5C16-EB59-5490-DDC7814DFC15}"/>
              </a:ext>
            </a:extLst>
          </p:cNvPr>
          <p:cNvSpPr/>
          <p:nvPr/>
        </p:nvSpPr>
        <p:spPr>
          <a:xfrm>
            <a:off x="-3101538" y="-37360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8" name="Прямоугольник 667">
            <a:extLst>
              <a:ext uri="{FF2B5EF4-FFF2-40B4-BE49-F238E27FC236}">
                <a16:creationId xmlns:a16="http://schemas.microsoft.com/office/drawing/2014/main" id="{9D4BE8F1-84DF-C936-8318-F7C126F8F0F6}"/>
              </a:ext>
            </a:extLst>
          </p:cNvPr>
          <p:cNvSpPr/>
          <p:nvPr/>
        </p:nvSpPr>
        <p:spPr>
          <a:xfrm>
            <a:off x="-6158359" y="-444858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9" name="Прямоугольник 668">
            <a:extLst>
              <a:ext uri="{FF2B5EF4-FFF2-40B4-BE49-F238E27FC236}">
                <a16:creationId xmlns:a16="http://schemas.microsoft.com/office/drawing/2014/main" id="{CEB7CF5B-6701-8FC2-DA68-11E0B1722434}"/>
              </a:ext>
            </a:extLst>
          </p:cNvPr>
          <p:cNvSpPr/>
          <p:nvPr/>
        </p:nvSpPr>
        <p:spPr>
          <a:xfrm>
            <a:off x="-713237" y="-70267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0" name="Прямоугольник 669">
            <a:extLst>
              <a:ext uri="{FF2B5EF4-FFF2-40B4-BE49-F238E27FC236}">
                <a16:creationId xmlns:a16="http://schemas.microsoft.com/office/drawing/2014/main" id="{0BF1E64E-3690-6AAF-8943-8FF7F0E0A663}"/>
              </a:ext>
            </a:extLst>
          </p:cNvPr>
          <p:cNvSpPr/>
          <p:nvPr/>
        </p:nvSpPr>
        <p:spPr>
          <a:xfrm>
            <a:off x="804778" y="-439573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1" name="Прямоугольник 670">
            <a:extLst>
              <a:ext uri="{FF2B5EF4-FFF2-40B4-BE49-F238E27FC236}">
                <a16:creationId xmlns:a16="http://schemas.microsoft.com/office/drawing/2014/main" id="{7D7CCF06-9B5C-5AF5-EACC-8B490336FE65}"/>
              </a:ext>
            </a:extLst>
          </p:cNvPr>
          <p:cNvSpPr/>
          <p:nvPr/>
        </p:nvSpPr>
        <p:spPr>
          <a:xfrm>
            <a:off x="-1705180" y="-21281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2" name="Прямоугольник 671">
            <a:extLst>
              <a:ext uri="{FF2B5EF4-FFF2-40B4-BE49-F238E27FC236}">
                <a16:creationId xmlns:a16="http://schemas.microsoft.com/office/drawing/2014/main" id="{DDF74DD6-D48F-9D30-AEE2-8F9D180F460A}"/>
              </a:ext>
            </a:extLst>
          </p:cNvPr>
          <p:cNvSpPr/>
          <p:nvPr/>
        </p:nvSpPr>
        <p:spPr>
          <a:xfrm>
            <a:off x="-5517117" y="-18156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3" name="Прямоугольник 672">
            <a:extLst>
              <a:ext uri="{FF2B5EF4-FFF2-40B4-BE49-F238E27FC236}">
                <a16:creationId xmlns:a16="http://schemas.microsoft.com/office/drawing/2014/main" id="{8978DAE3-0696-2B68-7C42-C07B3AB934AC}"/>
              </a:ext>
            </a:extLst>
          </p:cNvPr>
          <p:cNvSpPr/>
          <p:nvPr/>
        </p:nvSpPr>
        <p:spPr>
          <a:xfrm>
            <a:off x="1664540" y="-98622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4" name="Прямоугольник 673">
            <a:extLst>
              <a:ext uri="{FF2B5EF4-FFF2-40B4-BE49-F238E27FC236}">
                <a16:creationId xmlns:a16="http://schemas.microsoft.com/office/drawing/2014/main" id="{3C9388CF-814D-AC82-BB40-6C5300517EE7}"/>
              </a:ext>
            </a:extLst>
          </p:cNvPr>
          <p:cNvSpPr/>
          <p:nvPr/>
        </p:nvSpPr>
        <p:spPr>
          <a:xfrm>
            <a:off x="1304742" y="-75232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5" name="Прямоугольник 674">
            <a:extLst>
              <a:ext uri="{FF2B5EF4-FFF2-40B4-BE49-F238E27FC236}">
                <a16:creationId xmlns:a16="http://schemas.microsoft.com/office/drawing/2014/main" id="{A321C939-F316-6E94-A580-F5C6D16CCD4E}"/>
              </a:ext>
            </a:extLst>
          </p:cNvPr>
          <p:cNvSpPr/>
          <p:nvPr/>
        </p:nvSpPr>
        <p:spPr>
          <a:xfrm>
            <a:off x="-5339495" y="-60668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6" name="Прямоугольник 675">
            <a:extLst>
              <a:ext uri="{FF2B5EF4-FFF2-40B4-BE49-F238E27FC236}">
                <a16:creationId xmlns:a16="http://schemas.microsoft.com/office/drawing/2014/main" id="{BF94110B-28BC-2A2A-326F-61560AE80DCF}"/>
              </a:ext>
            </a:extLst>
          </p:cNvPr>
          <p:cNvSpPr/>
          <p:nvPr/>
        </p:nvSpPr>
        <p:spPr>
          <a:xfrm>
            <a:off x="-8396316" y="-677937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7" name="Прямоугольник 676">
            <a:extLst>
              <a:ext uri="{FF2B5EF4-FFF2-40B4-BE49-F238E27FC236}">
                <a16:creationId xmlns:a16="http://schemas.microsoft.com/office/drawing/2014/main" id="{750997A2-F79F-B2B3-0D37-49F0BEEABA36}"/>
              </a:ext>
            </a:extLst>
          </p:cNvPr>
          <p:cNvSpPr/>
          <p:nvPr/>
        </p:nvSpPr>
        <p:spPr>
          <a:xfrm>
            <a:off x="-2951194" y="-93575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8" name="Прямоугольник 677">
            <a:extLst>
              <a:ext uri="{FF2B5EF4-FFF2-40B4-BE49-F238E27FC236}">
                <a16:creationId xmlns:a16="http://schemas.microsoft.com/office/drawing/2014/main" id="{A2BF052F-7580-3885-2613-75FF0C506695}"/>
              </a:ext>
            </a:extLst>
          </p:cNvPr>
          <p:cNvSpPr/>
          <p:nvPr/>
        </p:nvSpPr>
        <p:spPr>
          <a:xfrm>
            <a:off x="-1433179" y="-672652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9" name="Прямоугольник 678">
            <a:extLst>
              <a:ext uri="{FF2B5EF4-FFF2-40B4-BE49-F238E27FC236}">
                <a16:creationId xmlns:a16="http://schemas.microsoft.com/office/drawing/2014/main" id="{722A76D9-5F09-5D38-DCE9-95A1896C03B8}"/>
              </a:ext>
            </a:extLst>
          </p:cNvPr>
          <p:cNvSpPr/>
          <p:nvPr/>
        </p:nvSpPr>
        <p:spPr>
          <a:xfrm>
            <a:off x="-3943137" y="-445895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0" name="Прямоугольник 679">
            <a:extLst>
              <a:ext uri="{FF2B5EF4-FFF2-40B4-BE49-F238E27FC236}">
                <a16:creationId xmlns:a16="http://schemas.microsoft.com/office/drawing/2014/main" id="{43C51B98-F918-1471-C4FA-024222BFA5FC}"/>
              </a:ext>
            </a:extLst>
          </p:cNvPr>
          <p:cNvSpPr/>
          <p:nvPr/>
        </p:nvSpPr>
        <p:spPr>
          <a:xfrm>
            <a:off x="-7755074" y="-41464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1" name="Прямоугольник 680">
            <a:extLst>
              <a:ext uri="{FF2B5EF4-FFF2-40B4-BE49-F238E27FC236}">
                <a16:creationId xmlns:a16="http://schemas.microsoft.com/office/drawing/2014/main" id="{9BA81855-4016-1EA6-B686-D5240BDD3AB3}"/>
              </a:ext>
            </a:extLst>
          </p:cNvPr>
          <p:cNvSpPr/>
          <p:nvPr/>
        </p:nvSpPr>
        <p:spPr>
          <a:xfrm rot="10154040">
            <a:off x="11379708" y="1333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2" name="Прямоугольник 681">
            <a:extLst>
              <a:ext uri="{FF2B5EF4-FFF2-40B4-BE49-F238E27FC236}">
                <a16:creationId xmlns:a16="http://schemas.microsoft.com/office/drawing/2014/main" id="{326C6680-5B2E-BA06-9FE3-C38C20046A6F}"/>
              </a:ext>
            </a:extLst>
          </p:cNvPr>
          <p:cNvSpPr/>
          <p:nvPr/>
        </p:nvSpPr>
        <p:spPr>
          <a:xfrm rot="10154040">
            <a:off x="11019910" y="3672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3" name="Прямоугольник 682">
            <a:extLst>
              <a:ext uri="{FF2B5EF4-FFF2-40B4-BE49-F238E27FC236}">
                <a16:creationId xmlns:a16="http://schemas.microsoft.com/office/drawing/2014/main" id="{E06A18A4-0016-D833-BD88-2A8B9DDFBCE0}"/>
              </a:ext>
            </a:extLst>
          </p:cNvPr>
          <p:cNvSpPr/>
          <p:nvPr/>
        </p:nvSpPr>
        <p:spPr>
          <a:xfrm rot="10154040">
            <a:off x="4375673" y="5128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4" name="Прямоугольник 683">
            <a:extLst>
              <a:ext uri="{FF2B5EF4-FFF2-40B4-BE49-F238E27FC236}">
                <a16:creationId xmlns:a16="http://schemas.microsoft.com/office/drawing/2014/main" id="{C9C60041-3BD7-BC0D-1826-2345B904706B}"/>
              </a:ext>
            </a:extLst>
          </p:cNvPr>
          <p:cNvSpPr/>
          <p:nvPr/>
        </p:nvSpPr>
        <p:spPr>
          <a:xfrm rot="10154040">
            <a:off x="1318852" y="4416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5" name="Прямоугольник 684">
            <a:extLst>
              <a:ext uri="{FF2B5EF4-FFF2-40B4-BE49-F238E27FC236}">
                <a16:creationId xmlns:a16="http://schemas.microsoft.com/office/drawing/2014/main" id="{CE7DB599-79F6-22C1-EAE2-7A3C6A9A4A5B}"/>
              </a:ext>
            </a:extLst>
          </p:cNvPr>
          <p:cNvSpPr/>
          <p:nvPr/>
        </p:nvSpPr>
        <p:spPr>
          <a:xfrm rot="10154040">
            <a:off x="6763974" y="1838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6" name="Прямоугольник 685">
            <a:extLst>
              <a:ext uri="{FF2B5EF4-FFF2-40B4-BE49-F238E27FC236}">
                <a16:creationId xmlns:a16="http://schemas.microsoft.com/office/drawing/2014/main" id="{289DA6AA-7117-FF41-CFCB-6C762396AEDB}"/>
              </a:ext>
            </a:extLst>
          </p:cNvPr>
          <p:cNvSpPr/>
          <p:nvPr/>
        </p:nvSpPr>
        <p:spPr>
          <a:xfrm rot="10154040">
            <a:off x="8281989" y="4469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7" name="Прямоугольник 686">
            <a:extLst>
              <a:ext uri="{FF2B5EF4-FFF2-40B4-BE49-F238E27FC236}">
                <a16:creationId xmlns:a16="http://schemas.microsoft.com/office/drawing/2014/main" id="{9EC3C7D9-5938-EBB3-016F-91E583B00EA1}"/>
              </a:ext>
            </a:extLst>
          </p:cNvPr>
          <p:cNvSpPr/>
          <p:nvPr/>
        </p:nvSpPr>
        <p:spPr>
          <a:xfrm rot="10154040">
            <a:off x="5772031" y="6736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8" name="Прямоугольник 687">
            <a:extLst>
              <a:ext uri="{FF2B5EF4-FFF2-40B4-BE49-F238E27FC236}">
                <a16:creationId xmlns:a16="http://schemas.microsoft.com/office/drawing/2014/main" id="{47B44900-8D4C-A717-405D-B5AC34FCC6D6}"/>
              </a:ext>
            </a:extLst>
          </p:cNvPr>
          <p:cNvSpPr/>
          <p:nvPr/>
        </p:nvSpPr>
        <p:spPr>
          <a:xfrm rot="10154040">
            <a:off x="1960094" y="704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9" name="Прямоугольник 688">
            <a:extLst>
              <a:ext uri="{FF2B5EF4-FFF2-40B4-BE49-F238E27FC236}">
                <a16:creationId xmlns:a16="http://schemas.microsoft.com/office/drawing/2014/main" id="{02B94B44-AD3B-C129-96C5-C7BAE5F30728}"/>
              </a:ext>
            </a:extLst>
          </p:cNvPr>
          <p:cNvSpPr/>
          <p:nvPr/>
        </p:nvSpPr>
        <p:spPr>
          <a:xfrm rot="10154040">
            <a:off x="11532108" y="1485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0" name="Прямоугольник 689">
            <a:extLst>
              <a:ext uri="{FF2B5EF4-FFF2-40B4-BE49-F238E27FC236}">
                <a16:creationId xmlns:a16="http://schemas.microsoft.com/office/drawing/2014/main" id="{34986FE7-B066-B7EE-A652-BAAE2C6D3ED8}"/>
              </a:ext>
            </a:extLst>
          </p:cNvPr>
          <p:cNvSpPr/>
          <p:nvPr/>
        </p:nvSpPr>
        <p:spPr>
          <a:xfrm rot="10154040">
            <a:off x="11172310" y="3824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1" name="Прямоугольник 690">
            <a:extLst>
              <a:ext uri="{FF2B5EF4-FFF2-40B4-BE49-F238E27FC236}">
                <a16:creationId xmlns:a16="http://schemas.microsoft.com/office/drawing/2014/main" id="{A9F956F7-DB52-4F29-8CB2-0505EEFCFDE1}"/>
              </a:ext>
            </a:extLst>
          </p:cNvPr>
          <p:cNvSpPr/>
          <p:nvPr/>
        </p:nvSpPr>
        <p:spPr>
          <a:xfrm rot="10154040">
            <a:off x="4528073" y="5281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2" name="Прямоугольник 691">
            <a:extLst>
              <a:ext uri="{FF2B5EF4-FFF2-40B4-BE49-F238E27FC236}">
                <a16:creationId xmlns:a16="http://schemas.microsoft.com/office/drawing/2014/main" id="{5602382D-668F-1F28-2A9D-FC817386C79A}"/>
              </a:ext>
            </a:extLst>
          </p:cNvPr>
          <p:cNvSpPr/>
          <p:nvPr/>
        </p:nvSpPr>
        <p:spPr>
          <a:xfrm rot="10154040">
            <a:off x="1471252" y="4568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3" name="Прямоугольник 692">
            <a:extLst>
              <a:ext uri="{FF2B5EF4-FFF2-40B4-BE49-F238E27FC236}">
                <a16:creationId xmlns:a16="http://schemas.microsoft.com/office/drawing/2014/main" id="{717B2913-3678-4642-F26F-C6BF44BD08FD}"/>
              </a:ext>
            </a:extLst>
          </p:cNvPr>
          <p:cNvSpPr/>
          <p:nvPr/>
        </p:nvSpPr>
        <p:spPr>
          <a:xfrm rot="10154040">
            <a:off x="6916374" y="1990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4" name="Прямоугольник 693">
            <a:extLst>
              <a:ext uri="{FF2B5EF4-FFF2-40B4-BE49-F238E27FC236}">
                <a16:creationId xmlns:a16="http://schemas.microsoft.com/office/drawing/2014/main" id="{EA4487AB-222C-B3A3-8448-C0A8C1CB6C1B}"/>
              </a:ext>
            </a:extLst>
          </p:cNvPr>
          <p:cNvSpPr/>
          <p:nvPr/>
        </p:nvSpPr>
        <p:spPr>
          <a:xfrm rot="10154040">
            <a:off x="8434389" y="4621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5" name="Прямоугольник 694">
            <a:extLst>
              <a:ext uri="{FF2B5EF4-FFF2-40B4-BE49-F238E27FC236}">
                <a16:creationId xmlns:a16="http://schemas.microsoft.com/office/drawing/2014/main" id="{F78FE1C9-7B79-CACD-C3EF-7DAC8A05CEAF}"/>
              </a:ext>
            </a:extLst>
          </p:cNvPr>
          <p:cNvSpPr/>
          <p:nvPr/>
        </p:nvSpPr>
        <p:spPr>
          <a:xfrm rot="10154040">
            <a:off x="5924431" y="6889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6" name="Прямоугольник 695">
            <a:extLst>
              <a:ext uri="{FF2B5EF4-FFF2-40B4-BE49-F238E27FC236}">
                <a16:creationId xmlns:a16="http://schemas.microsoft.com/office/drawing/2014/main" id="{064A14D6-58ED-7181-8B60-5B68C1D15ABC}"/>
              </a:ext>
            </a:extLst>
          </p:cNvPr>
          <p:cNvSpPr/>
          <p:nvPr/>
        </p:nvSpPr>
        <p:spPr>
          <a:xfrm rot="10154040">
            <a:off x="2112494" y="720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7" name="Прямоугольник 696">
            <a:extLst>
              <a:ext uri="{FF2B5EF4-FFF2-40B4-BE49-F238E27FC236}">
                <a16:creationId xmlns:a16="http://schemas.microsoft.com/office/drawing/2014/main" id="{9B3EE78C-BB44-E924-8C7A-68CFD48BB0DE}"/>
              </a:ext>
            </a:extLst>
          </p:cNvPr>
          <p:cNvSpPr/>
          <p:nvPr/>
        </p:nvSpPr>
        <p:spPr>
          <a:xfrm rot="10154040">
            <a:off x="11684508" y="1638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8" name="Прямоугольник 697">
            <a:extLst>
              <a:ext uri="{FF2B5EF4-FFF2-40B4-BE49-F238E27FC236}">
                <a16:creationId xmlns:a16="http://schemas.microsoft.com/office/drawing/2014/main" id="{3BB9FB2A-523E-C2B0-9E8F-404147D61C32}"/>
              </a:ext>
            </a:extLst>
          </p:cNvPr>
          <p:cNvSpPr/>
          <p:nvPr/>
        </p:nvSpPr>
        <p:spPr>
          <a:xfrm rot="10154040">
            <a:off x="11324710" y="3977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9" name="Прямоугольник 698">
            <a:extLst>
              <a:ext uri="{FF2B5EF4-FFF2-40B4-BE49-F238E27FC236}">
                <a16:creationId xmlns:a16="http://schemas.microsoft.com/office/drawing/2014/main" id="{0E783810-59B6-D2D8-E2B1-F6A6E169E182}"/>
              </a:ext>
            </a:extLst>
          </p:cNvPr>
          <p:cNvSpPr/>
          <p:nvPr/>
        </p:nvSpPr>
        <p:spPr>
          <a:xfrm rot="10154040">
            <a:off x="4680473" y="5433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0" name="Прямоугольник 699">
            <a:extLst>
              <a:ext uri="{FF2B5EF4-FFF2-40B4-BE49-F238E27FC236}">
                <a16:creationId xmlns:a16="http://schemas.microsoft.com/office/drawing/2014/main" id="{34306DC3-CAE4-1F7C-F906-F341AC872951}"/>
              </a:ext>
            </a:extLst>
          </p:cNvPr>
          <p:cNvSpPr/>
          <p:nvPr/>
        </p:nvSpPr>
        <p:spPr>
          <a:xfrm rot="10154040">
            <a:off x="1623652" y="4721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1" name="Прямоугольник 700">
            <a:extLst>
              <a:ext uri="{FF2B5EF4-FFF2-40B4-BE49-F238E27FC236}">
                <a16:creationId xmlns:a16="http://schemas.microsoft.com/office/drawing/2014/main" id="{F13A0146-E321-FC16-E4A5-364DB3D3075A}"/>
              </a:ext>
            </a:extLst>
          </p:cNvPr>
          <p:cNvSpPr/>
          <p:nvPr/>
        </p:nvSpPr>
        <p:spPr>
          <a:xfrm rot="10154040">
            <a:off x="7068774" y="2143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2" name="Прямоугольник 701">
            <a:extLst>
              <a:ext uri="{FF2B5EF4-FFF2-40B4-BE49-F238E27FC236}">
                <a16:creationId xmlns:a16="http://schemas.microsoft.com/office/drawing/2014/main" id="{B838D215-03D6-7C90-3CF5-5D1F17BDD139}"/>
              </a:ext>
            </a:extLst>
          </p:cNvPr>
          <p:cNvSpPr/>
          <p:nvPr/>
        </p:nvSpPr>
        <p:spPr>
          <a:xfrm rot="10154040">
            <a:off x="8586789" y="4774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3" name="Прямоугольник 702">
            <a:extLst>
              <a:ext uri="{FF2B5EF4-FFF2-40B4-BE49-F238E27FC236}">
                <a16:creationId xmlns:a16="http://schemas.microsoft.com/office/drawing/2014/main" id="{E9DDC61F-04FD-2B9A-C47F-665ECE660FBB}"/>
              </a:ext>
            </a:extLst>
          </p:cNvPr>
          <p:cNvSpPr/>
          <p:nvPr/>
        </p:nvSpPr>
        <p:spPr>
          <a:xfrm rot="10154040">
            <a:off x="6076831" y="7041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4" name="Прямоугольник 703">
            <a:extLst>
              <a:ext uri="{FF2B5EF4-FFF2-40B4-BE49-F238E27FC236}">
                <a16:creationId xmlns:a16="http://schemas.microsoft.com/office/drawing/2014/main" id="{D0BF9C9A-7FC9-E620-F60A-547A58107D90}"/>
              </a:ext>
            </a:extLst>
          </p:cNvPr>
          <p:cNvSpPr/>
          <p:nvPr/>
        </p:nvSpPr>
        <p:spPr>
          <a:xfrm rot="10154040">
            <a:off x="2264894" y="7354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5" name="Прямоугольник 704">
            <a:extLst>
              <a:ext uri="{FF2B5EF4-FFF2-40B4-BE49-F238E27FC236}">
                <a16:creationId xmlns:a16="http://schemas.microsoft.com/office/drawing/2014/main" id="{1C09C03F-E899-56A6-ACD7-E1A97709A99B}"/>
              </a:ext>
            </a:extLst>
          </p:cNvPr>
          <p:cNvSpPr/>
          <p:nvPr/>
        </p:nvSpPr>
        <p:spPr>
          <a:xfrm rot="10154040">
            <a:off x="11836908" y="1790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6" name="Прямоугольник 705">
            <a:extLst>
              <a:ext uri="{FF2B5EF4-FFF2-40B4-BE49-F238E27FC236}">
                <a16:creationId xmlns:a16="http://schemas.microsoft.com/office/drawing/2014/main" id="{07EC7A59-0626-51B8-8EB3-D278A0053AB8}"/>
              </a:ext>
            </a:extLst>
          </p:cNvPr>
          <p:cNvSpPr/>
          <p:nvPr/>
        </p:nvSpPr>
        <p:spPr>
          <a:xfrm rot="10154040">
            <a:off x="11477110" y="4129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7" name="Прямоугольник 706">
            <a:extLst>
              <a:ext uri="{FF2B5EF4-FFF2-40B4-BE49-F238E27FC236}">
                <a16:creationId xmlns:a16="http://schemas.microsoft.com/office/drawing/2014/main" id="{242D16A3-1B7C-97B3-A0A0-8E5E9CBD9C3B}"/>
              </a:ext>
            </a:extLst>
          </p:cNvPr>
          <p:cNvSpPr/>
          <p:nvPr/>
        </p:nvSpPr>
        <p:spPr>
          <a:xfrm rot="10154040">
            <a:off x="4832873" y="5586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8" name="Прямоугольник 707">
            <a:extLst>
              <a:ext uri="{FF2B5EF4-FFF2-40B4-BE49-F238E27FC236}">
                <a16:creationId xmlns:a16="http://schemas.microsoft.com/office/drawing/2014/main" id="{60193F84-E72C-59DB-4E82-105A1B618D6B}"/>
              </a:ext>
            </a:extLst>
          </p:cNvPr>
          <p:cNvSpPr/>
          <p:nvPr/>
        </p:nvSpPr>
        <p:spPr>
          <a:xfrm rot="10154040">
            <a:off x="1776052" y="4873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09" name="Прямоугольник 708">
            <a:extLst>
              <a:ext uri="{FF2B5EF4-FFF2-40B4-BE49-F238E27FC236}">
                <a16:creationId xmlns:a16="http://schemas.microsoft.com/office/drawing/2014/main" id="{7A198BB4-58FE-417C-3B64-4CECEAA535A5}"/>
              </a:ext>
            </a:extLst>
          </p:cNvPr>
          <p:cNvSpPr/>
          <p:nvPr/>
        </p:nvSpPr>
        <p:spPr>
          <a:xfrm rot="10154040">
            <a:off x="7221174" y="2295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0" name="Прямоугольник 709">
            <a:extLst>
              <a:ext uri="{FF2B5EF4-FFF2-40B4-BE49-F238E27FC236}">
                <a16:creationId xmlns:a16="http://schemas.microsoft.com/office/drawing/2014/main" id="{04A35B61-FCA0-5CA0-277B-E50BC21D592B}"/>
              </a:ext>
            </a:extLst>
          </p:cNvPr>
          <p:cNvSpPr/>
          <p:nvPr/>
        </p:nvSpPr>
        <p:spPr>
          <a:xfrm rot="10154040">
            <a:off x="8739189" y="4926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1" name="Прямоугольник 710">
            <a:extLst>
              <a:ext uri="{FF2B5EF4-FFF2-40B4-BE49-F238E27FC236}">
                <a16:creationId xmlns:a16="http://schemas.microsoft.com/office/drawing/2014/main" id="{2D52F808-1AA8-1D52-7191-9704EFEDF2F4}"/>
              </a:ext>
            </a:extLst>
          </p:cNvPr>
          <p:cNvSpPr/>
          <p:nvPr/>
        </p:nvSpPr>
        <p:spPr>
          <a:xfrm rot="10154040">
            <a:off x="6229231" y="7193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2" name="Прямоугольник 711">
            <a:extLst>
              <a:ext uri="{FF2B5EF4-FFF2-40B4-BE49-F238E27FC236}">
                <a16:creationId xmlns:a16="http://schemas.microsoft.com/office/drawing/2014/main" id="{9FF5A41C-F7B6-D61E-C4B1-68F2490D67A9}"/>
              </a:ext>
            </a:extLst>
          </p:cNvPr>
          <p:cNvSpPr/>
          <p:nvPr/>
        </p:nvSpPr>
        <p:spPr>
          <a:xfrm rot="10154040">
            <a:off x="2417294" y="7506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3" name="Прямоугольник 712">
            <a:extLst>
              <a:ext uri="{FF2B5EF4-FFF2-40B4-BE49-F238E27FC236}">
                <a16:creationId xmlns:a16="http://schemas.microsoft.com/office/drawing/2014/main" id="{8F16681A-FDD3-AB3B-E062-E5B532657DBC}"/>
              </a:ext>
            </a:extLst>
          </p:cNvPr>
          <p:cNvSpPr/>
          <p:nvPr/>
        </p:nvSpPr>
        <p:spPr>
          <a:xfrm rot="10154040">
            <a:off x="7888242" y="-6093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4" name="Прямоугольник 713">
            <a:extLst>
              <a:ext uri="{FF2B5EF4-FFF2-40B4-BE49-F238E27FC236}">
                <a16:creationId xmlns:a16="http://schemas.microsoft.com/office/drawing/2014/main" id="{B606057F-3EB9-93B5-A68C-662ADD7E5936}"/>
              </a:ext>
            </a:extLst>
          </p:cNvPr>
          <p:cNvSpPr/>
          <p:nvPr/>
        </p:nvSpPr>
        <p:spPr>
          <a:xfrm rot="10154040">
            <a:off x="7528444" y="172968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5" name="Прямоугольник 714">
            <a:extLst>
              <a:ext uri="{FF2B5EF4-FFF2-40B4-BE49-F238E27FC236}">
                <a16:creationId xmlns:a16="http://schemas.microsoft.com/office/drawing/2014/main" id="{D549D8F5-5DA4-2B86-8EF5-B7594FF5E15C}"/>
              </a:ext>
            </a:extLst>
          </p:cNvPr>
          <p:cNvSpPr/>
          <p:nvPr/>
        </p:nvSpPr>
        <p:spPr>
          <a:xfrm rot="10154040">
            <a:off x="884207" y="31860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6" name="Прямоугольник 715">
            <a:extLst>
              <a:ext uri="{FF2B5EF4-FFF2-40B4-BE49-F238E27FC236}">
                <a16:creationId xmlns:a16="http://schemas.microsoft.com/office/drawing/2014/main" id="{FA019F9D-6473-D25B-9237-65BB36AB983B}"/>
              </a:ext>
            </a:extLst>
          </p:cNvPr>
          <p:cNvSpPr/>
          <p:nvPr/>
        </p:nvSpPr>
        <p:spPr>
          <a:xfrm rot="10154040">
            <a:off x="-2172614" y="24735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7" name="Прямоугольник 716">
            <a:extLst>
              <a:ext uri="{FF2B5EF4-FFF2-40B4-BE49-F238E27FC236}">
                <a16:creationId xmlns:a16="http://schemas.microsoft.com/office/drawing/2014/main" id="{6B8540FF-7334-3D08-7CD4-3B1A7BC5A676}"/>
              </a:ext>
            </a:extLst>
          </p:cNvPr>
          <p:cNvSpPr/>
          <p:nvPr/>
        </p:nvSpPr>
        <p:spPr>
          <a:xfrm rot="10154040">
            <a:off x="3272508" y="-1045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8" name="Прямоугольник 717">
            <a:extLst>
              <a:ext uri="{FF2B5EF4-FFF2-40B4-BE49-F238E27FC236}">
                <a16:creationId xmlns:a16="http://schemas.microsoft.com/office/drawing/2014/main" id="{EB9A3002-6D95-50BC-BAB8-0D0D52920B77}"/>
              </a:ext>
            </a:extLst>
          </p:cNvPr>
          <p:cNvSpPr/>
          <p:nvPr/>
        </p:nvSpPr>
        <p:spPr>
          <a:xfrm rot="10154040">
            <a:off x="4790523" y="25264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9" name="Прямоугольник 718">
            <a:extLst>
              <a:ext uri="{FF2B5EF4-FFF2-40B4-BE49-F238E27FC236}">
                <a16:creationId xmlns:a16="http://schemas.microsoft.com/office/drawing/2014/main" id="{0D5E64DE-9FF9-F296-2347-5288C891C397}"/>
              </a:ext>
            </a:extLst>
          </p:cNvPr>
          <p:cNvSpPr/>
          <p:nvPr/>
        </p:nvSpPr>
        <p:spPr>
          <a:xfrm rot="10154040">
            <a:off x="2280565" y="47939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0" name="Прямоугольник 719">
            <a:extLst>
              <a:ext uri="{FF2B5EF4-FFF2-40B4-BE49-F238E27FC236}">
                <a16:creationId xmlns:a16="http://schemas.microsoft.com/office/drawing/2014/main" id="{C68712A7-6CA6-14A8-AD99-F468B5320969}"/>
              </a:ext>
            </a:extLst>
          </p:cNvPr>
          <p:cNvSpPr/>
          <p:nvPr/>
        </p:nvSpPr>
        <p:spPr>
          <a:xfrm rot="10154040">
            <a:off x="-1531372" y="51064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1" name="Прямоугольник 720">
            <a:extLst>
              <a:ext uri="{FF2B5EF4-FFF2-40B4-BE49-F238E27FC236}">
                <a16:creationId xmlns:a16="http://schemas.microsoft.com/office/drawing/2014/main" id="{A6FD7CAE-230F-9325-F548-527B6C31C5ED}"/>
              </a:ext>
            </a:extLst>
          </p:cNvPr>
          <p:cNvSpPr/>
          <p:nvPr/>
        </p:nvSpPr>
        <p:spPr>
          <a:xfrm rot="10154040">
            <a:off x="3939576" y="-30093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2" name="Прямоугольник 721">
            <a:extLst>
              <a:ext uri="{FF2B5EF4-FFF2-40B4-BE49-F238E27FC236}">
                <a16:creationId xmlns:a16="http://schemas.microsoft.com/office/drawing/2014/main" id="{8DEE88B3-FC23-E640-5F43-4AC690488DFF}"/>
              </a:ext>
            </a:extLst>
          </p:cNvPr>
          <p:cNvSpPr/>
          <p:nvPr/>
        </p:nvSpPr>
        <p:spPr>
          <a:xfrm rot="10154040">
            <a:off x="3579778" y="-67032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3" name="Прямоугольник 722">
            <a:extLst>
              <a:ext uri="{FF2B5EF4-FFF2-40B4-BE49-F238E27FC236}">
                <a16:creationId xmlns:a16="http://schemas.microsoft.com/office/drawing/2014/main" id="{544884AF-D7D2-2B96-A29A-307850720CCC}"/>
              </a:ext>
            </a:extLst>
          </p:cNvPr>
          <p:cNvSpPr/>
          <p:nvPr/>
        </p:nvSpPr>
        <p:spPr>
          <a:xfrm rot="10154040">
            <a:off x="-3064459" y="7860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4" name="Прямоугольник 723">
            <a:extLst>
              <a:ext uri="{FF2B5EF4-FFF2-40B4-BE49-F238E27FC236}">
                <a16:creationId xmlns:a16="http://schemas.microsoft.com/office/drawing/2014/main" id="{D547E72D-18D3-1827-E7EA-2B1A80347324}"/>
              </a:ext>
            </a:extLst>
          </p:cNvPr>
          <p:cNvSpPr/>
          <p:nvPr/>
        </p:nvSpPr>
        <p:spPr>
          <a:xfrm rot="10154040">
            <a:off x="-6121280" y="735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5" name="Прямоугольник 724">
            <a:extLst>
              <a:ext uri="{FF2B5EF4-FFF2-40B4-BE49-F238E27FC236}">
                <a16:creationId xmlns:a16="http://schemas.microsoft.com/office/drawing/2014/main" id="{E953B9B1-BF2C-7018-5A15-318F1B0D83A2}"/>
              </a:ext>
            </a:extLst>
          </p:cNvPr>
          <p:cNvSpPr/>
          <p:nvPr/>
        </p:nvSpPr>
        <p:spPr>
          <a:xfrm rot="10154040">
            <a:off x="-676158" y="-25045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6" name="Прямоугольник 725">
            <a:extLst>
              <a:ext uri="{FF2B5EF4-FFF2-40B4-BE49-F238E27FC236}">
                <a16:creationId xmlns:a16="http://schemas.microsoft.com/office/drawing/2014/main" id="{60E68EA4-278C-B209-87E1-05ADF7C605AB}"/>
              </a:ext>
            </a:extLst>
          </p:cNvPr>
          <p:cNvSpPr/>
          <p:nvPr/>
        </p:nvSpPr>
        <p:spPr>
          <a:xfrm rot="10154040">
            <a:off x="841857" y="12639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7" name="Прямоугольник 726">
            <a:extLst>
              <a:ext uri="{FF2B5EF4-FFF2-40B4-BE49-F238E27FC236}">
                <a16:creationId xmlns:a16="http://schemas.microsoft.com/office/drawing/2014/main" id="{8E60A0EE-D71B-69DE-AC3E-3EBDD5404EE6}"/>
              </a:ext>
            </a:extLst>
          </p:cNvPr>
          <p:cNvSpPr/>
          <p:nvPr/>
        </p:nvSpPr>
        <p:spPr>
          <a:xfrm rot="10154040">
            <a:off x="-1668101" y="23939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8" name="Прямоугольник 727">
            <a:extLst>
              <a:ext uri="{FF2B5EF4-FFF2-40B4-BE49-F238E27FC236}">
                <a16:creationId xmlns:a16="http://schemas.microsoft.com/office/drawing/2014/main" id="{C529D121-1172-4733-63F7-D67616AD6B6C}"/>
              </a:ext>
            </a:extLst>
          </p:cNvPr>
          <p:cNvSpPr/>
          <p:nvPr/>
        </p:nvSpPr>
        <p:spPr>
          <a:xfrm rot="10154040">
            <a:off x="-5480038" y="27064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29" name="Прямоугольник 728">
            <a:extLst>
              <a:ext uri="{FF2B5EF4-FFF2-40B4-BE49-F238E27FC236}">
                <a16:creationId xmlns:a16="http://schemas.microsoft.com/office/drawing/2014/main" id="{03AAB5F8-CD68-E676-8A3B-E0EF8C94D40C}"/>
              </a:ext>
            </a:extLst>
          </p:cNvPr>
          <p:cNvSpPr/>
          <p:nvPr/>
        </p:nvSpPr>
        <p:spPr>
          <a:xfrm rot="10154040">
            <a:off x="12370157" y="18318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0" name="Прямоугольник 729">
            <a:extLst>
              <a:ext uri="{FF2B5EF4-FFF2-40B4-BE49-F238E27FC236}">
                <a16:creationId xmlns:a16="http://schemas.microsoft.com/office/drawing/2014/main" id="{76E1E4F0-7EBB-46AB-B066-A4470FFA0D36}"/>
              </a:ext>
            </a:extLst>
          </p:cNvPr>
          <p:cNvSpPr/>
          <p:nvPr/>
        </p:nvSpPr>
        <p:spPr>
          <a:xfrm rot="10154040">
            <a:off x="12010359" y="41708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1" name="Прямоугольник 730">
            <a:extLst>
              <a:ext uri="{FF2B5EF4-FFF2-40B4-BE49-F238E27FC236}">
                <a16:creationId xmlns:a16="http://schemas.microsoft.com/office/drawing/2014/main" id="{5A02A180-61CD-F480-CD8E-F27AFBE2F1A0}"/>
              </a:ext>
            </a:extLst>
          </p:cNvPr>
          <p:cNvSpPr/>
          <p:nvPr/>
        </p:nvSpPr>
        <p:spPr>
          <a:xfrm rot="10154040">
            <a:off x="5366122" y="56272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2" name="Прямоугольник 731">
            <a:extLst>
              <a:ext uri="{FF2B5EF4-FFF2-40B4-BE49-F238E27FC236}">
                <a16:creationId xmlns:a16="http://schemas.microsoft.com/office/drawing/2014/main" id="{0F915915-A7B0-3D00-3842-2E061A1DB797}"/>
              </a:ext>
            </a:extLst>
          </p:cNvPr>
          <p:cNvSpPr/>
          <p:nvPr/>
        </p:nvSpPr>
        <p:spPr>
          <a:xfrm rot="10154040">
            <a:off x="2309301" y="49147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3" name="Прямоугольник 732">
            <a:extLst>
              <a:ext uri="{FF2B5EF4-FFF2-40B4-BE49-F238E27FC236}">
                <a16:creationId xmlns:a16="http://schemas.microsoft.com/office/drawing/2014/main" id="{61229F35-B595-1A08-0BE8-1ABBE62566B6}"/>
              </a:ext>
            </a:extLst>
          </p:cNvPr>
          <p:cNvSpPr/>
          <p:nvPr/>
        </p:nvSpPr>
        <p:spPr>
          <a:xfrm rot="10154040">
            <a:off x="7754423" y="23365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4" name="Прямоугольник 733">
            <a:extLst>
              <a:ext uri="{FF2B5EF4-FFF2-40B4-BE49-F238E27FC236}">
                <a16:creationId xmlns:a16="http://schemas.microsoft.com/office/drawing/2014/main" id="{7506B3B9-C51F-C0A4-F6CE-515E371C3529}"/>
              </a:ext>
            </a:extLst>
          </p:cNvPr>
          <p:cNvSpPr/>
          <p:nvPr/>
        </p:nvSpPr>
        <p:spPr>
          <a:xfrm rot="10154040">
            <a:off x="9272438" y="49675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5" name="Прямоугольник 734">
            <a:extLst>
              <a:ext uri="{FF2B5EF4-FFF2-40B4-BE49-F238E27FC236}">
                <a16:creationId xmlns:a16="http://schemas.microsoft.com/office/drawing/2014/main" id="{61AD176E-7323-3DBF-5157-9A4791E50843}"/>
              </a:ext>
            </a:extLst>
          </p:cNvPr>
          <p:cNvSpPr/>
          <p:nvPr/>
        </p:nvSpPr>
        <p:spPr>
          <a:xfrm rot="10154040">
            <a:off x="6762480" y="72351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6" name="Прямоугольник 735">
            <a:extLst>
              <a:ext uri="{FF2B5EF4-FFF2-40B4-BE49-F238E27FC236}">
                <a16:creationId xmlns:a16="http://schemas.microsoft.com/office/drawing/2014/main" id="{BB9E0597-31C8-BC56-893B-58A828C34177}"/>
              </a:ext>
            </a:extLst>
          </p:cNvPr>
          <p:cNvSpPr/>
          <p:nvPr/>
        </p:nvSpPr>
        <p:spPr>
          <a:xfrm rot="10154040">
            <a:off x="2950543" y="75476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7" name="Прямоугольник: скругленные углы 736">
            <a:extLst>
              <a:ext uri="{FF2B5EF4-FFF2-40B4-BE49-F238E27FC236}">
                <a16:creationId xmlns:a16="http://schemas.microsoft.com/office/drawing/2014/main" id="{D6C27DA7-0B5D-9C2A-7E8C-BA3CE155EB3D}"/>
              </a:ext>
            </a:extLst>
          </p:cNvPr>
          <p:cNvSpPr/>
          <p:nvPr/>
        </p:nvSpPr>
        <p:spPr>
          <a:xfrm>
            <a:off x="742950" y="7239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8" name="Заголовок 1">
            <a:extLst>
              <a:ext uri="{FF2B5EF4-FFF2-40B4-BE49-F238E27FC236}">
                <a16:creationId xmlns:a16="http://schemas.microsoft.com/office/drawing/2014/main" id="{C9E54E27-0DBB-3D0E-8FFB-4A5330F30245}"/>
              </a:ext>
            </a:extLst>
          </p:cNvPr>
          <p:cNvSpPr txBox="1">
            <a:spLocks/>
          </p:cNvSpPr>
          <p:nvPr/>
        </p:nvSpPr>
        <p:spPr>
          <a:xfrm>
            <a:off x="-792950" y="-676275"/>
            <a:ext cx="10201274" cy="1004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Открыто ВБ/СПУМЕР</a:t>
            </a:r>
          </a:p>
        </p:txBody>
      </p:sp>
      <p:sp>
        <p:nvSpPr>
          <p:cNvPr id="739" name="Прямоугольник: скругленные углы 738">
            <a:extLst>
              <a:ext uri="{FF2B5EF4-FFF2-40B4-BE49-F238E27FC236}">
                <a16:creationId xmlns:a16="http://schemas.microsoft.com/office/drawing/2014/main" id="{007D6077-0C79-6826-6465-37D4CA45B2BC}"/>
              </a:ext>
            </a:extLst>
          </p:cNvPr>
          <p:cNvSpPr/>
          <p:nvPr/>
        </p:nvSpPr>
        <p:spPr>
          <a:xfrm>
            <a:off x="8143859" y="63928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40" name="Подзаголовок 2">
            <a:extLst>
              <a:ext uri="{FF2B5EF4-FFF2-40B4-BE49-F238E27FC236}">
                <a16:creationId xmlns:a16="http://schemas.microsoft.com/office/drawing/2014/main" id="{83852F2A-848F-CC66-B6D4-D307DACE7F4C}"/>
              </a:ext>
            </a:extLst>
          </p:cNvPr>
          <p:cNvSpPr txBox="1">
            <a:spLocks/>
          </p:cNvSpPr>
          <p:nvPr/>
        </p:nvSpPr>
        <p:spPr>
          <a:xfrm>
            <a:off x="4510087" y="75072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41" name="Подзаголовок 2">
            <a:extLst>
              <a:ext uri="{FF2B5EF4-FFF2-40B4-BE49-F238E27FC236}">
                <a16:creationId xmlns:a16="http://schemas.microsoft.com/office/drawing/2014/main" id="{2D872C25-B8DD-39C5-81A9-F8F928DC480D}"/>
              </a:ext>
            </a:extLst>
          </p:cNvPr>
          <p:cNvSpPr txBox="1">
            <a:spLocks/>
          </p:cNvSpPr>
          <p:nvPr/>
        </p:nvSpPr>
        <p:spPr>
          <a:xfrm>
            <a:off x="4710113" y="75072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42" name="Подзаголовок 2">
            <a:extLst>
              <a:ext uri="{FF2B5EF4-FFF2-40B4-BE49-F238E27FC236}">
                <a16:creationId xmlns:a16="http://schemas.microsoft.com/office/drawing/2014/main" id="{12C9A44E-E1B3-4E89-BBCB-C349C3F5B32C}"/>
              </a:ext>
            </a:extLst>
          </p:cNvPr>
          <p:cNvSpPr txBox="1">
            <a:spLocks/>
          </p:cNvSpPr>
          <p:nvPr/>
        </p:nvSpPr>
        <p:spPr>
          <a:xfrm>
            <a:off x="4910139" y="75072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43" name="Подзаголовок 2">
            <a:extLst>
              <a:ext uri="{FF2B5EF4-FFF2-40B4-BE49-F238E27FC236}">
                <a16:creationId xmlns:a16="http://schemas.microsoft.com/office/drawing/2014/main" id="{82DAAE89-63FB-EEB2-5EA6-845AED4B9625}"/>
              </a:ext>
            </a:extLst>
          </p:cNvPr>
          <p:cNvSpPr txBox="1">
            <a:spLocks/>
          </p:cNvSpPr>
          <p:nvPr/>
        </p:nvSpPr>
        <p:spPr>
          <a:xfrm>
            <a:off x="5098262" y="75072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44" name="Подзаголовок 2">
            <a:extLst>
              <a:ext uri="{FF2B5EF4-FFF2-40B4-BE49-F238E27FC236}">
                <a16:creationId xmlns:a16="http://schemas.microsoft.com/office/drawing/2014/main" id="{E1F9F8C2-A356-D29D-A601-46D239EE465E}"/>
              </a:ext>
            </a:extLst>
          </p:cNvPr>
          <p:cNvSpPr txBox="1">
            <a:spLocks/>
          </p:cNvSpPr>
          <p:nvPr/>
        </p:nvSpPr>
        <p:spPr>
          <a:xfrm>
            <a:off x="5310192" y="75072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45" name="Подзаголовок 2">
            <a:extLst>
              <a:ext uri="{FF2B5EF4-FFF2-40B4-BE49-F238E27FC236}">
                <a16:creationId xmlns:a16="http://schemas.microsoft.com/office/drawing/2014/main" id="{F2E2EFFD-FD75-6855-4354-3D4B9E2CDDC0}"/>
              </a:ext>
            </a:extLst>
          </p:cNvPr>
          <p:cNvSpPr txBox="1">
            <a:spLocks/>
          </p:cNvSpPr>
          <p:nvPr/>
        </p:nvSpPr>
        <p:spPr>
          <a:xfrm>
            <a:off x="5510218" y="75072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46" name="Прямоугольник: скругленные углы 745">
            <a:extLst>
              <a:ext uri="{FF2B5EF4-FFF2-40B4-BE49-F238E27FC236}">
                <a16:creationId xmlns:a16="http://schemas.microsoft.com/office/drawing/2014/main" id="{C7DB9DB1-8FEC-D966-6B32-43B468AA305C}"/>
              </a:ext>
            </a:extLst>
          </p:cNvPr>
          <p:cNvSpPr/>
          <p:nvPr/>
        </p:nvSpPr>
        <p:spPr>
          <a:xfrm>
            <a:off x="8193861" y="64396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747" name="Прямоугольник: скругленные углы 746">
            <a:extLst>
              <a:ext uri="{FF2B5EF4-FFF2-40B4-BE49-F238E27FC236}">
                <a16:creationId xmlns:a16="http://schemas.microsoft.com/office/drawing/2014/main" id="{4D3BEA0D-4A3E-328A-AFD4-8DFAE33A90D4}"/>
              </a:ext>
            </a:extLst>
          </p:cNvPr>
          <p:cNvSpPr/>
          <p:nvPr/>
        </p:nvSpPr>
        <p:spPr>
          <a:xfrm>
            <a:off x="742950" y="7239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48" name="Прямоугольник: скругленные углы 747">
            <a:extLst>
              <a:ext uri="{FF2B5EF4-FFF2-40B4-BE49-F238E27FC236}">
                <a16:creationId xmlns:a16="http://schemas.microsoft.com/office/drawing/2014/main" id="{C4710808-B60C-E834-92E4-20BD2CA246EC}"/>
              </a:ext>
            </a:extLst>
          </p:cNvPr>
          <p:cNvSpPr/>
          <p:nvPr/>
        </p:nvSpPr>
        <p:spPr>
          <a:xfrm>
            <a:off x="11725274" y="64396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749" name="Прямоугольник: скругленные углы 748">
            <a:hlinkClick r:id="rId4" action="ppaction://hlinksldjump"/>
            <a:extLst>
              <a:ext uri="{FF2B5EF4-FFF2-40B4-BE49-F238E27FC236}">
                <a16:creationId xmlns:a16="http://schemas.microsoft.com/office/drawing/2014/main" id="{3E1774A5-CCAA-D0DC-56F8-AEC49A9BED3A}"/>
              </a:ext>
            </a:extLst>
          </p:cNvPr>
          <p:cNvSpPr/>
          <p:nvPr/>
        </p:nvSpPr>
        <p:spPr>
          <a:xfrm>
            <a:off x="11725274" y="64396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750" name="Прямоугольник: скругленные углы 749">
            <a:extLst>
              <a:ext uri="{FF2B5EF4-FFF2-40B4-BE49-F238E27FC236}">
                <a16:creationId xmlns:a16="http://schemas.microsoft.com/office/drawing/2014/main" id="{90C76211-26C9-9F69-7AC8-28D739157D20}"/>
              </a:ext>
            </a:extLst>
          </p:cNvPr>
          <p:cNvSpPr/>
          <p:nvPr/>
        </p:nvSpPr>
        <p:spPr>
          <a:xfrm>
            <a:off x="2462804" y="7239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1" name="Прямоугольник 750">
            <a:extLst>
              <a:ext uri="{FF2B5EF4-FFF2-40B4-BE49-F238E27FC236}">
                <a16:creationId xmlns:a16="http://schemas.microsoft.com/office/drawing/2014/main" id="{DA14A979-3B23-32DD-BA13-071C724449F2}"/>
              </a:ext>
            </a:extLst>
          </p:cNvPr>
          <p:cNvSpPr/>
          <p:nvPr/>
        </p:nvSpPr>
        <p:spPr>
          <a:xfrm>
            <a:off x="2475317" y="19716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752" name="Прямоугольник: скругленные углы 751">
            <a:hlinkClick r:id="rId6" action="ppaction://hlinksldjump"/>
            <a:extLst>
              <a:ext uri="{FF2B5EF4-FFF2-40B4-BE49-F238E27FC236}">
                <a16:creationId xmlns:a16="http://schemas.microsoft.com/office/drawing/2014/main" id="{0D3B0666-F0A6-F8D6-22C6-BF9449BE741A}"/>
              </a:ext>
            </a:extLst>
          </p:cNvPr>
          <p:cNvSpPr/>
          <p:nvPr/>
        </p:nvSpPr>
        <p:spPr>
          <a:xfrm>
            <a:off x="2462804" y="7239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3" name="Прямоугольник: скругленные углы 752">
            <a:extLst>
              <a:ext uri="{FF2B5EF4-FFF2-40B4-BE49-F238E27FC236}">
                <a16:creationId xmlns:a16="http://schemas.microsoft.com/office/drawing/2014/main" id="{63B3330F-1220-E6A7-D7DC-D847EBAF18AE}"/>
              </a:ext>
            </a:extLst>
          </p:cNvPr>
          <p:cNvSpPr/>
          <p:nvPr/>
        </p:nvSpPr>
        <p:spPr>
          <a:xfrm>
            <a:off x="9952717" y="754052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4" name="Прямоугольник: скругленные углы 753">
            <a:extLst>
              <a:ext uri="{FF2B5EF4-FFF2-40B4-BE49-F238E27FC236}">
                <a16:creationId xmlns:a16="http://schemas.microsoft.com/office/drawing/2014/main" id="{387595B4-2AC8-4ACD-7453-22360ECC9319}"/>
              </a:ext>
            </a:extLst>
          </p:cNvPr>
          <p:cNvSpPr/>
          <p:nvPr/>
        </p:nvSpPr>
        <p:spPr>
          <a:xfrm>
            <a:off x="9952717" y="644857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5" name="Прямоугольник: скругленные углы 754">
            <a:extLst>
              <a:ext uri="{FF2B5EF4-FFF2-40B4-BE49-F238E27FC236}">
                <a16:creationId xmlns:a16="http://schemas.microsoft.com/office/drawing/2014/main" id="{8CDD9DA3-0D34-8624-C2DE-A82825116351}"/>
              </a:ext>
            </a:extLst>
          </p:cNvPr>
          <p:cNvSpPr/>
          <p:nvPr/>
        </p:nvSpPr>
        <p:spPr>
          <a:xfrm>
            <a:off x="4218014" y="7239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6" name="Прямоугольник: скругленные углы 755">
            <a:extLst>
              <a:ext uri="{FF2B5EF4-FFF2-40B4-BE49-F238E27FC236}">
                <a16:creationId xmlns:a16="http://schemas.microsoft.com/office/drawing/2014/main" id="{60674FE9-DB81-F0DD-0479-8CCE8F0F7258}"/>
              </a:ext>
            </a:extLst>
          </p:cNvPr>
          <p:cNvSpPr/>
          <p:nvPr/>
        </p:nvSpPr>
        <p:spPr>
          <a:xfrm>
            <a:off x="5968603" y="7239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7" name="Прямоугольник: скругленные углы 756">
            <a:hlinkClick r:id="rId10" action="ppaction://hlinksldjump"/>
            <a:extLst>
              <a:ext uri="{FF2B5EF4-FFF2-40B4-BE49-F238E27FC236}">
                <a16:creationId xmlns:a16="http://schemas.microsoft.com/office/drawing/2014/main" id="{04BDFFFC-9D91-2751-0E0D-1B4269C0D2A7}"/>
              </a:ext>
            </a:extLst>
          </p:cNvPr>
          <p:cNvSpPr/>
          <p:nvPr/>
        </p:nvSpPr>
        <p:spPr>
          <a:xfrm>
            <a:off x="5970139" y="7239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8" name="Прямоугольник 757">
            <a:extLst>
              <a:ext uri="{FF2B5EF4-FFF2-40B4-BE49-F238E27FC236}">
                <a16:creationId xmlns:a16="http://schemas.microsoft.com/office/drawing/2014/main" id="{CB7C20F9-3B5C-0D8D-BBCE-AAD8441A8FDD}"/>
              </a:ext>
            </a:extLst>
          </p:cNvPr>
          <p:cNvSpPr/>
          <p:nvPr/>
        </p:nvSpPr>
        <p:spPr>
          <a:xfrm>
            <a:off x="5528657" y="19716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59" name="Прямоугольник: скругленные углы 758">
            <a:hlinkClick r:id="rId10" action="ppaction://hlinksldjump"/>
            <a:extLst>
              <a:ext uri="{FF2B5EF4-FFF2-40B4-BE49-F238E27FC236}">
                <a16:creationId xmlns:a16="http://schemas.microsoft.com/office/drawing/2014/main" id="{B51908A0-053B-151D-E6F5-A7796B55C119}"/>
              </a:ext>
            </a:extLst>
          </p:cNvPr>
          <p:cNvSpPr/>
          <p:nvPr/>
        </p:nvSpPr>
        <p:spPr>
          <a:xfrm>
            <a:off x="9977489" y="73706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0" name="Прямоугольник 759">
            <a:extLst>
              <a:ext uri="{FF2B5EF4-FFF2-40B4-BE49-F238E27FC236}">
                <a16:creationId xmlns:a16="http://schemas.microsoft.com/office/drawing/2014/main" id="{2EFABB33-51FF-7A86-A759-65D3C0CD8C16}"/>
              </a:ext>
            </a:extLst>
          </p:cNvPr>
          <p:cNvSpPr/>
          <p:nvPr/>
        </p:nvSpPr>
        <p:spPr>
          <a:xfrm>
            <a:off x="4160695" y="19716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61" name="Прямоугольник: скругленные углы 760">
            <a:hlinkClick r:id="rId10" action="ppaction://hlinksldjump"/>
            <a:extLst>
              <a:ext uri="{FF2B5EF4-FFF2-40B4-BE49-F238E27FC236}">
                <a16:creationId xmlns:a16="http://schemas.microsoft.com/office/drawing/2014/main" id="{A04D127F-6B9D-36FE-0780-9CD392C8AFC2}"/>
              </a:ext>
            </a:extLst>
          </p:cNvPr>
          <p:cNvSpPr/>
          <p:nvPr/>
        </p:nvSpPr>
        <p:spPr>
          <a:xfrm>
            <a:off x="4213393" y="7239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2" name="Прямоугольник: скругленные углы 761">
            <a:extLst>
              <a:ext uri="{FF2B5EF4-FFF2-40B4-BE49-F238E27FC236}">
                <a16:creationId xmlns:a16="http://schemas.microsoft.com/office/drawing/2014/main" id="{249C3952-A0D1-E0B8-F34E-AC99AE553FA9}"/>
              </a:ext>
            </a:extLst>
          </p:cNvPr>
          <p:cNvSpPr/>
          <p:nvPr/>
        </p:nvSpPr>
        <p:spPr>
          <a:xfrm>
            <a:off x="1804866" y="1659652"/>
            <a:ext cx="8445116" cy="4534934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63" name="Прямоугольник: скругленные углы 762">
            <a:hlinkClick r:id="rId13" action="ppaction://hlinksldjump"/>
            <a:extLst>
              <a:ext uri="{FF2B5EF4-FFF2-40B4-BE49-F238E27FC236}">
                <a16:creationId xmlns:a16="http://schemas.microsoft.com/office/drawing/2014/main" id="{084BF9DF-3E48-B5CF-D303-47B3FD50446C}"/>
              </a:ext>
            </a:extLst>
          </p:cNvPr>
          <p:cNvSpPr/>
          <p:nvPr/>
        </p:nvSpPr>
        <p:spPr>
          <a:xfrm>
            <a:off x="6416870" y="177940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764" name="Прямоугольник 763">
            <a:extLst>
              <a:ext uri="{FF2B5EF4-FFF2-40B4-BE49-F238E27FC236}">
                <a16:creationId xmlns:a16="http://schemas.microsoft.com/office/drawing/2014/main" id="{362B5964-6EE5-EB9C-F975-C640B76DB1B2}"/>
              </a:ext>
            </a:extLst>
          </p:cNvPr>
          <p:cNvSpPr/>
          <p:nvPr/>
        </p:nvSpPr>
        <p:spPr>
          <a:xfrm>
            <a:off x="5120884" y="1779402"/>
            <a:ext cx="12647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</a:t>
            </a:r>
            <a:r>
              <a:rPr lang="ru-RU" dirty="0">
                <a:solidFill>
                  <a:schemeClr val="tx1"/>
                </a:solidFill>
              </a:rPr>
              <a:t>Браузер </a:t>
            </a:r>
          </a:p>
        </p:txBody>
      </p:sp>
      <p:sp>
        <p:nvSpPr>
          <p:cNvPr id="765" name="Прямоугольник: скругленные углы 764">
            <a:extLst>
              <a:ext uri="{FF2B5EF4-FFF2-40B4-BE49-F238E27FC236}">
                <a16:creationId xmlns:a16="http://schemas.microsoft.com/office/drawing/2014/main" id="{F58EB71E-E266-36AB-2E2E-DD8F36E99012}"/>
              </a:ext>
            </a:extLst>
          </p:cNvPr>
          <p:cNvSpPr/>
          <p:nvPr/>
        </p:nvSpPr>
        <p:spPr>
          <a:xfrm>
            <a:off x="3685897" y="2159784"/>
            <a:ext cx="3685520" cy="424790"/>
          </a:xfrm>
          <a:prstGeom prst="roundRect">
            <a:avLst>
              <a:gd name="adj" fmla="val 23626"/>
            </a:avLst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>
                <a:shade val="15000"/>
              </a:schemeClr>
            </a:solidFill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Roplacs.com/home</a:t>
            </a:r>
            <a:endParaRPr lang="ru-RU" dirty="0">
              <a:solidFill>
                <a:schemeClr val="tx1"/>
              </a:solidFill>
            </a:endParaRPr>
          </a:p>
        </p:txBody>
      </p:sp>
      <p:sp useBgFill="1">
        <p:nvSpPr>
          <p:cNvPr id="766" name="Прямоугольник: скругленные углы 765">
            <a:extLst>
              <a:ext uri="{FF2B5EF4-FFF2-40B4-BE49-F238E27FC236}">
                <a16:creationId xmlns:a16="http://schemas.microsoft.com/office/drawing/2014/main" id="{F9BB0B8B-F436-8AAF-6EC2-A09387EDE253}"/>
              </a:ext>
            </a:extLst>
          </p:cNvPr>
          <p:cNvSpPr/>
          <p:nvPr/>
        </p:nvSpPr>
        <p:spPr>
          <a:xfrm>
            <a:off x="2948579" y="2142901"/>
            <a:ext cx="5337932" cy="45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Roplacs.com/home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67" name="Прямоугольник: скругленные углы 766">
            <a:extLst>
              <a:ext uri="{FF2B5EF4-FFF2-40B4-BE49-F238E27FC236}">
                <a16:creationId xmlns:a16="http://schemas.microsoft.com/office/drawing/2014/main" id="{7033B3ED-2305-A698-642C-63818B0D9879}"/>
              </a:ext>
            </a:extLst>
          </p:cNvPr>
          <p:cNvSpPr/>
          <p:nvPr/>
        </p:nvSpPr>
        <p:spPr>
          <a:xfrm>
            <a:off x="8401714" y="2142901"/>
            <a:ext cx="458556" cy="45855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508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8" name="Прямоугольник: скругленные углы 767">
            <a:extLst>
              <a:ext uri="{FF2B5EF4-FFF2-40B4-BE49-F238E27FC236}">
                <a16:creationId xmlns:a16="http://schemas.microsoft.com/office/drawing/2014/main" id="{A64F5188-1F22-B006-AED7-D52003E36AC3}"/>
              </a:ext>
            </a:extLst>
          </p:cNvPr>
          <p:cNvSpPr/>
          <p:nvPr/>
        </p:nvSpPr>
        <p:spPr>
          <a:xfrm>
            <a:off x="8401714" y="2141077"/>
            <a:ext cx="458556" cy="458556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69" name="Прямоугольник: скругленные углы 768">
            <a:extLst>
              <a:ext uri="{FF2B5EF4-FFF2-40B4-BE49-F238E27FC236}">
                <a16:creationId xmlns:a16="http://schemas.microsoft.com/office/drawing/2014/main" id="{976F717B-4CC8-F17B-E728-9A938F2C3B93}"/>
              </a:ext>
            </a:extLst>
          </p:cNvPr>
          <p:cNvSpPr/>
          <p:nvPr/>
        </p:nvSpPr>
        <p:spPr>
          <a:xfrm>
            <a:off x="1928669" y="2176891"/>
            <a:ext cx="1106095" cy="424790"/>
          </a:xfrm>
          <a:prstGeom prst="roundRect">
            <a:avLst>
              <a:gd name="adj" fmla="val 23626"/>
            </a:avLst>
          </a:prstGeom>
          <a:noFill/>
          <a:ln>
            <a:noFill/>
          </a:ln>
          <a:effectLst>
            <a:softEdge rad="38100"/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результат</a:t>
            </a:r>
          </a:p>
        </p:txBody>
      </p:sp>
      <p:sp>
        <p:nvSpPr>
          <p:cNvPr id="770" name="Прямоугольник: скругленные углы 769">
            <a:extLst>
              <a:ext uri="{FF2B5EF4-FFF2-40B4-BE49-F238E27FC236}">
                <a16:creationId xmlns:a16="http://schemas.microsoft.com/office/drawing/2014/main" id="{192A117C-F8D2-5255-3223-3D5B0EEF03CC}"/>
              </a:ext>
            </a:extLst>
          </p:cNvPr>
          <p:cNvSpPr/>
          <p:nvPr/>
        </p:nvSpPr>
        <p:spPr>
          <a:xfrm>
            <a:off x="2304052" y="54002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вперед</a:t>
            </a:r>
          </a:p>
        </p:txBody>
      </p:sp>
      <p:sp>
        <p:nvSpPr>
          <p:cNvPr id="771" name="Прямоугольник: скругленные углы 770">
            <a:extLst>
              <a:ext uri="{FF2B5EF4-FFF2-40B4-BE49-F238E27FC236}">
                <a16:creationId xmlns:a16="http://schemas.microsoft.com/office/drawing/2014/main" id="{4CC19A9C-E5B8-516D-72FB-76FFAD2DCCC8}"/>
              </a:ext>
            </a:extLst>
          </p:cNvPr>
          <p:cNvSpPr/>
          <p:nvPr/>
        </p:nvSpPr>
        <p:spPr>
          <a:xfrm>
            <a:off x="3551843" y="5400221"/>
            <a:ext cx="1117789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назад</a:t>
            </a:r>
          </a:p>
        </p:txBody>
      </p:sp>
      <p:sp>
        <p:nvSpPr>
          <p:cNvPr id="772" name="Прямоугольник: скругленные углы 771">
            <a:extLst>
              <a:ext uri="{FF2B5EF4-FFF2-40B4-BE49-F238E27FC236}">
                <a16:creationId xmlns:a16="http://schemas.microsoft.com/office/drawing/2014/main" id="{34C68DBB-BD19-092F-17BC-9034CF133E35}"/>
              </a:ext>
            </a:extLst>
          </p:cNvPr>
          <p:cNvSpPr/>
          <p:nvPr/>
        </p:nvSpPr>
        <p:spPr>
          <a:xfrm>
            <a:off x="4799634" y="5400221"/>
            <a:ext cx="1509726" cy="458556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solidFill>
              <a:schemeClr val="accent3">
                <a:shade val="15000"/>
              </a:schemeClr>
            </a:solidFill>
          </a:ln>
          <a:effectLst>
            <a:outerShdw blurRad="50800" dist="50800" dir="5400000" algn="t" rotWithShape="0">
              <a:schemeClr val="bg1">
                <a:lumMod val="65000"/>
                <a:alpha val="50000"/>
              </a:scheme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использовать</a:t>
            </a:r>
          </a:p>
        </p:txBody>
      </p:sp>
      <p:sp>
        <p:nvSpPr>
          <p:cNvPr id="774" name="Прямоугольник 773">
            <a:extLst>
              <a:ext uri="{FF2B5EF4-FFF2-40B4-BE49-F238E27FC236}">
                <a16:creationId xmlns:a16="http://schemas.microsoft.com/office/drawing/2014/main" id="{A71FDF36-59BD-0B78-B2CC-1A444BD72FFF}"/>
              </a:ext>
            </a:extLst>
          </p:cNvPr>
          <p:cNvSpPr/>
          <p:nvPr/>
        </p:nvSpPr>
        <p:spPr>
          <a:xfrm>
            <a:off x="10770108" y="723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5" name="Прямоугольник 774">
            <a:extLst>
              <a:ext uri="{FF2B5EF4-FFF2-40B4-BE49-F238E27FC236}">
                <a16:creationId xmlns:a16="http://schemas.microsoft.com/office/drawing/2014/main" id="{03DDC4C1-7423-7EC1-32E9-5A68C0E9EA8D}"/>
              </a:ext>
            </a:extLst>
          </p:cNvPr>
          <p:cNvSpPr/>
          <p:nvPr/>
        </p:nvSpPr>
        <p:spPr>
          <a:xfrm>
            <a:off x="10410310" y="3062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6" name="Прямоугольник 775">
            <a:extLst>
              <a:ext uri="{FF2B5EF4-FFF2-40B4-BE49-F238E27FC236}">
                <a16:creationId xmlns:a16="http://schemas.microsoft.com/office/drawing/2014/main" id="{D5A7D3C8-2FBA-A240-1BA5-EED92620374B}"/>
              </a:ext>
            </a:extLst>
          </p:cNvPr>
          <p:cNvSpPr/>
          <p:nvPr/>
        </p:nvSpPr>
        <p:spPr>
          <a:xfrm>
            <a:off x="3766073" y="451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7" name="Прямоугольник 776">
            <a:extLst>
              <a:ext uri="{FF2B5EF4-FFF2-40B4-BE49-F238E27FC236}">
                <a16:creationId xmlns:a16="http://schemas.microsoft.com/office/drawing/2014/main" id="{C47CD767-91B2-6FE8-BF4B-7A36BF99E776}"/>
              </a:ext>
            </a:extLst>
          </p:cNvPr>
          <p:cNvSpPr/>
          <p:nvPr/>
        </p:nvSpPr>
        <p:spPr>
          <a:xfrm>
            <a:off x="709252" y="3806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8" name="Прямоугольник 777">
            <a:extLst>
              <a:ext uri="{FF2B5EF4-FFF2-40B4-BE49-F238E27FC236}">
                <a16:creationId xmlns:a16="http://schemas.microsoft.com/office/drawing/2014/main" id="{976D9F32-4FAB-97D3-7267-F9DB6D140C16}"/>
              </a:ext>
            </a:extLst>
          </p:cNvPr>
          <p:cNvSpPr/>
          <p:nvPr/>
        </p:nvSpPr>
        <p:spPr>
          <a:xfrm>
            <a:off x="6154374" y="1228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9" name="Прямоугольник 778">
            <a:extLst>
              <a:ext uri="{FF2B5EF4-FFF2-40B4-BE49-F238E27FC236}">
                <a16:creationId xmlns:a16="http://schemas.microsoft.com/office/drawing/2014/main" id="{6D3AFEDA-42B0-2A0D-DF27-7C77E0226D30}"/>
              </a:ext>
            </a:extLst>
          </p:cNvPr>
          <p:cNvSpPr/>
          <p:nvPr/>
        </p:nvSpPr>
        <p:spPr>
          <a:xfrm>
            <a:off x="7672389" y="3859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0" name="Прямоугольник 779">
            <a:extLst>
              <a:ext uri="{FF2B5EF4-FFF2-40B4-BE49-F238E27FC236}">
                <a16:creationId xmlns:a16="http://schemas.microsoft.com/office/drawing/2014/main" id="{5098A570-166F-6EFD-11B9-533EC0739FEB}"/>
              </a:ext>
            </a:extLst>
          </p:cNvPr>
          <p:cNvSpPr/>
          <p:nvPr/>
        </p:nvSpPr>
        <p:spPr>
          <a:xfrm>
            <a:off x="5162431" y="6127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1" name="Прямоугольник 780">
            <a:extLst>
              <a:ext uri="{FF2B5EF4-FFF2-40B4-BE49-F238E27FC236}">
                <a16:creationId xmlns:a16="http://schemas.microsoft.com/office/drawing/2014/main" id="{2DCA7483-4C96-4BED-7ED5-75876943E75E}"/>
              </a:ext>
            </a:extLst>
          </p:cNvPr>
          <p:cNvSpPr/>
          <p:nvPr/>
        </p:nvSpPr>
        <p:spPr>
          <a:xfrm>
            <a:off x="1350494" y="6439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2" name="Прямоугольник 781">
            <a:extLst>
              <a:ext uri="{FF2B5EF4-FFF2-40B4-BE49-F238E27FC236}">
                <a16:creationId xmlns:a16="http://schemas.microsoft.com/office/drawing/2014/main" id="{72414682-3448-373A-7F53-2B3FB13B4D33}"/>
              </a:ext>
            </a:extLst>
          </p:cNvPr>
          <p:cNvSpPr/>
          <p:nvPr/>
        </p:nvSpPr>
        <p:spPr>
          <a:xfrm rot="799802">
            <a:off x="9175308" y="-201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818ABC25-0C50-7D7F-ABC9-50C48257B70A}"/>
              </a:ext>
            </a:extLst>
          </p:cNvPr>
          <p:cNvSpPr/>
          <p:nvPr/>
        </p:nvSpPr>
        <p:spPr>
          <a:xfrm rot="799802">
            <a:off x="8815510" y="213702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4" name="Прямоугольник 783">
            <a:extLst>
              <a:ext uri="{FF2B5EF4-FFF2-40B4-BE49-F238E27FC236}">
                <a16:creationId xmlns:a16="http://schemas.microsoft.com/office/drawing/2014/main" id="{9194210E-4AEB-D66B-2647-403A05B6D633}"/>
              </a:ext>
            </a:extLst>
          </p:cNvPr>
          <p:cNvSpPr/>
          <p:nvPr/>
        </p:nvSpPr>
        <p:spPr>
          <a:xfrm rot="799802">
            <a:off x="2171273" y="35934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805FF098-BB54-DAE3-8B97-BC827577FA52}"/>
              </a:ext>
            </a:extLst>
          </p:cNvPr>
          <p:cNvSpPr/>
          <p:nvPr/>
        </p:nvSpPr>
        <p:spPr>
          <a:xfrm rot="799802">
            <a:off x="-885548" y="2880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F9AEE86F-3EC7-2472-731C-B5A0D7F8C80B}"/>
              </a:ext>
            </a:extLst>
          </p:cNvPr>
          <p:cNvSpPr/>
          <p:nvPr/>
        </p:nvSpPr>
        <p:spPr>
          <a:xfrm rot="799802">
            <a:off x="4559574" y="30276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7" name="Прямоугольник 786">
            <a:extLst>
              <a:ext uri="{FF2B5EF4-FFF2-40B4-BE49-F238E27FC236}">
                <a16:creationId xmlns:a16="http://schemas.microsoft.com/office/drawing/2014/main" id="{86A2E15F-FCD2-D71F-9D22-BBD26B1D033D}"/>
              </a:ext>
            </a:extLst>
          </p:cNvPr>
          <p:cNvSpPr/>
          <p:nvPr/>
        </p:nvSpPr>
        <p:spPr>
          <a:xfrm rot="799802">
            <a:off x="6077589" y="293375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92F0C985-79E9-38FD-0645-31CAF33C862F}"/>
              </a:ext>
            </a:extLst>
          </p:cNvPr>
          <p:cNvSpPr/>
          <p:nvPr/>
        </p:nvSpPr>
        <p:spPr>
          <a:xfrm rot="799802">
            <a:off x="3567631" y="52013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BE5995-329A-B951-59EF-4C1C1CD26FA7}"/>
              </a:ext>
            </a:extLst>
          </p:cNvPr>
          <p:cNvSpPr/>
          <p:nvPr/>
        </p:nvSpPr>
        <p:spPr>
          <a:xfrm rot="799802">
            <a:off x="-244306" y="551382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184DBD7C-3569-21CE-8FD8-0D9D8C290C57}"/>
              </a:ext>
            </a:extLst>
          </p:cNvPr>
          <p:cNvSpPr/>
          <p:nvPr/>
        </p:nvSpPr>
        <p:spPr>
          <a:xfrm rot="19032781">
            <a:off x="11876357" y="-21492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1" name="Прямоугольник 790">
            <a:extLst>
              <a:ext uri="{FF2B5EF4-FFF2-40B4-BE49-F238E27FC236}">
                <a16:creationId xmlns:a16="http://schemas.microsoft.com/office/drawing/2014/main" id="{1C5EEE9A-5196-2630-F6F9-054C2AA07BAA}"/>
              </a:ext>
            </a:extLst>
          </p:cNvPr>
          <p:cNvSpPr/>
          <p:nvPr/>
        </p:nvSpPr>
        <p:spPr>
          <a:xfrm rot="19032781">
            <a:off x="11516559" y="21240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2" name="Прямоугольник 791">
            <a:extLst>
              <a:ext uri="{FF2B5EF4-FFF2-40B4-BE49-F238E27FC236}">
                <a16:creationId xmlns:a16="http://schemas.microsoft.com/office/drawing/2014/main" id="{FB723BF7-AF82-C054-DA42-77D2438E9412}"/>
              </a:ext>
            </a:extLst>
          </p:cNvPr>
          <p:cNvSpPr/>
          <p:nvPr/>
        </p:nvSpPr>
        <p:spPr>
          <a:xfrm rot="19032781">
            <a:off x="4872322" y="35804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3" name="Прямоугольник 792">
            <a:extLst>
              <a:ext uri="{FF2B5EF4-FFF2-40B4-BE49-F238E27FC236}">
                <a16:creationId xmlns:a16="http://schemas.microsoft.com/office/drawing/2014/main" id="{DD3C7F64-7F18-BB06-8672-FA7557ECD4E7}"/>
              </a:ext>
            </a:extLst>
          </p:cNvPr>
          <p:cNvSpPr/>
          <p:nvPr/>
        </p:nvSpPr>
        <p:spPr>
          <a:xfrm rot="19032781">
            <a:off x="1815501" y="28679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4" name="Прямоугольник 793">
            <a:extLst>
              <a:ext uri="{FF2B5EF4-FFF2-40B4-BE49-F238E27FC236}">
                <a16:creationId xmlns:a16="http://schemas.microsoft.com/office/drawing/2014/main" id="{B79223C7-B2ED-F090-08AC-9020E9EE333B}"/>
              </a:ext>
            </a:extLst>
          </p:cNvPr>
          <p:cNvSpPr/>
          <p:nvPr/>
        </p:nvSpPr>
        <p:spPr>
          <a:xfrm rot="19032781">
            <a:off x="7260623" y="28980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B7979D0E-9760-58F3-BC03-C5F158EE3C9A}"/>
              </a:ext>
            </a:extLst>
          </p:cNvPr>
          <p:cNvSpPr/>
          <p:nvPr/>
        </p:nvSpPr>
        <p:spPr>
          <a:xfrm rot="19032781">
            <a:off x="8778638" y="292079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6" name="Прямоугольник 795">
            <a:extLst>
              <a:ext uri="{FF2B5EF4-FFF2-40B4-BE49-F238E27FC236}">
                <a16:creationId xmlns:a16="http://schemas.microsoft.com/office/drawing/2014/main" id="{F0EE583E-04F4-18F2-D819-60E5060BB361}"/>
              </a:ext>
            </a:extLst>
          </p:cNvPr>
          <p:cNvSpPr/>
          <p:nvPr/>
        </p:nvSpPr>
        <p:spPr>
          <a:xfrm rot="19032781">
            <a:off x="6268680" y="518836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7" name="Прямоугольник 796">
            <a:extLst>
              <a:ext uri="{FF2B5EF4-FFF2-40B4-BE49-F238E27FC236}">
                <a16:creationId xmlns:a16="http://schemas.microsoft.com/office/drawing/2014/main" id="{4AC83BBF-0618-4DC0-1F24-3BFDDEF12432}"/>
              </a:ext>
            </a:extLst>
          </p:cNvPr>
          <p:cNvSpPr/>
          <p:nvPr/>
        </p:nvSpPr>
        <p:spPr>
          <a:xfrm rot="19032781">
            <a:off x="2456743" y="55008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8" name="Прямоугольник 797">
            <a:extLst>
              <a:ext uri="{FF2B5EF4-FFF2-40B4-BE49-F238E27FC236}">
                <a16:creationId xmlns:a16="http://schemas.microsoft.com/office/drawing/2014/main" id="{EA428AF1-C08F-7C6F-4421-3A5AFA576D33}"/>
              </a:ext>
            </a:extLst>
          </p:cNvPr>
          <p:cNvSpPr/>
          <p:nvPr/>
        </p:nvSpPr>
        <p:spPr>
          <a:xfrm rot="395788">
            <a:off x="10208869" y="-145737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9" name="Прямоугольник 798">
            <a:extLst>
              <a:ext uri="{FF2B5EF4-FFF2-40B4-BE49-F238E27FC236}">
                <a16:creationId xmlns:a16="http://schemas.microsoft.com/office/drawing/2014/main" id="{653239DE-764A-B05D-9D22-4A3538CAE3F1}"/>
              </a:ext>
            </a:extLst>
          </p:cNvPr>
          <p:cNvSpPr/>
          <p:nvPr/>
        </p:nvSpPr>
        <p:spPr>
          <a:xfrm rot="395788">
            <a:off x="9849071" y="88161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0" name="Прямоугольник 799">
            <a:extLst>
              <a:ext uri="{FF2B5EF4-FFF2-40B4-BE49-F238E27FC236}">
                <a16:creationId xmlns:a16="http://schemas.microsoft.com/office/drawing/2014/main" id="{278C81A2-B42F-B13C-811F-216FDDED0E59}"/>
              </a:ext>
            </a:extLst>
          </p:cNvPr>
          <p:cNvSpPr/>
          <p:nvPr/>
        </p:nvSpPr>
        <p:spPr>
          <a:xfrm rot="395788">
            <a:off x="3204834" y="2338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1" name="Прямоугольник 800">
            <a:extLst>
              <a:ext uri="{FF2B5EF4-FFF2-40B4-BE49-F238E27FC236}">
                <a16:creationId xmlns:a16="http://schemas.microsoft.com/office/drawing/2014/main" id="{71FE9401-6DA7-934A-CAB1-A6A21D1408D7}"/>
              </a:ext>
            </a:extLst>
          </p:cNvPr>
          <p:cNvSpPr/>
          <p:nvPr/>
        </p:nvSpPr>
        <p:spPr>
          <a:xfrm rot="395788">
            <a:off x="148013" y="16254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2" name="Прямоугольник 801">
            <a:extLst>
              <a:ext uri="{FF2B5EF4-FFF2-40B4-BE49-F238E27FC236}">
                <a16:creationId xmlns:a16="http://schemas.microsoft.com/office/drawing/2014/main" id="{2373AED2-5426-A41E-D838-C49E6918F926}"/>
              </a:ext>
            </a:extLst>
          </p:cNvPr>
          <p:cNvSpPr/>
          <p:nvPr/>
        </p:nvSpPr>
        <p:spPr>
          <a:xfrm rot="395788">
            <a:off x="5593135" y="-9526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3" name="Прямоугольник 802">
            <a:extLst>
              <a:ext uri="{FF2B5EF4-FFF2-40B4-BE49-F238E27FC236}">
                <a16:creationId xmlns:a16="http://schemas.microsoft.com/office/drawing/2014/main" id="{447774E5-F86C-B0E7-7989-63B434883646}"/>
              </a:ext>
            </a:extLst>
          </p:cNvPr>
          <p:cNvSpPr/>
          <p:nvPr/>
        </p:nvSpPr>
        <p:spPr>
          <a:xfrm rot="395788">
            <a:off x="7111150" y="16783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4" name="Прямоугольник 803">
            <a:extLst>
              <a:ext uri="{FF2B5EF4-FFF2-40B4-BE49-F238E27FC236}">
                <a16:creationId xmlns:a16="http://schemas.microsoft.com/office/drawing/2014/main" id="{4A56A89B-89F5-9EEA-5E23-CD934C69A995}"/>
              </a:ext>
            </a:extLst>
          </p:cNvPr>
          <p:cNvSpPr/>
          <p:nvPr/>
        </p:nvSpPr>
        <p:spPr>
          <a:xfrm rot="395788">
            <a:off x="4601192" y="394591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5" name="Прямоугольник 804">
            <a:extLst>
              <a:ext uri="{FF2B5EF4-FFF2-40B4-BE49-F238E27FC236}">
                <a16:creationId xmlns:a16="http://schemas.microsoft.com/office/drawing/2014/main" id="{90B8BB55-5D02-64D8-B0DF-DCE6DD0AF2D7}"/>
              </a:ext>
            </a:extLst>
          </p:cNvPr>
          <p:cNvSpPr/>
          <p:nvPr/>
        </p:nvSpPr>
        <p:spPr>
          <a:xfrm rot="395788">
            <a:off x="789255" y="4258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6" name="Прямоугольник 805">
            <a:extLst>
              <a:ext uri="{FF2B5EF4-FFF2-40B4-BE49-F238E27FC236}">
                <a16:creationId xmlns:a16="http://schemas.microsoft.com/office/drawing/2014/main" id="{083A0105-756E-9D07-0E02-11C12EF7205E}"/>
              </a:ext>
            </a:extLst>
          </p:cNvPr>
          <p:cNvSpPr/>
          <p:nvPr/>
        </p:nvSpPr>
        <p:spPr>
          <a:xfrm rot="18626361">
            <a:off x="10752087" y="-21340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7" name="Прямоугольник 806">
            <a:extLst>
              <a:ext uri="{FF2B5EF4-FFF2-40B4-BE49-F238E27FC236}">
                <a16:creationId xmlns:a16="http://schemas.microsoft.com/office/drawing/2014/main" id="{0708F723-CB8A-B992-C549-2AD1E6E0475C}"/>
              </a:ext>
            </a:extLst>
          </p:cNvPr>
          <p:cNvSpPr/>
          <p:nvPr/>
        </p:nvSpPr>
        <p:spPr>
          <a:xfrm rot="18626361">
            <a:off x="10392289" y="20498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8" name="Прямоугольник 807">
            <a:extLst>
              <a:ext uri="{FF2B5EF4-FFF2-40B4-BE49-F238E27FC236}">
                <a16:creationId xmlns:a16="http://schemas.microsoft.com/office/drawing/2014/main" id="{7472C803-317A-A944-1615-FA6385929BDC}"/>
              </a:ext>
            </a:extLst>
          </p:cNvPr>
          <p:cNvSpPr/>
          <p:nvPr/>
        </p:nvSpPr>
        <p:spPr>
          <a:xfrm rot="18626361">
            <a:off x="3748052" y="16613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9" name="Прямоугольник 808">
            <a:extLst>
              <a:ext uri="{FF2B5EF4-FFF2-40B4-BE49-F238E27FC236}">
                <a16:creationId xmlns:a16="http://schemas.microsoft.com/office/drawing/2014/main" id="{E63BBDFB-5858-ABEC-8176-E2736F5F63C9}"/>
              </a:ext>
            </a:extLst>
          </p:cNvPr>
          <p:cNvSpPr/>
          <p:nvPr/>
        </p:nvSpPr>
        <p:spPr>
          <a:xfrm rot="18626361">
            <a:off x="691231" y="9488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0" name="Прямоугольник 809">
            <a:extLst>
              <a:ext uri="{FF2B5EF4-FFF2-40B4-BE49-F238E27FC236}">
                <a16:creationId xmlns:a16="http://schemas.microsoft.com/office/drawing/2014/main" id="{F8BB032A-F5E3-1A96-ACEC-C0E43F5DE035}"/>
              </a:ext>
            </a:extLst>
          </p:cNvPr>
          <p:cNvSpPr/>
          <p:nvPr/>
        </p:nvSpPr>
        <p:spPr>
          <a:xfrm rot="18626361">
            <a:off x="6136353" y="-16292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1" name="Прямоугольник 810">
            <a:extLst>
              <a:ext uri="{FF2B5EF4-FFF2-40B4-BE49-F238E27FC236}">
                <a16:creationId xmlns:a16="http://schemas.microsoft.com/office/drawing/2014/main" id="{3AC04E99-7269-0E9C-5641-91F1855556A3}"/>
              </a:ext>
            </a:extLst>
          </p:cNvPr>
          <p:cNvSpPr/>
          <p:nvPr/>
        </p:nvSpPr>
        <p:spPr>
          <a:xfrm rot="18626361">
            <a:off x="7654368" y="10017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2" name="Прямоугольник 811">
            <a:extLst>
              <a:ext uri="{FF2B5EF4-FFF2-40B4-BE49-F238E27FC236}">
                <a16:creationId xmlns:a16="http://schemas.microsoft.com/office/drawing/2014/main" id="{1D83CD5B-8462-425C-F588-6A10F9814A0C}"/>
              </a:ext>
            </a:extLst>
          </p:cNvPr>
          <p:cNvSpPr/>
          <p:nvPr/>
        </p:nvSpPr>
        <p:spPr>
          <a:xfrm rot="18626361">
            <a:off x="5144410" y="32692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3" name="Прямоугольник 812">
            <a:extLst>
              <a:ext uri="{FF2B5EF4-FFF2-40B4-BE49-F238E27FC236}">
                <a16:creationId xmlns:a16="http://schemas.microsoft.com/office/drawing/2014/main" id="{73A5AA15-D739-10B4-F760-D3D9532B4E2E}"/>
              </a:ext>
            </a:extLst>
          </p:cNvPr>
          <p:cNvSpPr/>
          <p:nvPr/>
        </p:nvSpPr>
        <p:spPr>
          <a:xfrm rot="18626361">
            <a:off x="1332473" y="35817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4" name="Прямоугольник 813">
            <a:extLst>
              <a:ext uri="{FF2B5EF4-FFF2-40B4-BE49-F238E27FC236}">
                <a16:creationId xmlns:a16="http://schemas.microsoft.com/office/drawing/2014/main" id="{B64DCB38-5EF2-6EF8-DB60-E55F9C8D7C16}"/>
              </a:ext>
            </a:extLst>
          </p:cNvPr>
          <p:cNvSpPr/>
          <p:nvPr/>
        </p:nvSpPr>
        <p:spPr>
          <a:xfrm rot="18626361">
            <a:off x="11295305" y="-28106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5" name="Прямоугольник 814">
            <a:extLst>
              <a:ext uri="{FF2B5EF4-FFF2-40B4-BE49-F238E27FC236}">
                <a16:creationId xmlns:a16="http://schemas.microsoft.com/office/drawing/2014/main" id="{C8FEA52B-C37D-84DA-4A82-AFAA14C6997D}"/>
              </a:ext>
            </a:extLst>
          </p:cNvPr>
          <p:cNvSpPr/>
          <p:nvPr/>
        </p:nvSpPr>
        <p:spPr>
          <a:xfrm rot="18626361">
            <a:off x="10935507" y="-4716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6" name="Прямоугольник 815">
            <a:extLst>
              <a:ext uri="{FF2B5EF4-FFF2-40B4-BE49-F238E27FC236}">
                <a16:creationId xmlns:a16="http://schemas.microsoft.com/office/drawing/2014/main" id="{C42BE7EC-4944-B98B-105C-837796E2EFD1}"/>
              </a:ext>
            </a:extLst>
          </p:cNvPr>
          <p:cNvSpPr/>
          <p:nvPr/>
        </p:nvSpPr>
        <p:spPr>
          <a:xfrm rot="18626361">
            <a:off x="4291270" y="9847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7" name="Прямоугольник 816">
            <a:extLst>
              <a:ext uri="{FF2B5EF4-FFF2-40B4-BE49-F238E27FC236}">
                <a16:creationId xmlns:a16="http://schemas.microsoft.com/office/drawing/2014/main" id="{C73D90E9-45B8-F352-C2A5-B966C1224FFA}"/>
              </a:ext>
            </a:extLst>
          </p:cNvPr>
          <p:cNvSpPr/>
          <p:nvPr/>
        </p:nvSpPr>
        <p:spPr>
          <a:xfrm rot="18626361">
            <a:off x="1234449" y="2722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8" name="Прямоугольник 817">
            <a:extLst>
              <a:ext uri="{FF2B5EF4-FFF2-40B4-BE49-F238E27FC236}">
                <a16:creationId xmlns:a16="http://schemas.microsoft.com/office/drawing/2014/main" id="{CED7CB6D-E00B-E563-4890-3F851B49BE55}"/>
              </a:ext>
            </a:extLst>
          </p:cNvPr>
          <p:cNvSpPr/>
          <p:nvPr/>
        </p:nvSpPr>
        <p:spPr>
          <a:xfrm rot="18626361">
            <a:off x="6679571" y="-230591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9" name="Прямоугольник 818">
            <a:extLst>
              <a:ext uri="{FF2B5EF4-FFF2-40B4-BE49-F238E27FC236}">
                <a16:creationId xmlns:a16="http://schemas.microsoft.com/office/drawing/2014/main" id="{70B56D7F-944C-418F-348D-F22E1521F51B}"/>
              </a:ext>
            </a:extLst>
          </p:cNvPr>
          <p:cNvSpPr/>
          <p:nvPr/>
        </p:nvSpPr>
        <p:spPr>
          <a:xfrm rot="18626361">
            <a:off x="8197586" y="3250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0" name="Прямоугольник 819">
            <a:extLst>
              <a:ext uri="{FF2B5EF4-FFF2-40B4-BE49-F238E27FC236}">
                <a16:creationId xmlns:a16="http://schemas.microsoft.com/office/drawing/2014/main" id="{3D60DC3C-60E5-4061-1583-A48DB613819B}"/>
              </a:ext>
            </a:extLst>
          </p:cNvPr>
          <p:cNvSpPr/>
          <p:nvPr/>
        </p:nvSpPr>
        <p:spPr>
          <a:xfrm rot="18626361">
            <a:off x="5687628" y="25926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1" name="Прямоугольник 820">
            <a:extLst>
              <a:ext uri="{FF2B5EF4-FFF2-40B4-BE49-F238E27FC236}">
                <a16:creationId xmlns:a16="http://schemas.microsoft.com/office/drawing/2014/main" id="{60DBEE7B-458A-6F35-E71F-C7E532C6A705}"/>
              </a:ext>
            </a:extLst>
          </p:cNvPr>
          <p:cNvSpPr/>
          <p:nvPr/>
        </p:nvSpPr>
        <p:spPr>
          <a:xfrm rot="18626361">
            <a:off x="1875691" y="29051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2" name="Прямоугольник 821">
            <a:extLst>
              <a:ext uri="{FF2B5EF4-FFF2-40B4-BE49-F238E27FC236}">
                <a16:creationId xmlns:a16="http://schemas.microsoft.com/office/drawing/2014/main" id="{E68707AE-B784-55B4-460F-7B9C9F1488C3}"/>
              </a:ext>
            </a:extLst>
          </p:cNvPr>
          <p:cNvSpPr/>
          <p:nvPr/>
        </p:nvSpPr>
        <p:spPr>
          <a:xfrm>
            <a:off x="10922508" y="876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3" name="Прямоугольник 822">
            <a:extLst>
              <a:ext uri="{FF2B5EF4-FFF2-40B4-BE49-F238E27FC236}">
                <a16:creationId xmlns:a16="http://schemas.microsoft.com/office/drawing/2014/main" id="{6184B53B-4D05-4A62-EE24-6BADACA1FB40}"/>
              </a:ext>
            </a:extLst>
          </p:cNvPr>
          <p:cNvSpPr/>
          <p:nvPr/>
        </p:nvSpPr>
        <p:spPr>
          <a:xfrm>
            <a:off x="10562710" y="3215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4" name="Прямоугольник 823">
            <a:extLst>
              <a:ext uri="{FF2B5EF4-FFF2-40B4-BE49-F238E27FC236}">
                <a16:creationId xmlns:a16="http://schemas.microsoft.com/office/drawing/2014/main" id="{0434CDC0-2180-A7AB-7522-F1DB802B52C4}"/>
              </a:ext>
            </a:extLst>
          </p:cNvPr>
          <p:cNvSpPr/>
          <p:nvPr/>
        </p:nvSpPr>
        <p:spPr>
          <a:xfrm>
            <a:off x="3918473" y="467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EA781E97-04D8-F629-7ABE-27BC673CB3D9}"/>
              </a:ext>
            </a:extLst>
          </p:cNvPr>
          <p:cNvSpPr/>
          <p:nvPr/>
        </p:nvSpPr>
        <p:spPr>
          <a:xfrm>
            <a:off x="861652" y="3959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6" name="Прямоугольник 825">
            <a:extLst>
              <a:ext uri="{FF2B5EF4-FFF2-40B4-BE49-F238E27FC236}">
                <a16:creationId xmlns:a16="http://schemas.microsoft.com/office/drawing/2014/main" id="{4E217A84-157E-43E2-1393-BC5B682F0F4B}"/>
              </a:ext>
            </a:extLst>
          </p:cNvPr>
          <p:cNvSpPr/>
          <p:nvPr/>
        </p:nvSpPr>
        <p:spPr>
          <a:xfrm>
            <a:off x="6306774" y="1381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7" name="Прямоугольник 826">
            <a:extLst>
              <a:ext uri="{FF2B5EF4-FFF2-40B4-BE49-F238E27FC236}">
                <a16:creationId xmlns:a16="http://schemas.microsoft.com/office/drawing/2014/main" id="{C579933F-23BB-872B-4594-38CA2FBD866D}"/>
              </a:ext>
            </a:extLst>
          </p:cNvPr>
          <p:cNvSpPr/>
          <p:nvPr/>
        </p:nvSpPr>
        <p:spPr>
          <a:xfrm>
            <a:off x="7824789" y="4012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1A13394D-D581-35B8-EEB0-86B33E39F252}"/>
              </a:ext>
            </a:extLst>
          </p:cNvPr>
          <p:cNvSpPr/>
          <p:nvPr/>
        </p:nvSpPr>
        <p:spPr>
          <a:xfrm>
            <a:off x="5314831" y="6279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9" name="Прямоугольник 828">
            <a:extLst>
              <a:ext uri="{FF2B5EF4-FFF2-40B4-BE49-F238E27FC236}">
                <a16:creationId xmlns:a16="http://schemas.microsoft.com/office/drawing/2014/main" id="{CBD25DBC-5598-2D38-6BB5-9124493C1099}"/>
              </a:ext>
            </a:extLst>
          </p:cNvPr>
          <p:cNvSpPr/>
          <p:nvPr/>
        </p:nvSpPr>
        <p:spPr>
          <a:xfrm>
            <a:off x="1502894" y="6592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0" name="Прямоугольник 829">
            <a:extLst>
              <a:ext uri="{FF2B5EF4-FFF2-40B4-BE49-F238E27FC236}">
                <a16:creationId xmlns:a16="http://schemas.microsoft.com/office/drawing/2014/main" id="{CC2EE940-4F66-F621-285C-29D4215D953D}"/>
              </a:ext>
            </a:extLst>
          </p:cNvPr>
          <p:cNvSpPr/>
          <p:nvPr/>
        </p:nvSpPr>
        <p:spPr>
          <a:xfrm>
            <a:off x="11074908" y="1028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1" name="Прямоугольник 830">
            <a:extLst>
              <a:ext uri="{FF2B5EF4-FFF2-40B4-BE49-F238E27FC236}">
                <a16:creationId xmlns:a16="http://schemas.microsoft.com/office/drawing/2014/main" id="{1CFF14C4-4969-FEEB-C448-82A79DE79F14}"/>
              </a:ext>
            </a:extLst>
          </p:cNvPr>
          <p:cNvSpPr/>
          <p:nvPr/>
        </p:nvSpPr>
        <p:spPr>
          <a:xfrm>
            <a:off x="10715110" y="3367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2" name="Прямоугольник 831">
            <a:extLst>
              <a:ext uri="{FF2B5EF4-FFF2-40B4-BE49-F238E27FC236}">
                <a16:creationId xmlns:a16="http://schemas.microsoft.com/office/drawing/2014/main" id="{FD45A0C1-D291-F916-38B2-9543DA4E8B26}"/>
              </a:ext>
            </a:extLst>
          </p:cNvPr>
          <p:cNvSpPr/>
          <p:nvPr/>
        </p:nvSpPr>
        <p:spPr>
          <a:xfrm>
            <a:off x="4070873" y="4824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3" name="Прямоугольник 832">
            <a:extLst>
              <a:ext uri="{FF2B5EF4-FFF2-40B4-BE49-F238E27FC236}">
                <a16:creationId xmlns:a16="http://schemas.microsoft.com/office/drawing/2014/main" id="{ECCA09D6-0D44-D1E0-4116-813E0EBFB89F}"/>
              </a:ext>
            </a:extLst>
          </p:cNvPr>
          <p:cNvSpPr/>
          <p:nvPr/>
        </p:nvSpPr>
        <p:spPr>
          <a:xfrm>
            <a:off x="1014052" y="4111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4" name="Прямоугольник 833">
            <a:extLst>
              <a:ext uri="{FF2B5EF4-FFF2-40B4-BE49-F238E27FC236}">
                <a16:creationId xmlns:a16="http://schemas.microsoft.com/office/drawing/2014/main" id="{79FBFAB9-0D25-0E64-4163-3414DC473614}"/>
              </a:ext>
            </a:extLst>
          </p:cNvPr>
          <p:cNvSpPr/>
          <p:nvPr/>
        </p:nvSpPr>
        <p:spPr>
          <a:xfrm>
            <a:off x="6459174" y="1533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5" name="Прямоугольник 834">
            <a:extLst>
              <a:ext uri="{FF2B5EF4-FFF2-40B4-BE49-F238E27FC236}">
                <a16:creationId xmlns:a16="http://schemas.microsoft.com/office/drawing/2014/main" id="{BE425867-9801-F99A-F387-2734AD37F713}"/>
              </a:ext>
            </a:extLst>
          </p:cNvPr>
          <p:cNvSpPr/>
          <p:nvPr/>
        </p:nvSpPr>
        <p:spPr>
          <a:xfrm>
            <a:off x="7977189" y="4164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125277BA-E0B4-FE9A-9972-BAD92E77AE95}"/>
              </a:ext>
            </a:extLst>
          </p:cNvPr>
          <p:cNvSpPr/>
          <p:nvPr/>
        </p:nvSpPr>
        <p:spPr>
          <a:xfrm>
            <a:off x="5467231" y="6431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7" name="Прямоугольник 836">
            <a:extLst>
              <a:ext uri="{FF2B5EF4-FFF2-40B4-BE49-F238E27FC236}">
                <a16:creationId xmlns:a16="http://schemas.microsoft.com/office/drawing/2014/main" id="{7CB982E6-FA02-6A5E-7B2B-C69A5BDF6F35}"/>
              </a:ext>
            </a:extLst>
          </p:cNvPr>
          <p:cNvSpPr/>
          <p:nvPr/>
        </p:nvSpPr>
        <p:spPr>
          <a:xfrm>
            <a:off x="1655294" y="6744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7D37E54F-4B79-CE45-BC9F-FA3CCC13FAF5}"/>
              </a:ext>
            </a:extLst>
          </p:cNvPr>
          <p:cNvSpPr/>
          <p:nvPr/>
        </p:nvSpPr>
        <p:spPr>
          <a:xfrm>
            <a:off x="11227308" y="1181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39" name="Прямоугольник 838">
            <a:extLst>
              <a:ext uri="{FF2B5EF4-FFF2-40B4-BE49-F238E27FC236}">
                <a16:creationId xmlns:a16="http://schemas.microsoft.com/office/drawing/2014/main" id="{F24C3957-E6EE-7C06-740B-B99B8D381347}"/>
              </a:ext>
            </a:extLst>
          </p:cNvPr>
          <p:cNvSpPr/>
          <p:nvPr/>
        </p:nvSpPr>
        <p:spPr>
          <a:xfrm>
            <a:off x="10867510" y="3520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0" name="Прямоугольник 839">
            <a:extLst>
              <a:ext uri="{FF2B5EF4-FFF2-40B4-BE49-F238E27FC236}">
                <a16:creationId xmlns:a16="http://schemas.microsoft.com/office/drawing/2014/main" id="{6E2460D1-C4E4-3F1F-E7F1-CBB8277053B3}"/>
              </a:ext>
            </a:extLst>
          </p:cNvPr>
          <p:cNvSpPr/>
          <p:nvPr/>
        </p:nvSpPr>
        <p:spPr>
          <a:xfrm>
            <a:off x="4223273" y="4976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1" name="Прямоугольник 840">
            <a:extLst>
              <a:ext uri="{FF2B5EF4-FFF2-40B4-BE49-F238E27FC236}">
                <a16:creationId xmlns:a16="http://schemas.microsoft.com/office/drawing/2014/main" id="{4C7D492F-B352-32E1-86A3-8FE139589AFF}"/>
              </a:ext>
            </a:extLst>
          </p:cNvPr>
          <p:cNvSpPr/>
          <p:nvPr/>
        </p:nvSpPr>
        <p:spPr>
          <a:xfrm>
            <a:off x="1166452" y="4263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2" name="Прямоугольник 841">
            <a:extLst>
              <a:ext uri="{FF2B5EF4-FFF2-40B4-BE49-F238E27FC236}">
                <a16:creationId xmlns:a16="http://schemas.microsoft.com/office/drawing/2014/main" id="{27D7A507-8540-A33E-4C24-7390938A314F}"/>
              </a:ext>
            </a:extLst>
          </p:cNvPr>
          <p:cNvSpPr/>
          <p:nvPr/>
        </p:nvSpPr>
        <p:spPr>
          <a:xfrm>
            <a:off x="6611574" y="1685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3" name="Прямоугольник 842">
            <a:extLst>
              <a:ext uri="{FF2B5EF4-FFF2-40B4-BE49-F238E27FC236}">
                <a16:creationId xmlns:a16="http://schemas.microsoft.com/office/drawing/2014/main" id="{F5B0731A-6794-D72E-7370-5DF054692EF9}"/>
              </a:ext>
            </a:extLst>
          </p:cNvPr>
          <p:cNvSpPr/>
          <p:nvPr/>
        </p:nvSpPr>
        <p:spPr>
          <a:xfrm>
            <a:off x="8129589" y="4316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4" name="Прямоугольник 843">
            <a:extLst>
              <a:ext uri="{FF2B5EF4-FFF2-40B4-BE49-F238E27FC236}">
                <a16:creationId xmlns:a16="http://schemas.microsoft.com/office/drawing/2014/main" id="{108B2F78-12EB-0A4D-1B28-ACB0385BD38A}"/>
              </a:ext>
            </a:extLst>
          </p:cNvPr>
          <p:cNvSpPr/>
          <p:nvPr/>
        </p:nvSpPr>
        <p:spPr>
          <a:xfrm>
            <a:off x="5619631" y="6584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5" name="Прямоугольник 844">
            <a:extLst>
              <a:ext uri="{FF2B5EF4-FFF2-40B4-BE49-F238E27FC236}">
                <a16:creationId xmlns:a16="http://schemas.microsoft.com/office/drawing/2014/main" id="{1ED1DAA4-B85E-1C26-C9FC-BE2B5F07253C}"/>
              </a:ext>
            </a:extLst>
          </p:cNvPr>
          <p:cNvSpPr/>
          <p:nvPr/>
        </p:nvSpPr>
        <p:spPr>
          <a:xfrm>
            <a:off x="1807694" y="6896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6" name="Прямоугольник 845">
            <a:extLst>
              <a:ext uri="{FF2B5EF4-FFF2-40B4-BE49-F238E27FC236}">
                <a16:creationId xmlns:a16="http://schemas.microsoft.com/office/drawing/2014/main" id="{F78B585A-6993-16CB-837C-EF31E999337A}"/>
              </a:ext>
            </a:extLst>
          </p:cNvPr>
          <p:cNvSpPr/>
          <p:nvPr/>
        </p:nvSpPr>
        <p:spPr>
          <a:xfrm>
            <a:off x="10373590" y="-11094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7" name="Прямоугольник 846">
            <a:extLst>
              <a:ext uri="{FF2B5EF4-FFF2-40B4-BE49-F238E27FC236}">
                <a16:creationId xmlns:a16="http://schemas.microsoft.com/office/drawing/2014/main" id="{BD4AF576-F0C2-E2BF-42BC-F45363E0FC89}"/>
              </a:ext>
            </a:extLst>
          </p:cNvPr>
          <p:cNvSpPr/>
          <p:nvPr/>
        </p:nvSpPr>
        <p:spPr>
          <a:xfrm>
            <a:off x="10013792" y="12295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8" name="Прямоугольник 847">
            <a:extLst>
              <a:ext uri="{FF2B5EF4-FFF2-40B4-BE49-F238E27FC236}">
                <a16:creationId xmlns:a16="http://schemas.microsoft.com/office/drawing/2014/main" id="{B16DDF46-1F36-069D-29BE-F726BD3E4EEA}"/>
              </a:ext>
            </a:extLst>
          </p:cNvPr>
          <p:cNvSpPr/>
          <p:nvPr/>
        </p:nvSpPr>
        <p:spPr>
          <a:xfrm>
            <a:off x="3369555" y="26859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9" name="Прямоугольник 848">
            <a:extLst>
              <a:ext uri="{FF2B5EF4-FFF2-40B4-BE49-F238E27FC236}">
                <a16:creationId xmlns:a16="http://schemas.microsoft.com/office/drawing/2014/main" id="{AAFA1EC4-9163-0E9A-2AEC-5DCFDA6CE997}"/>
              </a:ext>
            </a:extLst>
          </p:cNvPr>
          <p:cNvSpPr/>
          <p:nvPr/>
        </p:nvSpPr>
        <p:spPr>
          <a:xfrm>
            <a:off x="312734" y="197340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0" name="Прямоугольник 849">
            <a:extLst>
              <a:ext uri="{FF2B5EF4-FFF2-40B4-BE49-F238E27FC236}">
                <a16:creationId xmlns:a16="http://schemas.microsoft.com/office/drawing/2014/main" id="{94F412DB-D8BC-FB7A-7444-BD82A77167F9}"/>
              </a:ext>
            </a:extLst>
          </p:cNvPr>
          <p:cNvSpPr/>
          <p:nvPr/>
        </p:nvSpPr>
        <p:spPr>
          <a:xfrm>
            <a:off x="5757856" y="-60473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1" name="Прямоугольник 850">
            <a:extLst>
              <a:ext uri="{FF2B5EF4-FFF2-40B4-BE49-F238E27FC236}">
                <a16:creationId xmlns:a16="http://schemas.microsoft.com/office/drawing/2014/main" id="{173F88B7-45BF-8720-F740-95F342F77AFC}"/>
              </a:ext>
            </a:extLst>
          </p:cNvPr>
          <p:cNvSpPr/>
          <p:nvPr/>
        </p:nvSpPr>
        <p:spPr>
          <a:xfrm>
            <a:off x="7275871" y="20262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2" name="Прямоугольник 851">
            <a:extLst>
              <a:ext uri="{FF2B5EF4-FFF2-40B4-BE49-F238E27FC236}">
                <a16:creationId xmlns:a16="http://schemas.microsoft.com/office/drawing/2014/main" id="{3C220F86-6F0C-9B58-996B-B6FAF9147CE4}"/>
              </a:ext>
            </a:extLst>
          </p:cNvPr>
          <p:cNvSpPr/>
          <p:nvPr/>
        </p:nvSpPr>
        <p:spPr>
          <a:xfrm>
            <a:off x="4765913" y="42938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3" name="Прямоугольник 852">
            <a:extLst>
              <a:ext uri="{FF2B5EF4-FFF2-40B4-BE49-F238E27FC236}">
                <a16:creationId xmlns:a16="http://schemas.microsoft.com/office/drawing/2014/main" id="{B328C1F9-5BF8-12A3-BB0E-B8357D54014D}"/>
              </a:ext>
            </a:extLst>
          </p:cNvPr>
          <p:cNvSpPr/>
          <p:nvPr/>
        </p:nvSpPr>
        <p:spPr>
          <a:xfrm>
            <a:off x="953976" y="460633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4" name="Прямоугольник 853">
            <a:extLst>
              <a:ext uri="{FF2B5EF4-FFF2-40B4-BE49-F238E27FC236}">
                <a16:creationId xmlns:a16="http://schemas.microsoft.com/office/drawing/2014/main" id="{3D30107D-45B1-E883-ADA6-1C102309708D}"/>
              </a:ext>
            </a:extLst>
          </p:cNvPr>
          <p:cNvSpPr/>
          <p:nvPr/>
        </p:nvSpPr>
        <p:spPr>
          <a:xfrm>
            <a:off x="11379708" y="1333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5" name="Прямоугольник 854">
            <a:extLst>
              <a:ext uri="{FF2B5EF4-FFF2-40B4-BE49-F238E27FC236}">
                <a16:creationId xmlns:a16="http://schemas.microsoft.com/office/drawing/2014/main" id="{182B62AB-114F-45B6-5638-39E8C48E25EC}"/>
              </a:ext>
            </a:extLst>
          </p:cNvPr>
          <p:cNvSpPr/>
          <p:nvPr/>
        </p:nvSpPr>
        <p:spPr>
          <a:xfrm>
            <a:off x="11019910" y="3672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6" name="Прямоугольник 855">
            <a:extLst>
              <a:ext uri="{FF2B5EF4-FFF2-40B4-BE49-F238E27FC236}">
                <a16:creationId xmlns:a16="http://schemas.microsoft.com/office/drawing/2014/main" id="{C318E595-EF2A-A75B-6AFF-3EA00334AD2E}"/>
              </a:ext>
            </a:extLst>
          </p:cNvPr>
          <p:cNvSpPr/>
          <p:nvPr/>
        </p:nvSpPr>
        <p:spPr>
          <a:xfrm>
            <a:off x="4375673" y="5128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7" name="Прямоугольник 856">
            <a:extLst>
              <a:ext uri="{FF2B5EF4-FFF2-40B4-BE49-F238E27FC236}">
                <a16:creationId xmlns:a16="http://schemas.microsoft.com/office/drawing/2014/main" id="{3488BB0A-ECFB-65CD-104B-4676A55325A6}"/>
              </a:ext>
            </a:extLst>
          </p:cNvPr>
          <p:cNvSpPr/>
          <p:nvPr/>
        </p:nvSpPr>
        <p:spPr>
          <a:xfrm>
            <a:off x="1318852" y="4416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8" name="Прямоугольник 857">
            <a:extLst>
              <a:ext uri="{FF2B5EF4-FFF2-40B4-BE49-F238E27FC236}">
                <a16:creationId xmlns:a16="http://schemas.microsoft.com/office/drawing/2014/main" id="{0FAF77FF-A962-F8DF-3D0D-D36D3A531298}"/>
              </a:ext>
            </a:extLst>
          </p:cNvPr>
          <p:cNvSpPr/>
          <p:nvPr/>
        </p:nvSpPr>
        <p:spPr>
          <a:xfrm>
            <a:off x="6763974" y="1838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59" name="Прямоугольник 858">
            <a:extLst>
              <a:ext uri="{FF2B5EF4-FFF2-40B4-BE49-F238E27FC236}">
                <a16:creationId xmlns:a16="http://schemas.microsoft.com/office/drawing/2014/main" id="{316BC1D8-7039-3135-23B9-E4B7DD2C984A}"/>
              </a:ext>
            </a:extLst>
          </p:cNvPr>
          <p:cNvSpPr/>
          <p:nvPr/>
        </p:nvSpPr>
        <p:spPr>
          <a:xfrm>
            <a:off x="8281989" y="4469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0" name="Прямоугольник 859">
            <a:extLst>
              <a:ext uri="{FF2B5EF4-FFF2-40B4-BE49-F238E27FC236}">
                <a16:creationId xmlns:a16="http://schemas.microsoft.com/office/drawing/2014/main" id="{141FB184-BB30-2C3D-3C02-DF650E27A21E}"/>
              </a:ext>
            </a:extLst>
          </p:cNvPr>
          <p:cNvSpPr/>
          <p:nvPr/>
        </p:nvSpPr>
        <p:spPr>
          <a:xfrm>
            <a:off x="5772031" y="6736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1" name="Прямоугольник 860">
            <a:extLst>
              <a:ext uri="{FF2B5EF4-FFF2-40B4-BE49-F238E27FC236}">
                <a16:creationId xmlns:a16="http://schemas.microsoft.com/office/drawing/2014/main" id="{0879DD41-9096-5E63-47D0-1B015ACC6BD4}"/>
              </a:ext>
            </a:extLst>
          </p:cNvPr>
          <p:cNvSpPr/>
          <p:nvPr/>
        </p:nvSpPr>
        <p:spPr>
          <a:xfrm>
            <a:off x="1960094" y="7049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2" name="Прямоугольник 861">
            <a:extLst>
              <a:ext uri="{FF2B5EF4-FFF2-40B4-BE49-F238E27FC236}">
                <a16:creationId xmlns:a16="http://schemas.microsoft.com/office/drawing/2014/main" id="{0B1ECBE5-E640-2E1B-A472-BE17EBAEF27B}"/>
              </a:ext>
            </a:extLst>
          </p:cNvPr>
          <p:cNvSpPr/>
          <p:nvPr/>
        </p:nvSpPr>
        <p:spPr>
          <a:xfrm>
            <a:off x="10311568" y="-8438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3" name="Прямоугольник 862">
            <a:extLst>
              <a:ext uri="{FF2B5EF4-FFF2-40B4-BE49-F238E27FC236}">
                <a16:creationId xmlns:a16="http://schemas.microsoft.com/office/drawing/2014/main" id="{FE0D0FA6-E4EF-A078-D777-C1171F131AF8}"/>
              </a:ext>
            </a:extLst>
          </p:cNvPr>
          <p:cNvSpPr/>
          <p:nvPr/>
        </p:nvSpPr>
        <p:spPr>
          <a:xfrm>
            <a:off x="9951770" y="14951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4" name="Прямоугольник 863">
            <a:extLst>
              <a:ext uri="{FF2B5EF4-FFF2-40B4-BE49-F238E27FC236}">
                <a16:creationId xmlns:a16="http://schemas.microsoft.com/office/drawing/2014/main" id="{166BF87D-3FC0-4098-4329-F875E48C78F8}"/>
              </a:ext>
            </a:extLst>
          </p:cNvPr>
          <p:cNvSpPr/>
          <p:nvPr/>
        </p:nvSpPr>
        <p:spPr>
          <a:xfrm>
            <a:off x="3307533" y="29515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5" name="Прямоугольник 864">
            <a:extLst>
              <a:ext uri="{FF2B5EF4-FFF2-40B4-BE49-F238E27FC236}">
                <a16:creationId xmlns:a16="http://schemas.microsoft.com/office/drawing/2014/main" id="{BF14C4ED-DA51-A180-12EF-2C581CDDA6F3}"/>
              </a:ext>
            </a:extLst>
          </p:cNvPr>
          <p:cNvSpPr/>
          <p:nvPr/>
        </p:nvSpPr>
        <p:spPr>
          <a:xfrm>
            <a:off x="250712" y="22389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6" name="Прямоугольник 865">
            <a:extLst>
              <a:ext uri="{FF2B5EF4-FFF2-40B4-BE49-F238E27FC236}">
                <a16:creationId xmlns:a16="http://schemas.microsoft.com/office/drawing/2014/main" id="{24D60DF7-6B2D-6A41-09FB-06A13B4CCE13}"/>
              </a:ext>
            </a:extLst>
          </p:cNvPr>
          <p:cNvSpPr/>
          <p:nvPr/>
        </p:nvSpPr>
        <p:spPr>
          <a:xfrm>
            <a:off x="5695834" y="-3391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7" name="Прямоугольник 866">
            <a:extLst>
              <a:ext uri="{FF2B5EF4-FFF2-40B4-BE49-F238E27FC236}">
                <a16:creationId xmlns:a16="http://schemas.microsoft.com/office/drawing/2014/main" id="{E6A3EFC2-CBD4-096F-14BD-E5CEA40C192C}"/>
              </a:ext>
            </a:extLst>
          </p:cNvPr>
          <p:cNvSpPr/>
          <p:nvPr/>
        </p:nvSpPr>
        <p:spPr>
          <a:xfrm>
            <a:off x="7213849" y="22918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8" name="Прямоугольник 867">
            <a:extLst>
              <a:ext uri="{FF2B5EF4-FFF2-40B4-BE49-F238E27FC236}">
                <a16:creationId xmlns:a16="http://schemas.microsoft.com/office/drawing/2014/main" id="{1CF7EEF4-20EB-086B-C467-E1FE3D55512D}"/>
              </a:ext>
            </a:extLst>
          </p:cNvPr>
          <p:cNvSpPr/>
          <p:nvPr/>
        </p:nvSpPr>
        <p:spPr>
          <a:xfrm>
            <a:off x="4703891" y="45594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69" name="Прямоугольник 868">
            <a:extLst>
              <a:ext uri="{FF2B5EF4-FFF2-40B4-BE49-F238E27FC236}">
                <a16:creationId xmlns:a16="http://schemas.microsoft.com/office/drawing/2014/main" id="{4CF22518-05E2-F134-B524-D700A8A885AD}"/>
              </a:ext>
            </a:extLst>
          </p:cNvPr>
          <p:cNvSpPr/>
          <p:nvPr/>
        </p:nvSpPr>
        <p:spPr>
          <a:xfrm>
            <a:off x="891954" y="4871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0" name="Прямоугольник 869">
            <a:extLst>
              <a:ext uri="{FF2B5EF4-FFF2-40B4-BE49-F238E27FC236}">
                <a16:creationId xmlns:a16="http://schemas.microsoft.com/office/drawing/2014/main" id="{5416B681-7FA8-DDDF-46FC-3712395DB838}"/>
              </a:ext>
            </a:extLst>
          </p:cNvPr>
          <p:cNvSpPr/>
          <p:nvPr/>
        </p:nvSpPr>
        <p:spPr>
          <a:xfrm>
            <a:off x="10463968" y="-6914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1" name="Прямоугольник 870">
            <a:extLst>
              <a:ext uri="{FF2B5EF4-FFF2-40B4-BE49-F238E27FC236}">
                <a16:creationId xmlns:a16="http://schemas.microsoft.com/office/drawing/2014/main" id="{0BE61D70-B375-D068-8543-E68BCE54F35D}"/>
              </a:ext>
            </a:extLst>
          </p:cNvPr>
          <p:cNvSpPr/>
          <p:nvPr/>
        </p:nvSpPr>
        <p:spPr>
          <a:xfrm>
            <a:off x="10104170" y="16475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2" name="Прямоугольник 871">
            <a:extLst>
              <a:ext uri="{FF2B5EF4-FFF2-40B4-BE49-F238E27FC236}">
                <a16:creationId xmlns:a16="http://schemas.microsoft.com/office/drawing/2014/main" id="{E4D1624E-5964-23F8-DC9A-3A0720BE75A7}"/>
              </a:ext>
            </a:extLst>
          </p:cNvPr>
          <p:cNvSpPr/>
          <p:nvPr/>
        </p:nvSpPr>
        <p:spPr>
          <a:xfrm>
            <a:off x="3459933" y="31039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3" name="Прямоугольник 872">
            <a:extLst>
              <a:ext uri="{FF2B5EF4-FFF2-40B4-BE49-F238E27FC236}">
                <a16:creationId xmlns:a16="http://schemas.microsoft.com/office/drawing/2014/main" id="{FD3C74B6-9FFD-6315-FAB6-7EF2BBADD6AC}"/>
              </a:ext>
            </a:extLst>
          </p:cNvPr>
          <p:cNvSpPr/>
          <p:nvPr/>
        </p:nvSpPr>
        <p:spPr>
          <a:xfrm>
            <a:off x="403112" y="23913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4" name="Прямоугольник 873">
            <a:extLst>
              <a:ext uri="{FF2B5EF4-FFF2-40B4-BE49-F238E27FC236}">
                <a16:creationId xmlns:a16="http://schemas.microsoft.com/office/drawing/2014/main" id="{12F4F6E2-B33A-F0D9-5E5D-C4601074F2FC}"/>
              </a:ext>
            </a:extLst>
          </p:cNvPr>
          <p:cNvSpPr/>
          <p:nvPr/>
        </p:nvSpPr>
        <p:spPr>
          <a:xfrm>
            <a:off x="5848234" y="-1867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5" name="Прямоугольник 874">
            <a:extLst>
              <a:ext uri="{FF2B5EF4-FFF2-40B4-BE49-F238E27FC236}">
                <a16:creationId xmlns:a16="http://schemas.microsoft.com/office/drawing/2014/main" id="{8816AC8A-B432-4F84-06E4-8DD92B144EB3}"/>
              </a:ext>
            </a:extLst>
          </p:cNvPr>
          <p:cNvSpPr/>
          <p:nvPr/>
        </p:nvSpPr>
        <p:spPr>
          <a:xfrm>
            <a:off x="7366249" y="24442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6" name="Прямоугольник 875">
            <a:extLst>
              <a:ext uri="{FF2B5EF4-FFF2-40B4-BE49-F238E27FC236}">
                <a16:creationId xmlns:a16="http://schemas.microsoft.com/office/drawing/2014/main" id="{92669FBC-0FA8-567D-4CC3-BC50D2B7C900}"/>
              </a:ext>
            </a:extLst>
          </p:cNvPr>
          <p:cNvSpPr/>
          <p:nvPr/>
        </p:nvSpPr>
        <p:spPr>
          <a:xfrm>
            <a:off x="4856291" y="47118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7" name="Прямоугольник 876">
            <a:extLst>
              <a:ext uri="{FF2B5EF4-FFF2-40B4-BE49-F238E27FC236}">
                <a16:creationId xmlns:a16="http://schemas.microsoft.com/office/drawing/2014/main" id="{1BFBEFAE-DB10-61C2-4D32-1A730DBA509A}"/>
              </a:ext>
            </a:extLst>
          </p:cNvPr>
          <p:cNvSpPr/>
          <p:nvPr/>
        </p:nvSpPr>
        <p:spPr>
          <a:xfrm>
            <a:off x="1044354" y="50243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8" name="Прямоугольник 877">
            <a:extLst>
              <a:ext uri="{FF2B5EF4-FFF2-40B4-BE49-F238E27FC236}">
                <a16:creationId xmlns:a16="http://schemas.microsoft.com/office/drawing/2014/main" id="{783E8003-A4F7-D80D-B62D-7D34E8B225C9}"/>
              </a:ext>
            </a:extLst>
          </p:cNvPr>
          <p:cNvSpPr/>
          <p:nvPr/>
        </p:nvSpPr>
        <p:spPr>
          <a:xfrm>
            <a:off x="10616368" y="-5390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9" name="Прямоугольник 878">
            <a:extLst>
              <a:ext uri="{FF2B5EF4-FFF2-40B4-BE49-F238E27FC236}">
                <a16:creationId xmlns:a16="http://schemas.microsoft.com/office/drawing/2014/main" id="{2EE67A11-46F4-33EA-CC52-74254C9FEAB3}"/>
              </a:ext>
            </a:extLst>
          </p:cNvPr>
          <p:cNvSpPr/>
          <p:nvPr/>
        </p:nvSpPr>
        <p:spPr>
          <a:xfrm>
            <a:off x="10256570" y="17999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0" name="Прямоугольник 879">
            <a:extLst>
              <a:ext uri="{FF2B5EF4-FFF2-40B4-BE49-F238E27FC236}">
                <a16:creationId xmlns:a16="http://schemas.microsoft.com/office/drawing/2014/main" id="{36AAB1A2-EC6A-86E4-F6A2-9A7D58DB63CE}"/>
              </a:ext>
            </a:extLst>
          </p:cNvPr>
          <p:cNvSpPr/>
          <p:nvPr/>
        </p:nvSpPr>
        <p:spPr>
          <a:xfrm>
            <a:off x="3612333" y="32563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1" name="Прямоугольник 880">
            <a:extLst>
              <a:ext uri="{FF2B5EF4-FFF2-40B4-BE49-F238E27FC236}">
                <a16:creationId xmlns:a16="http://schemas.microsoft.com/office/drawing/2014/main" id="{35005892-6AD8-13F4-02C3-16362F3A46D7}"/>
              </a:ext>
            </a:extLst>
          </p:cNvPr>
          <p:cNvSpPr/>
          <p:nvPr/>
        </p:nvSpPr>
        <p:spPr>
          <a:xfrm>
            <a:off x="555512" y="25437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2" name="Прямоугольник 881">
            <a:extLst>
              <a:ext uri="{FF2B5EF4-FFF2-40B4-BE49-F238E27FC236}">
                <a16:creationId xmlns:a16="http://schemas.microsoft.com/office/drawing/2014/main" id="{97CA2E0F-C529-4A06-71A3-DEA6FB1D8AD1}"/>
              </a:ext>
            </a:extLst>
          </p:cNvPr>
          <p:cNvSpPr/>
          <p:nvPr/>
        </p:nvSpPr>
        <p:spPr>
          <a:xfrm>
            <a:off x="6000634" y="-3435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3" name="Прямоугольник 882">
            <a:extLst>
              <a:ext uri="{FF2B5EF4-FFF2-40B4-BE49-F238E27FC236}">
                <a16:creationId xmlns:a16="http://schemas.microsoft.com/office/drawing/2014/main" id="{69FBD59C-5E48-CD01-6317-409A7523698E}"/>
              </a:ext>
            </a:extLst>
          </p:cNvPr>
          <p:cNvSpPr/>
          <p:nvPr/>
        </p:nvSpPr>
        <p:spPr>
          <a:xfrm>
            <a:off x="7518649" y="25966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4" name="Прямоугольник 883">
            <a:extLst>
              <a:ext uri="{FF2B5EF4-FFF2-40B4-BE49-F238E27FC236}">
                <a16:creationId xmlns:a16="http://schemas.microsoft.com/office/drawing/2014/main" id="{556CB5C9-EBFC-50EA-87B5-CD5F03D3E1A0}"/>
              </a:ext>
            </a:extLst>
          </p:cNvPr>
          <p:cNvSpPr/>
          <p:nvPr/>
        </p:nvSpPr>
        <p:spPr>
          <a:xfrm>
            <a:off x="5008691" y="48642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5" name="Прямоугольник 884">
            <a:extLst>
              <a:ext uri="{FF2B5EF4-FFF2-40B4-BE49-F238E27FC236}">
                <a16:creationId xmlns:a16="http://schemas.microsoft.com/office/drawing/2014/main" id="{1832950D-4011-DDCC-9BDF-D424A9464D61}"/>
              </a:ext>
            </a:extLst>
          </p:cNvPr>
          <p:cNvSpPr/>
          <p:nvPr/>
        </p:nvSpPr>
        <p:spPr>
          <a:xfrm>
            <a:off x="1196754" y="5176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6" name="Прямоугольник 885">
            <a:extLst>
              <a:ext uri="{FF2B5EF4-FFF2-40B4-BE49-F238E27FC236}">
                <a16:creationId xmlns:a16="http://schemas.microsoft.com/office/drawing/2014/main" id="{9029C36E-7DF1-CFA6-67A9-50C1834DF31E}"/>
              </a:ext>
            </a:extLst>
          </p:cNvPr>
          <p:cNvSpPr/>
          <p:nvPr/>
        </p:nvSpPr>
        <p:spPr>
          <a:xfrm>
            <a:off x="10768768" y="-38668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7" name="Прямоугольник 886">
            <a:extLst>
              <a:ext uri="{FF2B5EF4-FFF2-40B4-BE49-F238E27FC236}">
                <a16:creationId xmlns:a16="http://schemas.microsoft.com/office/drawing/2014/main" id="{1223187A-ACF7-8D6D-2928-5502A35187C6}"/>
              </a:ext>
            </a:extLst>
          </p:cNvPr>
          <p:cNvSpPr/>
          <p:nvPr/>
        </p:nvSpPr>
        <p:spPr>
          <a:xfrm>
            <a:off x="10408970" y="195231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8" name="Прямоугольник 887">
            <a:extLst>
              <a:ext uri="{FF2B5EF4-FFF2-40B4-BE49-F238E27FC236}">
                <a16:creationId xmlns:a16="http://schemas.microsoft.com/office/drawing/2014/main" id="{7FC38C2A-C6E3-AA14-E94C-18FEC1B60C2D}"/>
              </a:ext>
            </a:extLst>
          </p:cNvPr>
          <p:cNvSpPr/>
          <p:nvPr/>
        </p:nvSpPr>
        <p:spPr>
          <a:xfrm>
            <a:off x="3764733" y="34087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E0249824-28EB-B8D7-A651-B88B073DB22D}"/>
              </a:ext>
            </a:extLst>
          </p:cNvPr>
          <p:cNvSpPr/>
          <p:nvPr/>
        </p:nvSpPr>
        <p:spPr>
          <a:xfrm>
            <a:off x="707912" y="269618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0" name="Прямоугольник 889">
            <a:extLst>
              <a:ext uri="{FF2B5EF4-FFF2-40B4-BE49-F238E27FC236}">
                <a16:creationId xmlns:a16="http://schemas.microsoft.com/office/drawing/2014/main" id="{73ACC941-ACF4-78E1-9634-C9A158A90259}"/>
              </a:ext>
            </a:extLst>
          </p:cNvPr>
          <p:cNvSpPr/>
          <p:nvPr/>
        </p:nvSpPr>
        <p:spPr>
          <a:xfrm>
            <a:off x="6153034" y="1180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23D2C42E-72A3-6102-3366-C8763FC18A5A}"/>
              </a:ext>
            </a:extLst>
          </p:cNvPr>
          <p:cNvSpPr/>
          <p:nvPr/>
        </p:nvSpPr>
        <p:spPr>
          <a:xfrm>
            <a:off x="7671049" y="274903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2" name="Прямоугольник 891">
            <a:extLst>
              <a:ext uri="{FF2B5EF4-FFF2-40B4-BE49-F238E27FC236}">
                <a16:creationId xmlns:a16="http://schemas.microsoft.com/office/drawing/2014/main" id="{A0C1E910-E8A1-7772-FE57-588EB49FE8FA}"/>
              </a:ext>
            </a:extLst>
          </p:cNvPr>
          <p:cNvSpPr/>
          <p:nvPr/>
        </p:nvSpPr>
        <p:spPr>
          <a:xfrm>
            <a:off x="5161091" y="501660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3CC9B6E2-CDC6-A99B-AE80-F14F82223FEB}"/>
              </a:ext>
            </a:extLst>
          </p:cNvPr>
          <p:cNvSpPr/>
          <p:nvPr/>
        </p:nvSpPr>
        <p:spPr>
          <a:xfrm>
            <a:off x="1349154" y="532911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4" name="Прямоугольник 893">
            <a:extLst>
              <a:ext uri="{FF2B5EF4-FFF2-40B4-BE49-F238E27FC236}">
                <a16:creationId xmlns:a16="http://schemas.microsoft.com/office/drawing/2014/main" id="{8D9DFCDF-AB90-CBC0-A6C8-F51EB3E2C313}"/>
              </a:ext>
            </a:extLst>
          </p:cNvPr>
          <p:cNvSpPr/>
          <p:nvPr/>
        </p:nvSpPr>
        <p:spPr>
          <a:xfrm>
            <a:off x="8530811" y="-271747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5" name="Прямоугольник 894">
            <a:extLst>
              <a:ext uri="{FF2B5EF4-FFF2-40B4-BE49-F238E27FC236}">
                <a16:creationId xmlns:a16="http://schemas.microsoft.com/office/drawing/2014/main" id="{6798494C-9FC3-A916-1A11-EFE47A849F18}"/>
              </a:ext>
            </a:extLst>
          </p:cNvPr>
          <p:cNvSpPr/>
          <p:nvPr/>
        </p:nvSpPr>
        <p:spPr>
          <a:xfrm>
            <a:off x="8171013" y="-37848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6" name="Прямоугольник 895">
            <a:extLst>
              <a:ext uri="{FF2B5EF4-FFF2-40B4-BE49-F238E27FC236}">
                <a16:creationId xmlns:a16="http://schemas.microsoft.com/office/drawing/2014/main" id="{D4AB884D-B520-BDC0-4EDB-FF91A190FF44}"/>
              </a:ext>
            </a:extLst>
          </p:cNvPr>
          <p:cNvSpPr/>
          <p:nvPr/>
        </p:nvSpPr>
        <p:spPr>
          <a:xfrm>
            <a:off x="1526776" y="10779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7" name="Прямоугольник 896">
            <a:extLst>
              <a:ext uri="{FF2B5EF4-FFF2-40B4-BE49-F238E27FC236}">
                <a16:creationId xmlns:a16="http://schemas.microsoft.com/office/drawing/2014/main" id="{8504A5A8-C68C-8808-990B-A0BD2BB2B07E}"/>
              </a:ext>
            </a:extLst>
          </p:cNvPr>
          <p:cNvSpPr/>
          <p:nvPr/>
        </p:nvSpPr>
        <p:spPr>
          <a:xfrm>
            <a:off x="-1530045" y="36539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8" name="Прямоугольник 897">
            <a:extLst>
              <a:ext uri="{FF2B5EF4-FFF2-40B4-BE49-F238E27FC236}">
                <a16:creationId xmlns:a16="http://schemas.microsoft.com/office/drawing/2014/main" id="{7BE8D327-4E60-1C77-2B6D-6F45322239F1}"/>
              </a:ext>
            </a:extLst>
          </p:cNvPr>
          <p:cNvSpPr/>
          <p:nvPr/>
        </p:nvSpPr>
        <p:spPr>
          <a:xfrm>
            <a:off x="3915077" y="-221274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9" name="Прямоугольник 898">
            <a:extLst>
              <a:ext uri="{FF2B5EF4-FFF2-40B4-BE49-F238E27FC236}">
                <a16:creationId xmlns:a16="http://schemas.microsoft.com/office/drawing/2014/main" id="{77FF6321-F15B-C4E1-B7F7-E21BD517E170}"/>
              </a:ext>
            </a:extLst>
          </p:cNvPr>
          <p:cNvSpPr/>
          <p:nvPr/>
        </p:nvSpPr>
        <p:spPr>
          <a:xfrm>
            <a:off x="5433092" y="41824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0" name="Прямоугольник 899">
            <a:extLst>
              <a:ext uri="{FF2B5EF4-FFF2-40B4-BE49-F238E27FC236}">
                <a16:creationId xmlns:a16="http://schemas.microsoft.com/office/drawing/2014/main" id="{326908D2-7C44-B41A-5808-0DACCF570907}"/>
              </a:ext>
            </a:extLst>
          </p:cNvPr>
          <p:cNvSpPr/>
          <p:nvPr/>
        </p:nvSpPr>
        <p:spPr>
          <a:xfrm>
            <a:off x="2923134" y="26858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1" name="Прямоугольник 900">
            <a:extLst>
              <a:ext uri="{FF2B5EF4-FFF2-40B4-BE49-F238E27FC236}">
                <a16:creationId xmlns:a16="http://schemas.microsoft.com/office/drawing/2014/main" id="{01D9A02B-6C95-5115-9315-7963B35E6638}"/>
              </a:ext>
            </a:extLst>
          </p:cNvPr>
          <p:cNvSpPr/>
          <p:nvPr/>
        </p:nvSpPr>
        <p:spPr>
          <a:xfrm>
            <a:off x="-888803" y="299832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2" name="Прямоугольник 901">
            <a:extLst>
              <a:ext uri="{FF2B5EF4-FFF2-40B4-BE49-F238E27FC236}">
                <a16:creationId xmlns:a16="http://schemas.microsoft.com/office/drawing/2014/main" id="{39B7F10F-6DDE-5E63-8564-F0B08892EA54}"/>
              </a:ext>
            </a:extLst>
          </p:cNvPr>
          <p:cNvSpPr/>
          <p:nvPr/>
        </p:nvSpPr>
        <p:spPr>
          <a:xfrm>
            <a:off x="6292854" y="-504826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3" name="Прямоугольник 902">
            <a:extLst>
              <a:ext uri="{FF2B5EF4-FFF2-40B4-BE49-F238E27FC236}">
                <a16:creationId xmlns:a16="http://schemas.microsoft.com/office/drawing/2014/main" id="{7E767C49-15E9-7694-3701-EB27BF3B9F70}"/>
              </a:ext>
            </a:extLst>
          </p:cNvPr>
          <p:cNvSpPr/>
          <p:nvPr/>
        </p:nvSpPr>
        <p:spPr>
          <a:xfrm>
            <a:off x="5933056" y="-270927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4" name="Прямоугольник 903">
            <a:extLst>
              <a:ext uri="{FF2B5EF4-FFF2-40B4-BE49-F238E27FC236}">
                <a16:creationId xmlns:a16="http://schemas.microsoft.com/office/drawing/2014/main" id="{80C347AA-BF58-3AB3-7FD8-86BC4971CD7E}"/>
              </a:ext>
            </a:extLst>
          </p:cNvPr>
          <p:cNvSpPr/>
          <p:nvPr/>
        </p:nvSpPr>
        <p:spPr>
          <a:xfrm>
            <a:off x="-711181" y="-125287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5" name="Прямоугольник 904">
            <a:extLst>
              <a:ext uri="{FF2B5EF4-FFF2-40B4-BE49-F238E27FC236}">
                <a16:creationId xmlns:a16="http://schemas.microsoft.com/office/drawing/2014/main" id="{C014C34A-5449-5C0B-F8D1-A86F8E5D0754}"/>
              </a:ext>
            </a:extLst>
          </p:cNvPr>
          <p:cNvSpPr/>
          <p:nvPr/>
        </p:nvSpPr>
        <p:spPr>
          <a:xfrm>
            <a:off x="-3768002" y="-196539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6" name="Прямоугольник 905">
            <a:extLst>
              <a:ext uri="{FF2B5EF4-FFF2-40B4-BE49-F238E27FC236}">
                <a16:creationId xmlns:a16="http://schemas.microsoft.com/office/drawing/2014/main" id="{DA1DAE2F-FE6B-6C19-1F84-F86135224EBB}"/>
              </a:ext>
            </a:extLst>
          </p:cNvPr>
          <p:cNvSpPr/>
          <p:nvPr/>
        </p:nvSpPr>
        <p:spPr>
          <a:xfrm>
            <a:off x="1677120" y="-454353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7" name="Прямоугольник 906">
            <a:extLst>
              <a:ext uri="{FF2B5EF4-FFF2-40B4-BE49-F238E27FC236}">
                <a16:creationId xmlns:a16="http://schemas.microsoft.com/office/drawing/2014/main" id="{C4F85155-859E-32A6-9AE2-255B9BB8B5F2}"/>
              </a:ext>
            </a:extLst>
          </p:cNvPr>
          <p:cNvSpPr/>
          <p:nvPr/>
        </p:nvSpPr>
        <p:spPr>
          <a:xfrm>
            <a:off x="3195135" y="-19125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8" name="Прямоугольник 907">
            <a:extLst>
              <a:ext uri="{FF2B5EF4-FFF2-40B4-BE49-F238E27FC236}">
                <a16:creationId xmlns:a16="http://schemas.microsoft.com/office/drawing/2014/main" id="{93CD0AE2-01F6-8515-7D5E-6F4B8108F36C}"/>
              </a:ext>
            </a:extLst>
          </p:cNvPr>
          <p:cNvSpPr/>
          <p:nvPr/>
        </p:nvSpPr>
        <p:spPr>
          <a:xfrm>
            <a:off x="685177" y="35502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9" name="Прямоугольник 908">
            <a:extLst>
              <a:ext uri="{FF2B5EF4-FFF2-40B4-BE49-F238E27FC236}">
                <a16:creationId xmlns:a16="http://schemas.microsoft.com/office/drawing/2014/main" id="{CA4D63AD-8836-378B-6FC9-569A44FE3C4C}"/>
              </a:ext>
            </a:extLst>
          </p:cNvPr>
          <p:cNvSpPr/>
          <p:nvPr/>
        </p:nvSpPr>
        <p:spPr>
          <a:xfrm>
            <a:off x="-3126760" y="6675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0" name="Прямоугольник 909">
            <a:extLst>
              <a:ext uri="{FF2B5EF4-FFF2-40B4-BE49-F238E27FC236}">
                <a16:creationId xmlns:a16="http://schemas.microsoft.com/office/drawing/2014/main" id="{6FC4BC4D-4572-7A8B-222D-36D871BD5214}"/>
              </a:ext>
            </a:extLst>
          </p:cNvPr>
          <p:cNvSpPr/>
          <p:nvPr/>
        </p:nvSpPr>
        <p:spPr>
          <a:xfrm>
            <a:off x="4054897" y="-737905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1" name="Прямоугольник 910">
            <a:extLst>
              <a:ext uri="{FF2B5EF4-FFF2-40B4-BE49-F238E27FC236}">
                <a16:creationId xmlns:a16="http://schemas.microsoft.com/office/drawing/2014/main" id="{DB65BC61-4929-BB87-DEC9-CBF45EBBD44A}"/>
              </a:ext>
            </a:extLst>
          </p:cNvPr>
          <p:cNvSpPr/>
          <p:nvPr/>
        </p:nvSpPr>
        <p:spPr>
          <a:xfrm>
            <a:off x="3695099" y="-50400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2" name="Прямоугольник 911">
            <a:extLst>
              <a:ext uri="{FF2B5EF4-FFF2-40B4-BE49-F238E27FC236}">
                <a16:creationId xmlns:a16="http://schemas.microsoft.com/office/drawing/2014/main" id="{423BC7BC-BCA6-8E12-F056-074820F038B4}"/>
              </a:ext>
            </a:extLst>
          </p:cNvPr>
          <p:cNvSpPr/>
          <p:nvPr/>
        </p:nvSpPr>
        <p:spPr>
          <a:xfrm>
            <a:off x="-2949138" y="-35836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3" name="Прямоугольник 912">
            <a:extLst>
              <a:ext uri="{FF2B5EF4-FFF2-40B4-BE49-F238E27FC236}">
                <a16:creationId xmlns:a16="http://schemas.microsoft.com/office/drawing/2014/main" id="{15C44B97-E4FF-1EBA-FD19-1ADD5FC36C1C}"/>
              </a:ext>
            </a:extLst>
          </p:cNvPr>
          <p:cNvSpPr/>
          <p:nvPr/>
        </p:nvSpPr>
        <p:spPr>
          <a:xfrm>
            <a:off x="-6005959" y="-429618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4" name="Прямоугольник 913">
            <a:extLst>
              <a:ext uri="{FF2B5EF4-FFF2-40B4-BE49-F238E27FC236}">
                <a16:creationId xmlns:a16="http://schemas.microsoft.com/office/drawing/2014/main" id="{D25FBE10-3839-70A7-0F3B-D8252C30D313}"/>
              </a:ext>
            </a:extLst>
          </p:cNvPr>
          <p:cNvSpPr/>
          <p:nvPr/>
        </p:nvSpPr>
        <p:spPr>
          <a:xfrm>
            <a:off x="-560837" y="-687432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5" name="Прямоугольник 914">
            <a:extLst>
              <a:ext uri="{FF2B5EF4-FFF2-40B4-BE49-F238E27FC236}">
                <a16:creationId xmlns:a16="http://schemas.microsoft.com/office/drawing/2014/main" id="{B4C821C6-7E3F-E91E-AC30-F073D514D468}"/>
              </a:ext>
            </a:extLst>
          </p:cNvPr>
          <p:cNvSpPr/>
          <p:nvPr/>
        </p:nvSpPr>
        <p:spPr>
          <a:xfrm>
            <a:off x="957178" y="-424333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6" name="Прямоугольник 915">
            <a:extLst>
              <a:ext uri="{FF2B5EF4-FFF2-40B4-BE49-F238E27FC236}">
                <a16:creationId xmlns:a16="http://schemas.microsoft.com/office/drawing/2014/main" id="{4BB04A19-A4FA-488A-9D82-0402EB168EDF}"/>
              </a:ext>
            </a:extLst>
          </p:cNvPr>
          <p:cNvSpPr/>
          <p:nvPr/>
        </p:nvSpPr>
        <p:spPr>
          <a:xfrm>
            <a:off x="-1552780" y="-19757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7" name="Прямоугольник 916">
            <a:extLst>
              <a:ext uri="{FF2B5EF4-FFF2-40B4-BE49-F238E27FC236}">
                <a16:creationId xmlns:a16="http://schemas.microsoft.com/office/drawing/2014/main" id="{59A5C07B-2614-451A-8BF4-14D9EAEC84FC}"/>
              </a:ext>
            </a:extLst>
          </p:cNvPr>
          <p:cNvSpPr/>
          <p:nvPr/>
        </p:nvSpPr>
        <p:spPr>
          <a:xfrm>
            <a:off x="-5364717" y="-166326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8" name="Прямоугольник 917">
            <a:extLst>
              <a:ext uri="{FF2B5EF4-FFF2-40B4-BE49-F238E27FC236}">
                <a16:creationId xmlns:a16="http://schemas.microsoft.com/office/drawing/2014/main" id="{669EC7B6-7116-4A97-4435-A450D5113A0F}"/>
              </a:ext>
            </a:extLst>
          </p:cNvPr>
          <p:cNvSpPr/>
          <p:nvPr/>
        </p:nvSpPr>
        <p:spPr>
          <a:xfrm>
            <a:off x="1816940" y="-97098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9" name="Прямоугольник 918">
            <a:extLst>
              <a:ext uri="{FF2B5EF4-FFF2-40B4-BE49-F238E27FC236}">
                <a16:creationId xmlns:a16="http://schemas.microsoft.com/office/drawing/2014/main" id="{9D0B278E-CF32-A912-C604-01F756DC9558}"/>
              </a:ext>
            </a:extLst>
          </p:cNvPr>
          <p:cNvSpPr/>
          <p:nvPr/>
        </p:nvSpPr>
        <p:spPr>
          <a:xfrm>
            <a:off x="1457142" y="-73708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0" name="Прямоугольник 919">
            <a:extLst>
              <a:ext uri="{FF2B5EF4-FFF2-40B4-BE49-F238E27FC236}">
                <a16:creationId xmlns:a16="http://schemas.microsoft.com/office/drawing/2014/main" id="{C0563688-2D41-F2CA-811E-231A4F32223E}"/>
              </a:ext>
            </a:extLst>
          </p:cNvPr>
          <p:cNvSpPr/>
          <p:nvPr/>
        </p:nvSpPr>
        <p:spPr>
          <a:xfrm>
            <a:off x="-5187095" y="-59144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1" name="Прямоугольник 920">
            <a:extLst>
              <a:ext uri="{FF2B5EF4-FFF2-40B4-BE49-F238E27FC236}">
                <a16:creationId xmlns:a16="http://schemas.microsoft.com/office/drawing/2014/main" id="{32D0530C-DAB8-0B3D-9285-0D1FBB28465F}"/>
              </a:ext>
            </a:extLst>
          </p:cNvPr>
          <p:cNvSpPr/>
          <p:nvPr/>
        </p:nvSpPr>
        <p:spPr>
          <a:xfrm>
            <a:off x="-8243916" y="-662697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3" name="Прямоугольник 922">
            <a:extLst>
              <a:ext uri="{FF2B5EF4-FFF2-40B4-BE49-F238E27FC236}">
                <a16:creationId xmlns:a16="http://schemas.microsoft.com/office/drawing/2014/main" id="{4E821703-E1B0-75FC-7486-F93C3E075927}"/>
              </a:ext>
            </a:extLst>
          </p:cNvPr>
          <p:cNvSpPr/>
          <p:nvPr/>
        </p:nvSpPr>
        <p:spPr>
          <a:xfrm>
            <a:off x="-1280779" y="-657412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4" name="Прямоугольник 923">
            <a:extLst>
              <a:ext uri="{FF2B5EF4-FFF2-40B4-BE49-F238E27FC236}">
                <a16:creationId xmlns:a16="http://schemas.microsoft.com/office/drawing/2014/main" id="{47172E43-26EA-7B67-16DA-FA20BEC9C697}"/>
              </a:ext>
            </a:extLst>
          </p:cNvPr>
          <p:cNvSpPr/>
          <p:nvPr/>
        </p:nvSpPr>
        <p:spPr>
          <a:xfrm>
            <a:off x="-3790737" y="-430655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5" name="Прямоугольник 924">
            <a:extLst>
              <a:ext uri="{FF2B5EF4-FFF2-40B4-BE49-F238E27FC236}">
                <a16:creationId xmlns:a16="http://schemas.microsoft.com/office/drawing/2014/main" id="{13ECD610-B3F9-6775-26C1-4106850F13A1}"/>
              </a:ext>
            </a:extLst>
          </p:cNvPr>
          <p:cNvSpPr/>
          <p:nvPr/>
        </p:nvSpPr>
        <p:spPr>
          <a:xfrm>
            <a:off x="-7602674" y="-399405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6" name="Прямоугольник 925">
            <a:extLst>
              <a:ext uri="{FF2B5EF4-FFF2-40B4-BE49-F238E27FC236}">
                <a16:creationId xmlns:a16="http://schemas.microsoft.com/office/drawing/2014/main" id="{43160DBC-FFAC-D586-FF98-C1DCA51D4B25}"/>
              </a:ext>
            </a:extLst>
          </p:cNvPr>
          <p:cNvSpPr/>
          <p:nvPr/>
        </p:nvSpPr>
        <p:spPr>
          <a:xfrm rot="10154040">
            <a:off x="11532108" y="1485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7" name="Прямоугольник 926">
            <a:extLst>
              <a:ext uri="{FF2B5EF4-FFF2-40B4-BE49-F238E27FC236}">
                <a16:creationId xmlns:a16="http://schemas.microsoft.com/office/drawing/2014/main" id="{CE56FA2B-5AEF-109A-4677-E04BA0783FFE}"/>
              </a:ext>
            </a:extLst>
          </p:cNvPr>
          <p:cNvSpPr/>
          <p:nvPr/>
        </p:nvSpPr>
        <p:spPr>
          <a:xfrm rot="10154040">
            <a:off x="11172310" y="3824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8" name="Прямоугольник 927">
            <a:extLst>
              <a:ext uri="{FF2B5EF4-FFF2-40B4-BE49-F238E27FC236}">
                <a16:creationId xmlns:a16="http://schemas.microsoft.com/office/drawing/2014/main" id="{357CE979-4AA6-96EA-38FA-1A8957024E80}"/>
              </a:ext>
            </a:extLst>
          </p:cNvPr>
          <p:cNvSpPr/>
          <p:nvPr/>
        </p:nvSpPr>
        <p:spPr>
          <a:xfrm rot="10154040">
            <a:off x="4528073" y="5281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9" name="Прямоугольник 928">
            <a:extLst>
              <a:ext uri="{FF2B5EF4-FFF2-40B4-BE49-F238E27FC236}">
                <a16:creationId xmlns:a16="http://schemas.microsoft.com/office/drawing/2014/main" id="{A452B008-B5AA-B886-03A3-CA9040AEDF23}"/>
              </a:ext>
            </a:extLst>
          </p:cNvPr>
          <p:cNvSpPr/>
          <p:nvPr/>
        </p:nvSpPr>
        <p:spPr>
          <a:xfrm rot="10154040">
            <a:off x="1471252" y="4568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0" name="Прямоугольник 929">
            <a:extLst>
              <a:ext uri="{FF2B5EF4-FFF2-40B4-BE49-F238E27FC236}">
                <a16:creationId xmlns:a16="http://schemas.microsoft.com/office/drawing/2014/main" id="{15B51810-85AF-D451-4FF7-EC48C9CC083E}"/>
              </a:ext>
            </a:extLst>
          </p:cNvPr>
          <p:cNvSpPr/>
          <p:nvPr/>
        </p:nvSpPr>
        <p:spPr>
          <a:xfrm rot="10154040">
            <a:off x="6916374" y="1990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1" name="Прямоугольник 930">
            <a:extLst>
              <a:ext uri="{FF2B5EF4-FFF2-40B4-BE49-F238E27FC236}">
                <a16:creationId xmlns:a16="http://schemas.microsoft.com/office/drawing/2014/main" id="{EBDDF1B5-9282-B2A2-6EBC-77F6827EDA72}"/>
              </a:ext>
            </a:extLst>
          </p:cNvPr>
          <p:cNvSpPr/>
          <p:nvPr/>
        </p:nvSpPr>
        <p:spPr>
          <a:xfrm rot="10154040">
            <a:off x="8434389" y="4621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2" name="Прямоугольник 931">
            <a:extLst>
              <a:ext uri="{FF2B5EF4-FFF2-40B4-BE49-F238E27FC236}">
                <a16:creationId xmlns:a16="http://schemas.microsoft.com/office/drawing/2014/main" id="{0D6C4BF4-A51B-DC9F-6995-DACADA71376D}"/>
              </a:ext>
            </a:extLst>
          </p:cNvPr>
          <p:cNvSpPr/>
          <p:nvPr/>
        </p:nvSpPr>
        <p:spPr>
          <a:xfrm rot="10154040">
            <a:off x="5924431" y="6889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3" name="Прямоугольник 932">
            <a:extLst>
              <a:ext uri="{FF2B5EF4-FFF2-40B4-BE49-F238E27FC236}">
                <a16:creationId xmlns:a16="http://schemas.microsoft.com/office/drawing/2014/main" id="{57BF843D-6546-B762-3410-A647F7CE4176}"/>
              </a:ext>
            </a:extLst>
          </p:cNvPr>
          <p:cNvSpPr/>
          <p:nvPr/>
        </p:nvSpPr>
        <p:spPr>
          <a:xfrm rot="10154040">
            <a:off x="2112494" y="7201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4" name="Прямоугольник 933">
            <a:extLst>
              <a:ext uri="{FF2B5EF4-FFF2-40B4-BE49-F238E27FC236}">
                <a16:creationId xmlns:a16="http://schemas.microsoft.com/office/drawing/2014/main" id="{AABDF872-C52B-F44C-642C-36774E7DD099}"/>
              </a:ext>
            </a:extLst>
          </p:cNvPr>
          <p:cNvSpPr/>
          <p:nvPr/>
        </p:nvSpPr>
        <p:spPr>
          <a:xfrm rot="10154040">
            <a:off x="11684508" y="1638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5" name="Прямоугольник 934">
            <a:extLst>
              <a:ext uri="{FF2B5EF4-FFF2-40B4-BE49-F238E27FC236}">
                <a16:creationId xmlns:a16="http://schemas.microsoft.com/office/drawing/2014/main" id="{F753C3B3-9E96-2CC9-CE54-9D3B8331B7D8}"/>
              </a:ext>
            </a:extLst>
          </p:cNvPr>
          <p:cNvSpPr/>
          <p:nvPr/>
        </p:nvSpPr>
        <p:spPr>
          <a:xfrm rot="10154040">
            <a:off x="11324710" y="3977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6" name="Прямоугольник 935">
            <a:extLst>
              <a:ext uri="{FF2B5EF4-FFF2-40B4-BE49-F238E27FC236}">
                <a16:creationId xmlns:a16="http://schemas.microsoft.com/office/drawing/2014/main" id="{BD22228C-6937-169C-4DB3-372A7A3FA744}"/>
              </a:ext>
            </a:extLst>
          </p:cNvPr>
          <p:cNvSpPr/>
          <p:nvPr/>
        </p:nvSpPr>
        <p:spPr>
          <a:xfrm rot="10154040">
            <a:off x="4680473" y="5433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7" name="Прямоугольник 936">
            <a:extLst>
              <a:ext uri="{FF2B5EF4-FFF2-40B4-BE49-F238E27FC236}">
                <a16:creationId xmlns:a16="http://schemas.microsoft.com/office/drawing/2014/main" id="{22A15BD0-BE19-927E-E6E4-893FC001FC49}"/>
              </a:ext>
            </a:extLst>
          </p:cNvPr>
          <p:cNvSpPr/>
          <p:nvPr/>
        </p:nvSpPr>
        <p:spPr>
          <a:xfrm rot="10154040">
            <a:off x="1623652" y="4721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8" name="Прямоугольник 937">
            <a:extLst>
              <a:ext uri="{FF2B5EF4-FFF2-40B4-BE49-F238E27FC236}">
                <a16:creationId xmlns:a16="http://schemas.microsoft.com/office/drawing/2014/main" id="{14B6D4FC-217F-E343-0214-5D71365E060C}"/>
              </a:ext>
            </a:extLst>
          </p:cNvPr>
          <p:cNvSpPr/>
          <p:nvPr/>
        </p:nvSpPr>
        <p:spPr>
          <a:xfrm rot="10154040">
            <a:off x="7068774" y="2143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9" name="Прямоугольник 938">
            <a:extLst>
              <a:ext uri="{FF2B5EF4-FFF2-40B4-BE49-F238E27FC236}">
                <a16:creationId xmlns:a16="http://schemas.microsoft.com/office/drawing/2014/main" id="{4CDBF371-4103-3E6C-1102-2A2C5543F55B}"/>
              </a:ext>
            </a:extLst>
          </p:cNvPr>
          <p:cNvSpPr/>
          <p:nvPr/>
        </p:nvSpPr>
        <p:spPr>
          <a:xfrm rot="10154040">
            <a:off x="8586789" y="4774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0" name="Прямоугольник 939">
            <a:extLst>
              <a:ext uri="{FF2B5EF4-FFF2-40B4-BE49-F238E27FC236}">
                <a16:creationId xmlns:a16="http://schemas.microsoft.com/office/drawing/2014/main" id="{DD1F8485-C797-0D11-281F-9759B7B8CA38}"/>
              </a:ext>
            </a:extLst>
          </p:cNvPr>
          <p:cNvSpPr/>
          <p:nvPr/>
        </p:nvSpPr>
        <p:spPr>
          <a:xfrm rot="10154040">
            <a:off x="6076831" y="7041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1" name="Прямоугольник 940">
            <a:extLst>
              <a:ext uri="{FF2B5EF4-FFF2-40B4-BE49-F238E27FC236}">
                <a16:creationId xmlns:a16="http://schemas.microsoft.com/office/drawing/2014/main" id="{31199507-BA47-6D5C-8F1B-823DE0D8D67B}"/>
              </a:ext>
            </a:extLst>
          </p:cNvPr>
          <p:cNvSpPr/>
          <p:nvPr/>
        </p:nvSpPr>
        <p:spPr>
          <a:xfrm rot="10154040">
            <a:off x="2264894" y="7354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2" name="Прямоугольник 941">
            <a:extLst>
              <a:ext uri="{FF2B5EF4-FFF2-40B4-BE49-F238E27FC236}">
                <a16:creationId xmlns:a16="http://schemas.microsoft.com/office/drawing/2014/main" id="{0E749935-15D6-8DAF-B960-4CECEECF0D4B}"/>
              </a:ext>
            </a:extLst>
          </p:cNvPr>
          <p:cNvSpPr/>
          <p:nvPr/>
        </p:nvSpPr>
        <p:spPr>
          <a:xfrm rot="10154040">
            <a:off x="11836908" y="1790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3" name="Прямоугольник 942">
            <a:extLst>
              <a:ext uri="{FF2B5EF4-FFF2-40B4-BE49-F238E27FC236}">
                <a16:creationId xmlns:a16="http://schemas.microsoft.com/office/drawing/2014/main" id="{1A06AC5B-D4BB-6A68-4263-26B5894C9698}"/>
              </a:ext>
            </a:extLst>
          </p:cNvPr>
          <p:cNvSpPr/>
          <p:nvPr/>
        </p:nvSpPr>
        <p:spPr>
          <a:xfrm rot="10154040">
            <a:off x="11477110" y="4129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4" name="Прямоугольник 943">
            <a:extLst>
              <a:ext uri="{FF2B5EF4-FFF2-40B4-BE49-F238E27FC236}">
                <a16:creationId xmlns:a16="http://schemas.microsoft.com/office/drawing/2014/main" id="{53344471-C533-A586-4AF7-AC31BA13B127}"/>
              </a:ext>
            </a:extLst>
          </p:cNvPr>
          <p:cNvSpPr/>
          <p:nvPr/>
        </p:nvSpPr>
        <p:spPr>
          <a:xfrm rot="10154040">
            <a:off x="4832873" y="5586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5" name="Прямоугольник 944">
            <a:extLst>
              <a:ext uri="{FF2B5EF4-FFF2-40B4-BE49-F238E27FC236}">
                <a16:creationId xmlns:a16="http://schemas.microsoft.com/office/drawing/2014/main" id="{417E2DE0-CDC7-4CCF-21C8-1A2C114A6897}"/>
              </a:ext>
            </a:extLst>
          </p:cNvPr>
          <p:cNvSpPr/>
          <p:nvPr/>
        </p:nvSpPr>
        <p:spPr>
          <a:xfrm rot="10154040">
            <a:off x="1776052" y="4873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6" name="Прямоугольник 945">
            <a:extLst>
              <a:ext uri="{FF2B5EF4-FFF2-40B4-BE49-F238E27FC236}">
                <a16:creationId xmlns:a16="http://schemas.microsoft.com/office/drawing/2014/main" id="{3616F408-B4D6-4C46-C5BA-B04C5467A083}"/>
              </a:ext>
            </a:extLst>
          </p:cNvPr>
          <p:cNvSpPr/>
          <p:nvPr/>
        </p:nvSpPr>
        <p:spPr>
          <a:xfrm rot="10154040">
            <a:off x="7221174" y="2295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7" name="Прямоугольник 946">
            <a:extLst>
              <a:ext uri="{FF2B5EF4-FFF2-40B4-BE49-F238E27FC236}">
                <a16:creationId xmlns:a16="http://schemas.microsoft.com/office/drawing/2014/main" id="{F40740DD-A191-8876-2AEF-842DB9F1CE3E}"/>
              </a:ext>
            </a:extLst>
          </p:cNvPr>
          <p:cNvSpPr/>
          <p:nvPr/>
        </p:nvSpPr>
        <p:spPr>
          <a:xfrm rot="10154040">
            <a:off x="8739189" y="4926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8" name="Прямоугольник 947">
            <a:extLst>
              <a:ext uri="{FF2B5EF4-FFF2-40B4-BE49-F238E27FC236}">
                <a16:creationId xmlns:a16="http://schemas.microsoft.com/office/drawing/2014/main" id="{5E1E486E-CAE0-B7D1-0227-D1FCAF6967FF}"/>
              </a:ext>
            </a:extLst>
          </p:cNvPr>
          <p:cNvSpPr/>
          <p:nvPr/>
        </p:nvSpPr>
        <p:spPr>
          <a:xfrm rot="10154040">
            <a:off x="6229231" y="7193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9" name="Прямоугольник 948">
            <a:extLst>
              <a:ext uri="{FF2B5EF4-FFF2-40B4-BE49-F238E27FC236}">
                <a16:creationId xmlns:a16="http://schemas.microsoft.com/office/drawing/2014/main" id="{36828702-843A-E1BC-4395-19AB331864EA}"/>
              </a:ext>
            </a:extLst>
          </p:cNvPr>
          <p:cNvSpPr/>
          <p:nvPr/>
        </p:nvSpPr>
        <p:spPr>
          <a:xfrm rot="10154040">
            <a:off x="2417294" y="7506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0" name="Прямоугольник 949">
            <a:extLst>
              <a:ext uri="{FF2B5EF4-FFF2-40B4-BE49-F238E27FC236}">
                <a16:creationId xmlns:a16="http://schemas.microsoft.com/office/drawing/2014/main" id="{BB90282C-26E4-CE04-C943-1C282FD96D0F}"/>
              </a:ext>
            </a:extLst>
          </p:cNvPr>
          <p:cNvSpPr/>
          <p:nvPr/>
        </p:nvSpPr>
        <p:spPr>
          <a:xfrm rot="10154040">
            <a:off x="11989308" y="1943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1" name="Прямоугольник 950">
            <a:extLst>
              <a:ext uri="{FF2B5EF4-FFF2-40B4-BE49-F238E27FC236}">
                <a16:creationId xmlns:a16="http://schemas.microsoft.com/office/drawing/2014/main" id="{8C29542F-AB33-B5BC-3716-FBB7BCC81C23}"/>
              </a:ext>
            </a:extLst>
          </p:cNvPr>
          <p:cNvSpPr/>
          <p:nvPr/>
        </p:nvSpPr>
        <p:spPr>
          <a:xfrm rot="10154040">
            <a:off x="11629510" y="4282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2" name="Прямоугольник 951">
            <a:extLst>
              <a:ext uri="{FF2B5EF4-FFF2-40B4-BE49-F238E27FC236}">
                <a16:creationId xmlns:a16="http://schemas.microsoft.com/office/drawing/2014/main" id="{AEFCDF75-D01A-8C5F-860C-F9F44DA3B914}"/>
              </a:ext>
            </a:extLst>
          </p:cNvPr>
          <p:cNvSpPr/>
          <p:nvPr/>
        </p:nvSpPr>
        <p:spPr>
          <a:xfrm rot="10154040">
            <a:off x="4985273" y="5738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3" name="Прямоугольник 952">
            <a:extLst>
              <a:ext uri="{FF2B5EF4-FFF2-40B4-BE49-F238E27FC236}">
                <a16:creationId xmlns:a16="http://schemas.microsoft.com/office/drawing/2014/main" id="{5660BF90-3D49-0FFB-6AFA-C1285E49EB09}"/>
              </a:ext>
            </a:extLst>
          </p:cNvPr>
          <p:cNvSpPr/>
          <p:nvPr/>
        </p:nvSpPr>
        <p:spPr>
          <a:xfrm rot="10154040">
            <a:off x="1928452" y="5025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4" name="Прямоугольник 953">
            <a:extLst>
              <a:ext uri="{FF2B5EF4-FFF2-40B4-BE49-F238E27FC236}">
                <a16:creationId xmlns:a16="http://schemas.microsoft.com/office/drawing/2014/main" id="{BB83D10B-34BC-FBEE-FE16-BCBF54CB479F}"/>
              </a:ext>
            </a:extLst>
          </p:cNvPr>
          <p:cNvSpPr/>
          <p:nvPr/>
        </p:nvSpPr>
        <p:spPr>
          <a:xfrm rot="10154040">
            <a:off x="7373574" y="2447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5" name="Прямоугольник 954">
            <a:extLst>
              <a:ext uri="{FF2B5EF4-FFF2-40B4-BE49-F238E27FC236}">
                <a16:creationId xmlns:a16="http://schemas.microsoft.com/office/drawing/2014/main" id="{2DDE3248-21E2-8B31-B27A-DAA2BBA04119}"/>
              </a:ext>
            </a:extLst>
          </p:cNvPr>
          <p:cNvSpPr/>
          <p:nvPr/>
        </p:nvSpPr>
        <p:spPr>
          <a:xfrm rot="10154040">
            <a:off x="8891589" y="5078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6" name="Прямоугольник 955">
            <a:extLst>
              <a:ext uri="{FF2B5EF4-FFF2-40B4-BE49-F238E27FC236}">
                <a16:creationId xmlns:a16="http://schemas.microsoft.com/office/drawing/2014/main" id="{F93B6FA8-2FA9-59E5-A678-1669480EF293}"/>
              </a:ext>
            </a:extLst>
          </p:cNvPr>
          <p:cNvSpPr/>
          <p:nvPr/>
        </p:nvSpPr>
        <p:spPr>
          <a:xfrm rot="10154040">
            <a:off x="6381631" y="7346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7" name="Прямоугольник 956">
            <a:extLst>
              <a:ext uri="{FF2B5EF4-FFF2-40B4-BE49-F238E27FC236}">
                <a16:creationId xmlns:a16="http://schemas.microsoft.com/office/drawing/2014/main" id="{C3B72C6C-35D1-8FE6-6FAD-542C24EE2363}"/>
              </a:ext>
            </a:extLst>
          </p:cNvPr>
          <p:cNvSpPr/>
          <p:nvPr/>
        </p:nvSpPr>
        <p:spPr>
          <a:xfrm rot="10154040">
            <a:off x="2569694" y="7658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8" name="Прямоугольник 957">
            <a:extLst>
              <a:ext uri="{FF2B5EF4-FFF2-40B4-BE49-F238E27FC236}">
                <a16:creationId xmlns:a16="http://schemas.microsoft.com/office/drawing/2014/main" id="{D82C6AA3-58B3-5D14-8C91-960DE190EC7E}"/>
              </a:ext>
            </a:extLst>
          </p:cNvPr>
          <p:cNvSpPr/>
          <p:nvPr/>
        </p:nvSpPr>
        <p:spPr>
          <a:xfrm rot="10154040">
            <a:off x="8040642" y="-456911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9" name="Прямоугольник 958">
            <a:extLst>
              <a:ext uri="{FF2B5EF4-FFF2-40B4-BE49-F238E27FC236}">
                <a16:creationId xmlns:a16="http://schemas.microsoft.com/office/drawing/2014/main" id="{47C1A932-C472-3E67-A85B-8C099F87EC8D}"/>
              </a:ext>
            </a:extLst>
          </p:cNvPr>
          <p:cNvSpPr/>
          <p:nvPr/>
        </p:nvSpPr>
        <p:spPr>
          <a:xfrm rot="10154040">
            <a:off x="7680844" y="188208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0" name="Прямоугольник 959">
            <a:extLst>
              <a:ext uri="{FF2B5EF4-FFF2-40B4-BE49-F238E27FC236}">
                <a16:creationId xmlns:a16="http://schemas.microsoft.com/office/drawing/2014/main" id="{3522F438-0EBB-FE2D-8A25-AACDE5D502FF}"/>
              </a:ext>
            </a:extLst>
          </p:cNvPr>
          <p:cNvSpPr/>
          <p:nvPr/>
        </p:nvSpPr>
        <p:spPr>
          <a:xfrm rot="10154040">
            <a:off x="1036607" y="33384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1" name="Прямоугольник 960">
            <a:extLst>
              <a:ext uri="{FF2B5EF4-FFF2-40B4-BE49-F238E27FC236}">
                <a16:creationId xmlns:a16="http://schemas.microsoft.com/office/drawing/2014/main" id="{4D273349-11B4-21FF-675F-0CE78697D6BD}"/>
              </a:ext>
            </a:extLst>
          </p:cNvPr>
          <p:cNvSpPr/>
          <p:nvPr/>
        </p:nvSpPr>
        <p:spPr>
          <a:xfrm rot="10154040">
            <a:off x="-2020214" y="262595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2" name="Прямоугольник 961">
            <a:extLst>
              <a:ext uri="{FF2B5EF4-FFF2-40B4-BE49-F238E27FC236}">
                <a16:creationId xmlns:a16="http://schemas.microsoft.com/office/drawing/2014/main" id="{CA0CAE67-0E00-0B4F-9E73-8932B0F9B45D}"/>
              </a:ext>
            </a:extLst>
          </p:cNvPr>
          <p:cNvSpPr/>
          <p:nvPr/>
        </p:nvSpPr>
        <p:spPr>
          <a:xfrm rot="10154040">
            <a:off x="3424908" y="47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3" name="Прямоугольник 962">
            <a:extLst>
              <a:ext uri="{FF2B5EF4-FFF2-40B4-BE49-F238E27FC236}">
                <a16:creationId xmlns:a16="http://schemas.microsoft.com/office/drawing/2014/main" id="{0431C3C0-97E7-90D1-EF3A-1C75B2C48E39}"/>
              </a:ext>
            </a:extLst>
          </p:cNvPr>
          <p:cNvSpPr/>
          <p:nvPr/>
        </p:nvSpPr>
        <p:spPr>
          <a:xfrm rot="10154040">
            <a:off x="4942923" y="267880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4" name="Прямоугольник 963">
            <a:extLst>
              <a:ext uri="{FF2B5EF4-FFF2-40B4-BE49-F238E27FC236}">
                <a16:creationId xmlns:a16="http://schemas.microsoft.com/office/drawing/2014/main" id="{819E25B5-3A56-2380-A435-AECF43B999DA}"/>
              </a:ext>
            </a:extLst>
          </p:cNvPr>
          <p:cNvSpPr/>
          <p:nvPr/>
        </p:nvSpPr>
        <p:spPr>
          <a:xfrm rot="10154040">
            <a:off x="2432965" y="494637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5" name="Прямоугольник 964">
            <a:extLst>
              <a:ext uri="{FF2B5EF4-FFF2-40B4-BE49-F238E27FC236}">
                <a16:creationId xmlns:a16="http://schemas.microsoft.com/office/drawing/2014/main" id="{E3C502CD-53F2-77B3-3E8C-6BFC36E3D795}"/>
              </a:ext>
            </a:extLst>
          </p:cNvPr>
          <p:cNvSpPr/>
          <p:nvPr/>
        </p:nvSpPr>
        <p:spPr>
          <a:xfrm rot="10154040">
            <a:off x="-1378972" y="52588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6" name="Прямоугольник 965">
            <a:extLst>
              <a:ext uri="{FF2B5EF4-FFF2-40B4-BE49-F238E27FC236}">
                <a16:creationId xmlns:a16="http://schemas.microsoft.com/office/drawing/2014/main" id="{8129E807-003D-078C-410C-F84C00ED8BA1}"/>
              </a:ext>
            </a:extLst>
          </p:cNvPr>
          <p:cNvSpPr/>
          <p:nvPr/>
        </p:nvSpPr>
        <p:spPr>
          <a:xfrm rot="10154040">
            <a:off x="4091976" y="-28569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7" name="Прямоугольник 966">
            <a:extLst>
              <a:ext uri="{FF2B5EF4-FFF2-40B4-BE49-F238E27FC236}">
                <a16:creationId xmlns:a16="http://schemas.microsoft.com/office/drawing/2014/main" id="{F5185913-38EF-9E92-ABD8-F879A9CAED3C}"/>
              </a:ext>
            </a:extLst>
          </p:cNvPr>
          <p:cNvSpPr/>
          <p:nvPr/>
        </p:nvSpPr>
        <p:spPr>
          <a:xfrm rot="10154040">
            <a:off x="3732178" y="-51792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8" name="Прямоугольник 967">
            <a:extLst>
              <a:ext uri="{FF2B5EF4-FFF2-40B4-BE49-F238E27FC236}">
                <a16:creationId xmlns:a16="http://schemas.microsoft.com/office/drawing/2014/main" id="{01BA524D-81AE-BDAA-2EAB-C816C3A6FE10}"/>
              </a:ext>
            </a:extLst>
          </p:cNvPr>
          <p:cNvSpPr/>
          <p:nvPr/>
        </p:nvSpPr>
        <p:spPr>
          <a:xfrm rot="10154040">
            <a:off x="-2912059" y="9384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69" name="Прямоугольник 968">
            <a:extLst>
              <a:ext uri="{FF2B5EF4-FFF2-40B4-BE49-F238E27FC236}">
                <a16:creationId xmlns:a16="http://schemas.microsoft.com/office/drawing/2014/main" id="{052DE989-AAA8-CC26-43E9-EE599A754B54}"/>
              </a:ext>
            </a:extLst>
          </p:cNvPr>
          <p:cNvSpPr/>
          <p:nvPr/>
        </p:nvSpPr>
        <p:spPr>
          <a:xfrm rot="10154040">
            <a:off x="-5968880" y="225946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0" name="Прямоугольник 969">
            <a:extLst>
              <a:ext uri="{FF2B5EF4-FFF2-40B4-BE49-F238E27FC236}">
                <a16:creationId xmlns:a16="http://schemas.microsoft.com/office/drawing/2014/main" id="{B002ADD8-7803-2961-C7DB-931A9A1D2814}"/>
              </a:ext>
            </a:extLst>
          </p:cNvPr>
          <p:cNvSpPr/>
          <p:nvPr/>
        </p:nvSpPr>
        <p:spPr>
          <a:xfrm rot="10154040">
            <a:off x="-523758" y="-235219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1" name="Прямоугольник 970">
            <a:extLst>
              <a:ext uri="{FF2B5EF4-FFF2-40B4-BE49-F238E27FC236}">
                <a16:creationId xmlns:a16="http://schemas.microsoft.com/office/drawing/2014/main" id="{C1CE39D0-110D-2508-9310-68E48398AB9E}"/>
              </a:ext>
            </a:extLst>
          </p:cNvPr>
          <p:cNvSpPr/>
          <p:nvPr/>
        </p:nvSpPr>
        <p:spPr>
          <a:xfrm rot="10154040">
            <a:off x="994257" y="27879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2" name="Прямоугольник 971">
            <a:extLst>
              <a:ext uri="{FF2B5EF4-FFF2-40B4-BE49-F238E27FC236}">
                <a16:creationId xmlns:a16="http://schemas.microsoft.com/office/drawing/2014/main" id="{15035DE2-9BD4-F951-1BE7-75F1D7C8F926}"/>
              </a:ext>
            </a:extLst>
          </p:cNvPr>
          <p:cNvSpPr/>
          <p:nvPr/>
        </p:nvSpPr>
        <p:spPr>
          <a:xfrm rot="10154040">
            <a:off x="-1515701" y="254636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3" name="Прямоугольник 972">
            <a:extLst>
              <a:ext uri="{FF2B5EF4-FFF2-40B4-BE49-F238E27FC236}">
                <a16:creationId xmlns:a16="http://schemas.microsoft.com/office/drawing/2014/main" id="{C1DB46D9-B088-5D68-35EF-7354279752F2}"/>
              </a:ext>
            </a:extLst>
          </p:cNvPr>
          <p:cNvSpPr/>
          <p:nvPr/>
        </p:nvSpPr>
        <p:spPr>
          <a:xfrm rot="10154040">
            <a:off x="-5327638" y="28588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4" name="Прямоугольник 973">
            <a:extLst>
              <a:ext uri="{FF2B5EF4-FFF2-40B4-BE49-F238E27FC236}">
                <a16:creationId xmlns:a16="http://schemas.microsoft.com/office/drawing/2014/main" id="{5BED7E12-31FF-69A7-D093-8CA5F6C501B6}"/>
              </a:ext>
            </a:extLst>
          </p:cNvPr>
          <p:cNvSpPr/>
          <p:nvPr/>
        </p:nvSpPr>
        <p:spPr>
          <a:xfrm rot="10154040">
            <a:off x="12522557" y="198425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5" name="Прямоугольник 974">
            <a:extLst>
              <a:ext uri="{FF2B5EF4-FFF2-40B4-BE49-F238E27FC236}">
                <a16:creationId xmlns:a16="http://schemas.microsoft.com/office/drawing/2014/main" id="{4A4F74A5-B615-19B7-A97C-7B4E59DCFB5B}"/>
              </a:ext>
            </a:extLst>
          </p:cNvPr>
          <p:cNvSpPr/>
          <p:nvPr/>
        </p:nvSpPr>
        <p:spPr>
          <a:xfrm rot="10154040">
            <a:off x="12162759" y="4323247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7" name="Прямоугольник 976">
            <a:extLst>
              <a:ext uri="{FF2B5EF4-FFF2-40B4-BE49-F238E27FC236}">
                <a16:creationId xmlns:a16="http://schemas.microsoft.com/office/drawing/2014/main" id="{1270C78F-8222-8777-9AB1-F1515CF08B71}"/>
              </a:ext>
            </a:extLst>
          </p:cNvPr>
          <p:cNvSpPr/>
          <p:nvPr/>
        </p:nvSpPr>
        <p:spPr>
          <a:xfrm rot="10154040">
            <a:off x="2461701" y="5067122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8" name="Прямоугольник 977">
            <a:extLst>
              <a:ext uri="{FF2B5EF4-FFF2-40B4-BE49-F238E27FC236}">
                <a16:creationId xmlns:a16="http://schemas.microsoft.com/office/drawing/2014/main" id="{065B1AFE-ECB6-507E-693F-F04A3CC312C1}"/>
              </a:ext>
            </a:extLst>
          </p:cNvPr>
          <p:cNvSpPr/>
          <p:nvPr/>
        </p:nvSpPr>
        <p:spPr>
          <a:xfrm rot="10154040">
            <a:off x="7906823" y="2488984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9" name="Прямоугольник 978">
            <a:extLst>
              <a:ext uri="{FF2B5EF4-FFF2-40B4-BE49-F238E27FC236}">
                <a16:creationId xmlns:a16="http://schemas.microsoft.com/office/drawing/2014/main" id="{CF81080F-FE7D-3D80-8B7F-8D0A489C9DFB}"/>
              </a:ext>
            </a:extLst>
          </p:cNvPr>
          <p:cNvSpPr/>
          <p:nvPr/>
        </p:nvSpPr>
        <p:spPr>
          <a:xfrm rot="10154040">
            <a:off x="9424838" y="511997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0" name="Прямоугольник 979">
            <a:extLst>
              <a:ext uri="{FF2B5EF4-FFF2-40B4-BE49-F238E27FC236}">
                <a16:creationId xmlns:a16="http://schemas.microsoft.com/office/drawing/2014/main" id="{58C99D43-3959-FCE0-B537-135B01CC6263}"/>
              </a:ext>
            </a:extLst>
          </p:cNvPr>
          <p:cNvSpPr/>
          <p:nvPr/>
        </p:nvSpPr>
        <p:spPr>
          <a:xfrm rot="10154040">
            <a:off x="6914880" y="738754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1" name="Прямоугольник 980">
            <a:extLst>
              <a:ext uri="{FF2B5EF4-FFF2-40B4-BE49-F238E27FC236}">
                <a16:creationId xmlns:a16="http://schemas.microsoft.com/office/drawing/2014/main" id="{34362BF8-BFC4-5F16-5B42-F2C7C1031642}"/>
              </a:ext>
            </a:extLst>
          </p:cNvPr>
          <p:cNvSpPr/>
          <p:nvPr/>
        </p:nvSpPr>
        <p:spPr>
          <a:xfrm rot="10154040">
            <a:off x="3102943" y="770004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2" name="Прямоугольник 981">
            <a:extLst>
              <a:ext uri="{FF2B5EF4-FFF2-40B4-BE49-F238E27FC236}">
                <a16:creationId xmlns:a16="http://schemas.microsoft.com/office/drawing/2014/main" id="{25E3D5A7-65D9-4D12-7228-B2E47E9A53F3}"/>
              </a:ext>
            </a:extLst>
          </p:cNvPr>
          <p:cNvSpPr/>
          <p:nvPr/>
        </p:nvSpPr>
        <p:spPr>
          <a:xfrm>
            <a:off x="12141708" y="2095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3" name="Прямоугольник 982">
            <a:extLst>
              <a:ext uri="{FF2B5EF4-FFF2-40B4-BE49-F238E27FC236}">
                <a16:creationId xmlns:a16="http://schemas.microsoft.com/office/drawing/2014/main" id="{4BCC67AD-89BA-6699-5803-F8F18559B2BA}"/>
              </a:ext>
            </a:extLst>
          </p:cNvPr>
          <p:cNvSpPr/>
          <p:nvPr/>
        </p:nvSpPr>
        <p:spPr>
          <a:xfrm>
            <a:off x="11781910" y="4434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4" name="Прямоугольник 983">
            <a:extLst>
              <a:ext uri="{FF2B5EF4-FFF2-40B4-BE49-F238E27FC236}">
                <a16:creationId xmlns:a16="http://schemas.microsoft.com/office/drawing/2014/main" id="{41725062-4F15-80A1-558C-423097E223B4}"/>
              </a:ext>
            </a:extLst>
          </p:cNvPr>
          <p:cNvSpPr/>
          <p:nvPr/>
        </p:nvSpPr>
        <p:spPr>
          <a:xfrm>
            <a:off x="5137673" y="5890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5" name="Прямоугольник 984">
            <a:extLst>
              <a:ext uri="{FF2B5EF4-FFF2-40B4-BE49-F238E27FC236}">
                <a16:creationId xmlns:a16="http://schemas.microsoft.com/office/drawing/2014/main" id="{AFDD47D3-D2E1-772E-1B33-1FE023B17472}"/>
              </a:ext>
            </a:extLst>
          </p:cNvPr>
          <p:cNvSpPr/>
          <p:nvPr/>
        </p:nvSpPr>
        <p:spPr>
          <a:xfrm>
            <a:off x="2080852" y="5178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6" name="Прямоугольник 985">
            <a:extLst>
              <a:ext uri="{FF2B5EF4-FFF2-40B4-BE49-F238E27FC236}">
                <a16:creationId xmlns:a16="http://schemas.microsoft.com/office/drawing/2014/main" id="{99FB33ED-C9DD-AC86-A714-04AD13909FE7}"/>
              </a:ext>
            </a:extLst>
          </p:cNvPr>
          <p:cNvSpPr/>
          <p:nvPr/>
        </p:nvSpPr>
        <p:spPr>
          <a:xfrm>
            <a:off x="7525974" y="2600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7" name="Прямоугольник 986">
            <a:extLst>
              <a:ext uri="{FF2B5EF4-FFF2-40B4-BE49-F238E27FC236}">
                <a16:creationId xmlns:a16="http://schemas.microsoft.com/office/drawing/2014/main" id="{A2725B59-87D7-7C89-1E70-CA8A2CCF67F5}"/>
              </a:ext>
            </a:extLst>
          </p:cNvPr>
          <p:cNvSpPr/>
          <p:nvPr/>
        </p:nvSpPr>
        <p:spPr>
          <a:xfrm>
            <a:off x="9043989" y="5231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8" name="Прямоугольник 987">
            <a:extLst>
              <a:ext uri="{FF2B5EF4-FFF2-40B4-BE49-F238E27FC236}">
                <a16:creationId xmlns:a16="http://schemas.microsoft.com/office/drawing/2014/main" id="{E3C1CA6B-DBB8-D42D-2045-128F8AB69A58}"/>
              </a:ext>
            </a:extLst>
          </p:cNvPr>
          <p:cNvSpPr/>
          <p:nvPr/>
        </p:nvSpPr>
        <p:spPr>
          <a:xfrm>
            <a:off x="6534031" y="7498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89" name="Прямоугольник 988">
            <a:extLst>
              <a:ext uri="{FF2B5EF4-FFF2-40B4-BE49-F238E27FC236}">
                <a16:creationId xmlns:a16="http://schemas.microsoft.com/office/drawing/2014/main" id="{7CBF3584-CFB1-C75A-EEDD-68FC41133479}"/>
              </a:ext>
            </a:extLst>
          </p:cNvPr>
          <p:cNvSpPr/>
          <p:nvPr/>
        </p:nvSpPr>
        <p:spPr>
          <a:xfrm>
            <a:off x="2722094" y="7811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0" name="Прямоугольник 989">
            <a:extLst>
              <a:ext uri="{FF2B5EF4-FFF2-40B4-BE49-F238E27FC236}">
                <a16:creationId xmlns:a16="http://schemas.microsoft.com/office/drawing/2014/main" id="{84E6AC91-4D45-FE89-50CB-790B18E57CE5}"/>
              </a:ext>
            </a:extLst>
          </p:cNvPr>
          <p:cNvSpPr/>
          <p:nvPr/>
        </p:nvSpPr>
        <p:spPr>
          <a:xfrm>
            <a:off x="12294108" y="2247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1" name="Прямоугольник 990">
            <a:extLst>
              <a:ext uri="{FF2B5EF4-FFF2-40B4-BE49-F238E27FC236}">
                <a16:creationId xmlns:a16="http://schemas.microsoft.com/office/drawing/2014/main" id="{0CEBBAB5-A7F9-5A5A-24C8-AF78B1D89926}"/>
              </a:ext>
            </a:extLst>
          </p:cNvPr>
          <p:cNvSpPr/>
          <p:nvPr/>
        </p:nvSpPr>
        <p:spPr>
          <a:xfrm>
            <a:off x="11934310" y="4586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2" name="Прямоугольник 991">
            <a:extLst>
              <a:ext uri="{FF2B5EF4-FFF2-40B4-BE49-F238E27FC236}">
                <a16:creationId xmlns:a16="http://schemas.microsoft.com/office/drawing/2014/main" id="{ED319E4A-AF32-D2B7-F438-550E528B42E8}"/>
              </a:ext>
            </a:extLst>
          </p:cNvPr>
          <p:cNvSpPr/>
          <p:nvPr/>
        </p:nvSpPr>
        <p:spPr>
          <a:xfrm>
            <a:off x="5290073" y="6043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3" name="Прямоугольник 992">
            <a:extLst>
              <a:ext uri="{FF2B5EF4-FFF2-40B4-BE49-F238E27FC236}">
                <a16:creationId xmlns:a16="http://schemas.microsoft.com/office/drawing/2014/main" id="{E54E6639-358F-E018-52E8-E56BBD7B581D}"/>
              </a:ext>
            </a:extLst>
          </p:cNvPr>
          <p:cNvSpPr/>
          <p:nvPr/>
        </p:nvSpPr>
        <p:spPr>
          <a:xfrm>
            <a:off x="2233252" y="5330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4" name="Прямоугольник 993">
            <a:extLst>
              <a:ext uri="{FF2B5EF4-FFF2-40B4-BE49-F238E27FC236}">
                <a16:creationId xmlns:a16="http://schemas.microsoft.com/office/drawing/2014/main" id="{AEB8C828-6F43-1878-C27F-6B07308EB47B}"/>
              </a:ext>
            </a:extLst>
          </p:cNvPr>
          <p:cNvSpPr/>
          <p:nvPr/>
        </p:nvSpPr>
        <p:spPr>
          <a:xfrm>
            <a:off x="7678374" y="2752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5" name="Прямоугольник 994">
            <a:extLst>
              <a:ext uri="{FF2B5EF4-FFF2-40B4-BE49-F238E27FC236}">
                <a16:creationId xmlns:a16="http://schemas.microsoft.com/office/drawing/2014/main" id="{5D3ECA0C-B241-884B-B2C8-1503E7563A98}"/>
              </a:ext>
            </a:extLst>
          </p:cNvPr>
          <p:cNvSpPr/>
          <p:nvPr/>
        </p:nvSpPr>
        <p:spPr>
          <a:xfrm>
            <a:off x="9196389" y="5383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6" name="Прямоугольник 995">
            <a:extLst>
              <a:ext uri="{FF2B5EF4-FFF2-40B4-BE49-F238E27FC236}">
                <a16:creationId xmlns:a16="http://schemas.microsoft.com/office/drawing/2014/main" id="{796EF3D9-FA5E-97E5-E2A3-8E44D1797577}"/>
              </a:ext>
            </a:extLst>
          </p:cNvPr>
          <p:cNvSpPr/>
          <p:nvPr/>
        </p:nvSpPr>
        <p:spPr>
          <a:xfrm>
            <a:off x="6686431" y="7651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7" name="Прямоугольник 996">
            <a:extLst>
              <a:ext uri="{FF2B5EF4-FFF2-40B4-BE49-F238E27FC236}">
                <a16:creationId xmlns:a16="http://schemas.microsoft.com/office/drawing/2014/main" id="{65277CEE-848F-CB93-616B-52607A28283E}"/>
              </a:ext>
            </a:extLst>
          </p:cNvPr>
          <p:cNvSpPr/>
          <p:nvPr/>
        </p:nvSpPr>
        <p:spPr>
          <a:xfrm>
            <a:off x="2874494" y="7963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8" name="Прямоугольник 997">
            <a:extLst>
              <a:ext uri="{FF2B5EF4-FFF2-40B4-BE49-F238E27FC236}">
                <a16:creationId xmlns:a16="http://schemas.microsoft.com/office/drawing/2014/main" id="{974B014E-2F8E-5914-CB6A-D624C2D57280}"/>
              </a:ext>
            </a:extLst>
          </p:cNvPr>
          <p:cNvSpPr/>
          <p:nvPr/>
        </p:nvSpPr>
        <p:spPr>
          <a:xfrm>
            <a:off x="12446508" y="2400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9" name="Прямоугольник 998">
            <a:extLst>
              <a:ext uri="{FF2B5EF4-FFF2-40B4-BE49-F238E27FC236}">
                <a16:creationId xmlns:a16="http://schemas.microsoft.com/office/drawing/2014/main" id="{28C0248B-0244-C50D-3181-0383D93C89BF}"/>
              </a:ext>
            </a:extLst>
          </p:cNvPr>
          <p:cNvSpPr/>
          <p:nvPr/>
        </p:nvSpPr>
        <p:spPr>
          <a:xfrm>
            <a:off x="12086710" y="4739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0" name="Прямоугольник 999">
            <a:extLst>
              <a:ext uri="{FF2B5EF4-FFF2-40B4-BE49-F238E27FC236}">
                <a16:creationId xmlns:a16="http://schemas.microsoft.com/office/drawing/2014/main" id="{E85DB695-F4AA-1DAA-5E6D-6DB8266F3E70}"/>
              </a:ext>
            </a:extLst>
          </p:cNvPr>
          <p:cNvSpPr/>
          <p:nvPr/>
        </p:nvSpPr>
        <p:spPr>
          <a:xfrm>
            <a:off x="5442473" y="6195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1" name="Прямоугольник 1000">
            <a:extLst>
              <a:ext uri="{FF2B5EF4-FFF2-40B4-BE49-F238E27FC236}">
                <a16:creationId xmlns:a16="http://schemas.microsoft.com/office/drawing/2014/main" id="{4E2C4558-AD2F-F414-DADB-715025A5379D}"/>
              </a:ext>
            </a:extLst>
          </p:cNvPr>
          <p:cNvSpPr/>
          <p:nvPr/>
        </p:nvSpPr>
        <p:spPr>
          <a:xfrm>
            <a:off x="2385652" y="5483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2" name="Прямоугольник 1001">
            <a:extLst>
              <a:ext uri="{FF2B5EF4-FFF2-40B4-BE49-F238E27FC236}">
                <a16:creationId xmlns:a16="http://schemas.microsoft.com/office/drawing/2014/main" id="{C9272336-6482-1E9E-E7B4-EF6232B06B8A}"/>
              </a:ext>
            </a:extLst>
          </p:cNvPr>
          <p:cNvSpPr/>
          <p:nvPr/>
        </p:nvSpPr>
        <p:spPr>
          <a:xfrm>
            <a:off x="7830774" y="2905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3" name="Прямоугольник 1002">
            <a:extLst>
              <a:ext uri="{FF2B5EF4-FFF2-40B4-BE49-F238E27FC236}">
                <a16:creationId xmlns:a16="http://schemas.microsoft.com/office/drawing/2014/main" id="{46A9B78E-A085-96FC-32D9-3C1808DB7161}"/>
              </a:ext>
            </a:extLst>
          </p:cNvPr>
          <p:cNvSpPr/>
          <p:nvPr/>
        </p:nvSpPr>
        <p:spPr>
          <a:xfrm>
            <a:off x="9348789" y="5536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4" name="Прямоугольник 1003">
            <a:extLst>
              <a:ext uri="{FF2B5EF4-FFF2-40B4-BE49-F238E27FC236}">
                <a16:creationId xmlns:a16="http://schemas.microsoft.com/office/drawing/2014/main" id="{3B477987-29F6-0FE1-4E42-EE8B0B1DF2CE}"/>
              </a:ext>
            </a:extLst>
          </p:cNvPr>
          <p:cNvSpPr/>
          <p:nvPr/>
        </p:nvSpPr>
        <p:spPr>
          <a:xfrm>
            <a:off x="6838831" y="7803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5" name="Прямоугольник 1004">
            <a:extLst>
              <a:ext uri="{FF2B5EF4-FFF2-40B4-BE49-F238E27FC236}">
                <a16:creationId xmlns:a16="http://schemas.microsoft.com/office/drawing/2014/main" id="{AD4046EF-4D50-788E-DF65-5277AA971558}"/>
              </a:ext>
            </a:extLst>
          </p:cNvPr>
          <p:cNvSpPr/>
          <p:nvPr/>
        </p:nvSpPr>
        <p:spPr>
          <a:xfrm>
            <a:off x="3026894" y="8116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6" name="Прямоугольник 1005">
            <a:extLst>
              <a:ext uri="{FF2B5EF4-FFF2-40B4-BE49-F238E27FC236}">
                <a16:creationId xmlns:a16="http://schemas.microsoft.com/office/drawing/2014/main" id="{96AFC146-3CF0-0D8D-352C-0B9751D79BC5}"/>
              </a:ext>
            </a:extLst>
          </p:cNvPr>
          <p:cNvSpPr/>
          <p:nvPr/>
        </p:nvSpPr>
        <p:spPr>
          <a:xfrm>
            <a:off x="12598908" y="2552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7" name="Прямоугольник 1006">
            <a:extLst>
              <a:ext uri="{FF2B5EF4-FFF2-40B4-BE49-F238E27FC236}">
                <a16:creationId xmlns:a16="http://schemas.microsoft.com/office/drawing/2014/main" id="{1F44F13E-CB8D-9A80-5DEA-838A0813F7F5}"/>
              </a:ext>
            </a:extLst>
          </p:cNvPr>
          <p:cNvSpPr/>
          <p:nvPr/>
        </p:nvSpPr>
        <p:spPr>
          <a:xfrm>
            <a:off x="12239110" y="4891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8" name="Прямоугольник 1007">
            <a:extLst>
              <a:ext uri="{FF2B5EF4-FFF2-40B4-BE49-F238E27FC236}">
                <a16:creationId xmlns:a16="http://schemas.microsoft.com/office/drawing/2014/main" id="{D28DCA24-CCBC-A503-1F95-FAF1DE71376A}"/>
              </a:ext>
            </a:extLst>
          </p:cNvPr>
          <p:cNvSpPr/>
          <p:nvPr/>
        </p:nvSpPr>
        <p:spPr>
          <a:xfrm>
            <a:off x="5594873" y="6348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9" name="Прямоугольник 1008">
            <a:extLst>
              <a:ext uri="{FF2B5EF4-FFF2-40B4-BE49-F238E27FC236}">
                <a16:creationId xmlns:a16="http://schemas.microsoft.com/office/drawing/2014/main" id="{659CD74B-9443-E373-EB2D-8DA2F533E0F2}"/>
              </a:ext>
            </a:extLst>
          </p:cNvPr>
          <p:cNvSpPr/>
          <p:nvPr/>
        </p:nvSpPr>
        <p:spPr>
          <a:xfrm>
            <a:off x="2538052" y="5635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0" name="Прямоугольник 1009">
            <a:extLst>
              <a:ext uri="{FF2B5EF4-FFF2-40B4-BE49-F238E27FC236}">
                <a16:creationId xmlns:a16="http://schemas.microsoft.com/office/drawing/2014/main" id="{79E57375-BACC-4A52-82CF-9573F9D19D59}"/>
              </a:ext>
            </a:extLst>
          </p:cNvPr>
          <p:cNvSpPr/>
          <p:nvPr/>
        </p:nvSpPr>
        <p:spPr>
          <a:xfrm>
            <a:off x="7983174" y="3057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1" name="Прямоугольник 1010">
            <a:extLst>
              <a:ext uri="{FF2B5EF4-FFF2-40B4-BE49-F238E27FC236}">
                <a16:creationId xmlns:a16="http://schemas.microsoft.com/office/drawing/2014/main" id="{C9341266-027A-ACC3-1388-6299C03E82D6}"/>
              </a:ext>
            </a:extLst>
          </p:cNvPr>
          <p:cNvSpPr/>
          <p:nvPr/>
        </p:nvSpPr>
        <p:spPr>
          <a:xfrm>
            <a:off x="9501189" y="5688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2" name="Прямоугольник 1011">
            <a:extLst>
              <a:ext uri="{FF2B5EF4-FFF2-40B4-BE49-F238E27FC236}">
                <a16:creationId xmlns:a16="http://schemas.microsoft.com/office/drawing/2014/main" id="{1A65A4A4-567A-B306-9C72-47873D9E76CB}"/>
              </a:ext>
            </a:extLst>
          </p:cNvPr>
          <p:cNvSpPr/>
          <p:nvPr/>
        </p:nvSpPr>
        <p:spPr>
          <a:xfrm>
            <a:off x="6991231" y="7955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3" name="Прямоугольник 1012">
            <a:extLst>
              <a:ext uri="{FF2B5EF4-FFF2-40B4-BE49-F238E27FC236}">
                <a16:creationId xmlns:a16="http://schemas.microsoft.com/office/drawing/2014/main" id="{F58D14B9-9751-B3C1-98A5-BDED91D61D18}"/>
              </a:ext>
            </a:extLst>
          </p:cNvPr>
          <p:cNvSpPr/>
          <p:nvPr/>
        </p:nvSpPr>
        <p:spPr>
          <a:xfrm>
            <a:off x="3179294" y="8268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4" name="Прямоугольник 1013">
            <a:extLst>
              <a:ext uri="{FF2B5EF4-FFF2-40B4-BE49-F238E27FC236}">
                <a16:creationId xmlns:a16="http://schemas.microsoft.com/office/drawing/2014/main" id="{E8AFCEBF-EBC6-4259-FC4B-39EC5EE6C47A}"/>
              </a:ext>
            </a:extLst>
          </p:cNvPr>
          <p:cNvSpPr/>
          <p:nvPr/>
        </p:nvSpPr>
        <p:spPr>
          <a:xfrm>
            <a:off x="12751308" y="27051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5" name="Прямоугольник 1014">
            <a:extLst>
              <a:ext uri="{FF2B5EF4-FFF2-40B4-BE49-F238E27FC236}">
                <a16:creationId xmlns:a16="http://schemas.microsoft.com/office/drawing/2014/main" id="{9002FD7C-ADA8-C961-08A4-ED18622E27E1}"/>
              </a:ext>
            </a:extLst>
          </p:cNvPr>
          <p:cNvSpPr/>
          <p:nvPr/>
        </p:nvSpPr>
        <p:spPr>
          <a:xfrm>
            <a:off x="12391510" y="50440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6" name="Прямоугольник 1015">
            <a:extLst>
              <a:ext uri="{FF2B5EF4-FFF2-40B4-BE49-F238E27FC236}">
                <a16:creationId xmlns:a16="http://schemas.microsoft.com/office/drawing/2014/main" id="{E489571C-43FB-779F-53FC-D8F7C657B4E9}"/>
              </a:ext>
            </a:extLst>
          </p:cNvPr>
          <p:cNvSpPr/>
          <p:nvPr/>
        </p:nvSpPr>
        <p:spPr>
          <a:xfrm>
            <a:off x="5747273" y="6500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7" name="Прямоугольник 1016">
            <a:extLst>
              <a:ext uri="{FF2B5EF4-FFF2-40B4-BE49-F238E27FC236}">
                <a16:creationId xmlns:a16="http://schemas.microsoft.com/office/drawing/2014/main" id="{13E27CFD-A053-08E8-EEF4-BCBC38273629}"/>
              </a:ext>
            </a:extLst>
          </p:cNvPr>
          <p:cNvSpPr/>
          <p:nvPr/>
        </p:nvSpPr>
        <p:spPr>
          <a:xfrm>
            <a:off x="2690452" y="57879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8" name="Прямоугольник 1017">
            <a:extLst>
              <a:ext uri="{FF2B5EF4-FFF2-40B4-BE49-F238E27FC236}">
                <a16:creationId xmlns:a16="http://schemas.microsoft.com/office/drawing/2014/main" id="{3C649D1E-9E6A-EAC7-3D82-9124236CD5E6}"/>
              </a:ext>
            </a:extLst>
          </p:cNvPr>
          <p:cNvSpPr/>
          <p:nvPr/>
        </p:nvSpPr>
        <p:spPr>
          <a:xfrm>
            <a:off x="8135574" y="32098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19" name="Прямоугольник 1018">
            <a:extLst>
              <a:ext uri="{FF2B5EF4-FFF2-40B4-BE49-F238E27FC236}">
                <a16:creationId xmlns:a16="http://schemas.microsoft.com/office/drawing/2014/main" id="{964D29EB-C30E-0E6A-9B2A-578D4AA20738}"/>
              </a:ext>
            </a:extLst>
          </p:cNvPr>
          <p:cNvSpPr/>
          <p:nvPr/>
        </p:nvSpPr>
        <p:spPr>
          <a:xfrm>
            <a:off x="9653589" y="58408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0" name="Прямоугольник 1019">
            <a:extLst>
              <a:ext uri="{FF2B5EF4-FFF2-40B4-BE49-F238E27FC236}">
                <a16:creationId xmlns:a16="http://schemas.microsoft.com/office/drawing/2014/main" id="{7F426465-DBDD-8EF2-82AC-3AC6BC71F12A}"/>
              </a:ext>
            </a:extLst>
          </p:cNvPr>
          <p:cNvSpPr/>
          <p:nvPr/>
        </p:nvSpPr>
        <p:spPr>
          <a:xfrm>
            <a:off x="7143631" y="81083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1" name="Прямоугольник 1020">
            <a:extLst>
              <a:ext uri="{FF2B5EF4-FFF2-40B4-BE49-F238E27FC236}">
                <a16:creationId xmlns:a16="http://schemas.microsoft.com/office/drawing/2014/main" id="{2BB7DD72-C1BC-4A5A-DAD6-9C6EFF5D603C}"/>
              </a:ext>
            </a:extLst>
          </p:cNvPr>
          <p:cNvSpPr/>
          <p:nvPr/>
        </p:nvSpPr>
        <p:spPr>
          <a:xfrm>
            <a:off x="3331694" y="8420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2" name="Прямоугольник 1021">
            <a:extLst>
              <a:ext uri="{FF2B5EF4-FFF2-40B4-BE49-F238E27FC236}">
                <a16:creationId xmlns:a16="http://schemas.microsoft.com/office/drawing/2014/main" id="{C06D8606-1217-26E2-FC25-88005A9D5BDD}"/>
              </a:ext>
            </a:extLst>
          </p:cNvPr>
          <p:cNvSpPr/>
          <p:nvPr/>
        </p:nvSpPr>
        <p:spPr>
          <a:xfrm>
            <a:off x="12903708" y="28575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3" name="Прямоугольник 1022">
            <a:extLst>
              <a:ext uri="{FF2B5EF4-FFF2-40B4-BE49-F238E27FC236}">
                <a16:creationId xmlns:a16="http://schemas.microsoft.com/office/drawing/2014/main" id="{BCA6198B-F3DC-2FB7-10A4-BD0AF931E055}"/>
              </a:ext>
            </a:extLst>
          </p:cNvPr>
          <p:cNvSpPr/>
          <p:nvPr/>
        </p:nvSpPr>
        <p:spPr>
          <a:xfrm>
            <a:off x="12543910" y="51964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4" name="Прямоугольник 1023">
            <a:extLst>
              <a:ext uri="{FF2B5EF4-FFF2-40B4-BE49-F238E27FC236}">
                <a16:creationId xmlns:a16="http://schemas.microsoft.com/office/drawing/2014/main" id="{AE295A60-2942-B6FB-A3D5-C53B8ECD2BA8}"/>
              </a:ext>
            </a:extLst>
          </p:cNvPr>
          <p:cNvSpPr/>
          <p:nvPr/>
        </p:nvSpPr>
        <p:spPr>
          <a:xfrm>
            <a:off x="5899673" y="66528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5" name="Прямоугольник 1024">
            <a:extLst>
              <a:ext uri="{FF2B5EF4-FFF2-40B4-BE49-F238E27FC236}">
                <a16:creationId xmlns:a16="http://schemas.microsoft.com/office/drawing/2014/main" id="{F77E351B-0B84-F75E-01FF-FC4EBABB9032}"/>
              </a:ext>
            </a:extLst>
          </p:cNvPr>
          <p:cNvSpPr/>
          <p:nvPr/>
        </p:nvSpPr>
        <p:spPr>
          <a:xfrm>
            <a:off x="2842852" y="59403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6" name="Прямоугольник 1025">
            <a:extLst>
              <a:ext uri="{FF2B5EF4-FFF2-40B4-BE49-F238E27FC236}">
                <a16:creationId xmlns:a16="http://schemas.microsoft.com/office/drawing/2014/main" id="{B9F98888-9602-4A77-F5C3-7EA69F54FEB8}"/>
              </a:ext>
            </a:extLst>
          </p:cNvPr>
          <p:cNvSpPr/>
          <p:nvPr/>
        </p:nvSpPr>
        <p:spPr>
          <a:xfrm>
            <a:off x="8287974" y="33622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7" name="Прямоугольник 1026">
            <a:extLst>
              <a:ext uri="{FF2B5EF4-FFF2-40B4-BE49-F238E27FC236}">
                <a16:creationId xmlns:a16="http://schemas.microsoft.com/office/drawing/2014/main" id="{37B69FD7-0A7F-F645-E20E-2737BD0125BF}"/>
              </a:ext>
            </a:extLst>
          </p:cNvPr>
          <p:cNvSpPr/>
          <p:nvPr/>
        </p:nvSpPr>
        <p:spPr>
          <a:xfrm>
            <a:off x="9805989" y="59932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8" name="Прямоугольник 1027">
            <a:extLst>
              <a:ext uri="{FF2B5EF4-FFF2-40B4-BE49-F238E27FC236}">
                <a16:creationId xmlns:a16="http://schemas.microsoft.com/office/drawing/2014/main" id="{DAB86D75-2BC8-9014-43AC-B5C39D604F24}"/>
              </a:ext>
            </a:extLst>
          </p:cNvPr>
          <p:cNvSpPr/>
          <p:nvPr/>
        </p:nvSpPr>
        <p:spPr>
          <a:xfrm>
            <a:off x="7296031" y="82607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29" name="Прямоугольник 1028">
            <a:extLst>
              <a:ext uri="{FF2B5EF4-FFF2-40B4-BE49-F238E27FC236}">
                <a16:creationId xmlns:a16="http://schemas.microsoft.com/office/drawing/2014/main" id="{E20F5403-2A2D-4CF7-5528-8E41EB03380B}"/>
              </a:ext>
            </a:extLst>
          </p:cNvPr>
          <p:cNvSpPr/>
          <p:nvPr/>
        </p:nvSpPr>
        <p:spPr>
          <a:xfrm>
            <a:off x="3484094" y="8573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0" name="Прямоугольник 1029">
            <a:extLst>
              <a:ext uri="{FF2B5EF4-FFF2-40B4-BE49-F238E27FC236}">
                <a16:creationId xmlns:a16="http://schemas.microsoft.com/office/drawing/2014/main" id="{A1FB5D9B-6F14-E409-1FB3-9D35E4495947}"/>
              </a:ext>
            </a:extLst>
          </p:cNvPr>
          <p:cNvSpPr/>
          <p:nvPr/>
        </p:nvSpPr>
        <p:spPr>
          <a:xfrm>
            <a:off x="13056108" y="30099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1" name="Прямоугольник 1030">
            <a:extLst>
              <a:ext uri="{FF2B5EF4-FFF2-40B4-BE49-F238E27FC236}">
                <a16:creationId xmlns:a16="http://schemas.microsoft.com/office/drawing/2014/main" id="{7AD6B725-1D90-EB80-54BA-9F1EDF4250E4}"/>
              </a:ext>
            </a:extLst>
          </p:cNvPr>
          <p:cNvSpPr/>
          <p:nvPr/>
        </p:nvSpPr>
        <p:spPr>
          <a:xfrm>
            <a:off x="12696310" y="53488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2" name="Прямоугольник 1031">
            <a:extLst>
              <a:ext uri="{FF2B5EF4-FFF2-40B4-BE49-F238E27FC236}">
                <a16:creationId xmlns:a16="http://schemas.microsoft.com/office/drawing/2014/main" id="{3194975D-D0DD-8907-9CCF-22C1FF1A6AB2}"/>
              </a:ext>
            </a:extLst>
          </p:cNvPr>
          <p:cNvSpPr/>
          <p:nvPr/>
        </p:nvSpPr>
        <p:spPr>
          <a:xfrm>
            <a:off x="6052073" y="68052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3" name="Прямоугольник 1032">
            <a:extLst>
              <a:ext uri="{FF2B5EF4-FFF2-40B4-BE49-F238E27FC236}">
                <a16:creationId xmlns:a16="http://schemas.microsoft.com/office/drawing/2014/main" id="{0DD3298F-AD9B-0751-C9B6-97D52167ED8A}"/>
              </a:ext>
            </a:extLst>
          </p:cNvPr>
          <p:cNvSpPr/>
          <p:nvPr/>
        </p:nvSpPr>
        <p:spPr>
          <a:xfrm>
            <a:off x="2995252" y="60927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4" name="Прямоугольник 1033">
            <a:extLst>
              <a:ext uri="{FF2B5EF4-FFF2-40B4-BE49-F238E27FC236}">
                <a16:creationId xmlns:a16="http://schemas.microsoft.com/office/drawing/2014/main" id="{C57D72E2-6300-18BB-402E-B1ECC3BC8207}"/>
              </a:ext>
            </a:extLst>
          </p:cNvPr>
          <p:cNvSpPr/>
          <p:nvPr/>
        </p:nvSpPr>
        <p:spPr>
          <a:xfrm>
            <a:off x="8440374" y="35146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5" name="Прямоугольник 1034">
            <a:extLst>
              <a:ext uri="{FF2B5EF4-FFF2-40B4-BE49-F238E27FC236}">
                <a16:creationId xmlns:a16="http://schemas.microsoft.com/office/drawing/2014/main" id="{D14C06D6-BB28-738A-EE12-AB804BBDF2EB}"/>
              </a:ext>
            </a:extLst>
          </p:cNvPr>
          <p:cNvSpPr/>
          <p:nvPr/>
        </p:nvSpPr>
        <p:spPr>
          <a:xfrm>
            <a:off x="9958389" y="61456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6" name="Прямоугольник 1035">
            <a:extLst>
              <a:ext uri="{FF2B5EF4-FFF2-40B4-BE49-F238E27FC236}">
                <a16:creationId xmlns:a16="http://schemas.microsoft.com/office/drawing/2014/main" id="{73DCE69B-6754-BCEF-D5B7-7EC987C5D559}"/>
              </a:ext>
            </a:extLst>
          </p:cNvPr>
          <p:cNvSpPr/>
          <p:nvPr/>
        </p:nvSpPr>
        <p:spPr>
          <a:xfrm>
            <a:off x="7448431" y="84131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7" name="Прямоугольник 1036">
            <a:extLst>
              <a:ext uri="{FF2B5EF4-FFF2-40B4-BE49-F238E27FC236}">
                <a16:creationId xmlns:a16="http://schemas.microsoft.com/office/drawing/2014/main" id="{66F9CAE6-BBDE-056B-B1CF-E70EB9FBD200}"/>
              </a:ext>
            </a:extLst>
          </p:cNvPr>
          <p:cNvSpPr/>
          <p:nvPr/>
        </p:nvSpPr>
        <p:spPr>
          <a:xfrm>
            <a:off x="3636494" y="8725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8" name="Прямоугольник 1037">
            <a:extLst>
              <a:ext uri="{FF2B5EF4-FFF2-40B4-BE49-F238E27FC236}">
                <a16:creationId xmlns:a16="http://schemas.microsoft.com/office/drawing/2014/main" id="{4B2DC2F0-5D84-BED9-76BD-8C2D90468559}"/>
              </a:ext>
            </a:extLst>
          </p:cNvPr>
          <p:cNvSpPr/>
          <p:nvPr/>
        </p:nvSpPr>
        <p:spPr>
          <a:xfrm>
            <a:off x="13208508" y="31623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39" name="Прямоугольник 1038">
            <a:extLst>
              <a:ext uri="{FF2B5EF4-FFF2-40B4-BE49-F238E27FC236}">
                <a16:creationId xmlns:a16="http://schemas.microsoft.com/office/drawing/2014/main" id="{E37B6661-5368-298C-DCF1-40F2809CDA62}"/>
              </a:ext>
            </a:extLst>
          </p:cNvPr>
          <p:cNvSpPr/>
          <p:nvPr/>
        </p:nvSpPr>
        <p:spPr>
          <a:xfrm>
            <a:off x="12848710" y="55012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0" name="Прямоугольник 1039">
            <a:extLst>
              <a:ext uri="{FF2B5EF4-FFF2-40B4-BE49-F238E27FC236}">
                <a16:creationId xmlns:a16="http://schemas.microsoft.com/office/drawing/2014/main" id="{FB87788D-A35F-20B0-35FE-C55FC71ABEE1}"/>
              </a:ext>
            </a:extLst>
          </p:cNvPr>
          <p:cNvSpPr/>
          <p:nvPr/>
        </p:nvSpPr>
        <p:spPr>
          <a:xfrm>
            <a:off x="6204473" y="69576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1" name="Прямоугольник 1040">
            <a:extLst>
              <a:ext uri="{FF2B5EF4-FFF2-40B4-BE49-F238E27FC236}">
                <a16:creationId xmlns:a16="http://schemas.microsoft.com/office/drawing/2014/main" id="{98C8AB06-39B4-2E7A-0C45-86DE8D1A781E}"/>
              </a:ext>
            </a:extLst>
          </p:cNvPr>
          <p:cNvSpPr/>
          <p:nvPr/>
        </p:nvSpPr>
        <p:spPr>
          <a:xfrm>
            <a:off x="3147652" y="62451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2" name="Прямоугольник 1041">
            <a:extLst>
              <a:ext uri="{FF2B5EF4-FFF2-40B4-BE49-F238E27FC236}">
                <a16:creationId xmlns:a16="http://schemas.microsoft.com/office/drawing/2014/main" id="{72425EB1-999D-55C0-A1DD-7A2368FE89F1}"/>
              </a:ext>
            </a:extLst>
          </p:cNvPr>
          <p:cNvSpPr/>
          <p:nvPr/>
        </p:nvSpPr>
        <p:spPr>
          <a:xfrm>
            <a:off x="8592774" y="36670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3" name="Прямоугольник 1042">
            <a:extLst>
              <a:ext uri="{FF2B5EF4-FFF2-40B4-BE49-F238E27FC236}">
                <a16:creationId xmlns:a16="http://schemas.microsoft.com/office/drawing/2014/main" id="{35F0C345-4586-557D-D148-E26D75314CB4}"/>
              </a:ext>
            </a:extLst>
          </p:cNvPr>
          <p:cNvSpPr/>
          <p:nvPr/>
        </p:nvSpPr>
        <p:spPr>
          <a:xfrm>
            <a:off x="10110789" y="62980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4" name="Прямоугольник 1043">
            <a:extLst>
              <a:ext uri="{FF2B5EF4-FFF2-40B4-BE49-F238E27FC236}">
                <a16:creationId xmlns:a16="http://schemas.microsoft.com/office/drawing/2014/main" id="{2A7DF49B-7AF3-485E-5DF6-F4E34C8D3FCF}"/>
              </a:ext>
            </a:extLst>
          </p:cNvPr>
          <p:cNvSpPr/>
          <p:nvPr/>
        </p:nvSpPr>
        <p:spPr>
          <a:xfrm>
            <a:off x="7600831" y="85655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5" name="Прямоугольник 1044">
            <a:extLst>
              <a:ext uri="{FF2B5EF4-FFF2-40B4-BE49-F238E27FC236}">
                <a16:creationId xmlns:a16="http://schemas.microsoft.com/office/drawing/2014/main" id="{0F0F90DE-014F-2E2D-C07C-1EC9A612E83A}"/>
              </a:ext>
            </a:extLst>
          </p:cNvPr>
          <p:cNvSpPr/>
          <p:nvPr/>
        </p:nvSpPr>
        <p:spPr>
          <a:xfrm>
            <a:off x="3788894" y="8878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6" name="Прямоугольник 1045">
            <a:extLst>
              <a:ext uri="{FF2B5EF4-FFF2-40B4-BE49-F238E27FC236}">
                <a16:creationId xmlns:a16="http://schemas.microsoft.com/office/drawing/2014/main" id="{186915A7-6089-202F-C000-DE7712393F2D}"/>
              </a:ext>
            </a:extLst>
          </p:cNvPr>
          <p:cNvSpPr/>
          <p:nvPr/>
        </p:nvSpPr>
        <p:spPr>
          <a:xfrm>
            <a:off x="13360908" y="331470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7" name="Прямоугольник 1046">
            <a:extLst>
              <a:ext uri="{FF2B5EF4-FFF2-40B4-BE49-F238E27FC236}">
                <a16:creationId xmlns:a16="http://schemas.microsoft.com/office/drawing/2014/main" id="{639AA712-30E2-DAC4-E91A-5579504E3F01}"/>
              </a:ext>
            </a:extLst>
          </p:cNvPr>
          <p:cNvSpPr/>
          <p:nvPr/>
        </p:nvSpPr>
        <p:spPr>
          <a:xfrm>
            <a:off x="13001110" y="565369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8" name="Прямоугольник 1047">
            <a:extLst>
              <a:ext uri="{FF2B5EF4-FFF2-40B4-BE49-F238E27FC236}">
                <a16:creationId xmlns:a16="http://schemas.microsoft.com/office/drawing/2014/main" id="{84B40256-6262-3A04-1F8A-83B961BD7B58}"/>
              </a:ext>
            </a:extLst>
          </p:cNvPr>
          <p:cNvSpPr/>
          <p:nvPr/>
        </p:nvSpPr>
        <p:spPr>
          <a:xfrm>
            <a:off x="6356873" y="71100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9" name="Прямоугольник 1048">
            <a:extLst>
              <a:ext uri="{FF2B5EF4-FFF2-40B4-BE49-F238E27FC236}">
                <a16:creationId xmlns:a16="http://schemas.microsoft.com/office/drawing/2014/main" id="{74064900-6392-7DB6-D58A-484913FE8AA9}"/>
              </a:ext>
            </a:extLst>
          </p:cNvPr>
          <p:cNvSpPr/>
          <p:nvPr/>
        </p:nvSpPr>
        <p:spPr>
          <a:xfrm>
            <a:off x="3300052" y="639756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0" name="Прямоугольник 1049">
            <a:extLst>
              <a:ext uri="{FF2B5EF4-FFF2-40B4-BE49-F238E27FC236}">
                <a16:creationId xmlns:a16="http://schemas.microsoft.com/office/drawing/2014/main" id="{BF15039C-5983-E0F5-D019-AEF59F48DBB6}"/>
              </a:ext>
            </a:extLst>
          </p:cNvPr>
          <p:cNvSpPr/>
          <p:nvPr/>
        </p:nvSpPr>
        <p:spPr>
          <a:xfrm>
            <a:off x="8745174" y="381943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1" name="Прямоугольник 1050">
            <a:extLst>
              <a:ext uri="{FF2B5EF4-FFF2-40B4-BE49-F238E27FC236}">
                <a16:creationId xmlns:a16="http://schemas.microsoft.com/office/drawing/2014/main" id="{32142624-883E-AD1E-AA08-F089B4A0940F}"/>
              </a:ext>
            </a:extLst>
          </p:cNvPr>
          <p:cNvSpPr/>
          <p:nvPr/>
        </p:nvSpPr>
        <p:spPr>
          <a:xfrm>
            <a:off x="10263189" y="645041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2" name="Прямоугольник 1051">
            <a:extLst>
              <a:ext uri="{FF2B5EF4-FFF2-40B4-BE49-F238E27FC236}">
                <a16:creationId xmlns:a16="http://schemas.microsoft.com/office/drawing/2014/main" id="{8912AD68-89F7-3950-E515-E2F7D4DA0668}"/>
              </a:ext>
            </a:extLst>
          </p:cNvPr>
          <p:cNvSpPr/>
          <p:nvPr/>
        </p:nvSpPr>
        <p:spPr>
          <a:xfrm>
            <a:off x="7753231" y="871798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3" name="Прямоугольник 1052">
            <a:extLst>
              <a:ext uri="{FF2B5EF4-FFF2-40B4-BE49-F238E27FC236}">
                <a16:creationId xmlns:a16="http://schemas.microsoft.com/office/drawing/2014/main" id="{592574C5-2A69-FF82-BE04-2321C06276A7}"/>
              </a:ext>
            </a:extLst>
          </p:cNvPr>
          <p:cNvSpPr/>
          <p:nvPr/>
        </p:nvSpPr>
        <p:spPr>
          <a:xfrm>
            <a:off x="3941294" y="903049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54" name="Подзаголовок 2">
            <a:extLst>
              <a:ext uri="{FF2B5EF4-FFF2-40B4-BE49-F238E27FC236}">
                <a16:creationId xmlns:a16="http://schemas.microsoft.com/office/drawing/2014/main" id="{EC3E3842-A8B7-78CD-3BCB-0A578965492D}"/>
              </a:ext>
            </a:extLst>
          </p:cNvPr>
          <p:cNvSpPr txBox="1">
            <a:spLocks/>
          </p:cNvSpPr>
          <p:nvPr/>
        </p:nvSpPr>
        <p:spPr>
          <a:xfrm>
            <a:off x="3177306" y="16795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55" name="Подзаголовок 2">
            <a:extLst>
              <a:ext uri="{FF2B5EF4-FFF2-40B4-BE49-F238E27FC236}">
                <a16:creationId xmlns:a16="http://schemas.microsoft.com/office/drawing/2014/main" id="{E9814237-8E33-8EAB-D870-A928012AF2ED}"/>
              </a:ext>
            </a:extLst>
          </p:cNvPr>
          <p:cNvSpPr txBox="1">
            <a:spLocks/>
          </p:cNvSpPr>
          <p:nvPr/>
        </p:nvSpPr>
        <p:spPr>
          <a:xfrm>
            <a:off x="3377332" y="16795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56" name="Подзаголовок 2">
            <a:extLst>
              <a:ext uri="{FF2B5EF4-FFF2-40B4-BE49-F238E27FC236}">
                <a16:creationId xmlns:a16="http://schemas.microsoft.com/office/drawing/2014/main" id="{8EE4BBAE-7A91-D09D-176C-70F090363871}"/>
              </a:ext>
            </a:extLst>
          </p:cNvPr>
          <p:cNvSpPr txBox="1">
            <a:spLocks/>
          </p:cNvSpPr>
          <p:nvPr/>
        </p:nvSpPr>
        <p:spPr>
          <a:xfrm>
            <a:off x="3577358" y="16795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57" name="Подзаголовок 2">
            <a:extLst>
              <a:ext uri="{FF2B5EF4-FFF2-40B4-BE49-F238E27FC236}">
                <a16:creationId xmlns:a16="http://schemas.microsoft.com/office/drawing/2014/main" id="{0D41EBB7-8FB6-B348-DC5E-36221423DCE5}"/>
              </a:ext>
            </a:extLst>
          </p:cNvPr>
          <p:cNvSpPr txBox="1">
            <a:spLocks/>
          </p:cNvSpPr>
          <p:nvPr/>
        </p:nvSpPr>
        <p:spPr>
          <a:xfrm>
            <a:off x="3765481" y="16795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58" name="Подзаголовок 2">
            <a:extLst>
              <a:ext uri="{FF2B5EF4-FFF2-40B4-BE49-F238E27FC236}">
                <a16:creationId xmlns:a16="http://schemas.microsoft.com/office/drawing/2014/main" id="{E343C3BA-773E-76DB-FCC0-D6338FDE4A9B}"/>
              </a:ext>
            </a:extLst>
          </p:cNvPr>
          <p:cNvSpPr txBox="1">
            <a:spLocks/>
          </p:cNvSpPr>
          <p:nvPr/>
        </p:nvSpPr>
        <p:spPr>
          <a:xfrm>
            <a:off x="3977411" y="16795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59" name="Подзаголовок 2">
            <a:extLst>
              <a:ext uri="{FF2B5EF4-FFF2-40B4-BE49-F238E27FC236}">
                <a16:creationId xmlns:a16="http://schemas.microsoft.com/office/drawing/2014/main" id="{6642AB23-A87C-AD6A-930A-D6C5B4E8028B}"/>
              </a:ext>
            </a:extLst>
          </p:cNvPr>
          <p:cNvSpPr txBox="1">
            <a:spLocks/>
          </p:cNvSpPr>
          <p:nvPr/>
        </p:nvSpPr>
        <p:spPr>
          <a:xfrm>
            <a:off x="4177437" y="16795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60" name="Прямоугольник: скругленные углы 1059">
            <a:extLst>
              <a:ext uri="{FF2B5EF4-FFF2-40B4-BE49-F238E27FC236}">
                <a16:creationId xmlns:a16="http://schemas.microsoft.com/office/drawing/2014/main" id="{1E3DE4D7-E04E-D47A-A87F-79798F584222}"/>
              </a:ext>
            </a:extLst>
          </p:cNvPr>
          <p:cNvSpPr/>
          <p:nvPr/>
        </p:nvSpPr>
        <p:spPr>
          <a:xfrm>
            <a:off x="8619936" y="171274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1" name="Прямоугольник: скругленные углы 1060">
            <a:hlinkClick r:id="rId10" action="ppaction://hlinksldjump"/>
            <a:extLst>
              <a:ext uri="{FF2B5EF4-FFF2-40B4-BE49-F238E27FC236}">
                <a16:creationId xmlns:a16="http://schemas.microsoft.com/office/drawing/2014/main" id="{1745FE64-C5EC-7B4B-6DB6-9D587E4990AC}"/>
              </a:ext>
            </a:extLst>
          </p:cNvPr>
          <p:cNvSpPr/>
          <p:nvPr/>
        </p:nvSpPr>
        <p:spPr>
          <a:xfrm>
            <a:off x="8644708" y="154282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2" name="Прямоугольник 1061">
            <a:extLst>
              <a:ext uri="{FF2B5EF4-FFF2-40B4-BE49-F238E27FC236}">
                <a16:creationId xmlns:a16="http://schemas.microsoft.com/office/drawing/2014/main" id="{41DD608F-B275-59BC-1210-45BEECD1C17E}"/>
              </a:ext>
            </a:extLst>
          </p:cNvPr>
          <p:cNvSpPr/>
          <p:nvPr/>
        </p:nvSpPr>
        <p:spPr>
          <a:xfrm>
            <a:off x="322513" y="916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3" name="Прямоугольник 1062">
            <a:extLst>
              <a:ext uri="{FF2B5EF4-FFF2-40B4-BE49-F238E27FC236}">
                <a16:creationId xmlns:a16="http://schemas.microsoft.com/office/drawing/2014/main" id="{84543B82-4E7A-6ADC-FC62-CE6C9CF04FDF}"/>
              </a:ext>
            </a:extLst>
          </p:cNvPr>
          <p:cNvSpPr/>
          <p:nvPr/>
        </p:nvSpPr>
        <p:spPr>
          <a:xfrm>
            <a:off x="474913" y="1069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4" name="Прямоугольник 1063">
            <a:extLst>
              <a:ext uri="{FF2B5EF4-FFF2-40B4-BE49-F238E27FC236}">
                <a16:creationId xmlns:a16="http://schemas.microsoft.com/office/drawing/2014/main" id="{C7DC3B72-4B90-B2DD-EC4E-C4B6D966FABD}"/>
              </a:ext>
            </a:extLst>
          </p:cNvPr>
          <p:cNvSpPr/>
          <p:nvPr/>
        </p:nvSpPr>
        <p:spPr>
          <a:xfrm>
            <a:off x="4439250" y="909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5" name="Прямоугольник 1064">
            <a:extLst>
              <a:ext uri="{FF2B5EF4-FFF2-40B4-BE49-F238E27FC236}">
                <a16:creationId xmlns:a16="http://schemas.microsoft.com/office/drawing/2014/main" id="{7F1E9470-FC11-3612-3BCE-084311B61336}"/>
              </a:ext>
            </a:extLst>
          </p:cNvPr>
          <p:cNvSpPr/>
          <p:nvPr/>
        </p:nvSpPr>
        <p:spPr>
          <a:xfrm>
            <a:off x="627313" y="1221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6" name="Прямоугольник 1065">
            <a:extLst>
              <a:ext uri="{FF2B5EF4-FFF2-40B4-BE49-F238E27FC236}">
                <a16:creationId xmlns:a16="http://schemas.microsoft.com/office/drawing/2014/main" id="{0CF99BC2-FF3A-3554-E9D2-26487360765A}"/>
              </a:ext>
            </a:extLst>
          </p:cNvPr>
          <p:cNvSpPr/>
          <p:nvPr/>
        </p:nvSpPr>
        <p:spPr>
          <a:xfrm rot="10154040">
            <a:off x="4591650" y="10614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7" name="Прямоугольник 1066">
            <a:extLst>
              <a:ext uri="{FF2B5EF4-FFF2-40B4-BE49-F238E27FC236}">
                <a16:creationId xmlns:a16="http://schemas.microsoft.com/office/drawing/2014/main" id="{968D22A7-92DA-AF76-4CED-2DEB74563764}"/>
              </a:ext>
            </a:extLst>
          </p:cNvPr>
          <p:cNvSpPr/>
          <p:nvPr/>
        </p:nvSpPr>
        <p:spPr>
          <a:xfrm rot="10154040">
            <a:off x="779713" y="1373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8" name="Прямоугольник 1067">
            <a:extLst>
              <a:ext uri="{FF2B5EF4-FFF2-40B4-BE49-F238E27FC236}">
                <a16:creationId xmlns:a16="http://schemas.microsoft.com/office/drawing/2014/main" id="{3E7090C7-2AA4-0819-5DA1-461785B1F020}"/>
              </a:ext>
            </a:extLst>
          </p:cNvPr>
          <p:cNvSpPr/>
          <p:nvPr/>
        </p:nvSpPr>
        <p:spPr>
          <a:xfrm rot="10154040">
            <a:off x="4744050" y="12138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9" name="Прямоугольник 1068">
            <a:extLst>
              <a:ext uri="{FF2B5EF4-FFF2-40B4-BE49-F238E27FC236}">
                <a16:creationId xmlns:a16="http://schemas.microsoft.com/office/drawing/2014/main" id="{70521411-1D66-EAE3-207F-83A8E8C6929E}"/>
              </a:ext>
            </a:extLst>
          </p:cNvPr>
          <p:cNvSpPr/>
          <p:nvPr/>
        </p:nvSpPr>
        <p:spPr>
          <a:xfrm rot="10154040">
            <a:off x="932113" y="15263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0" name="Прямоугольник 1069">
            <a:extLst>
              <a:ext uri="{FF2B5EF4-FFF2-40B4-BE49-F238E27FC236}">
                <a16:creationId xmlns:a16="http://schemas.microsoft.com/office/drawing/2014/main" id="{0CC071B2-8321-AF8E-E2CD-55FDA9A418CC}"/>
              </a:ext>
            </a:extLst>
          </p:cNvPr>
          <p:cNvSpPr/>
          <p:nvPr/>
        </p:nvSpPr>
        <p:spPr>
          <a:xfrm rot="10154040">
            <a:off x="4896450" y="13662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1" name="Прямоугольник 1070">
            <a:extLst>
              <a:ext uri="{FF2B5EF4-FFF2-40B4-BE49-F238E27FC236}">
                <a16:creationId xmlns:a16="http://schemas.microsoft.com/office/drawing/2014/main" id="{EACF8AB2-CCB2-0A84-49E1-BB9DB649FFFA}"/>
              </a:ext>
            </a:extLst>
          </p:cNvPr>
          <p:cNvSpPr/>
          <p:nvPr/>
        </p:nvSpPr>
        <p:spPr>
          <a:xfrm rot="10154040">
            <a:off x="1084513" y="1678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2" name="Прямоугольник 1071">
            <a:extLst>
              <a:ext uri="{FF2B5EF4-FFF2-40B4-BE49-F238E27FC236}">
                <a16:creationId xmlns:a16="http://schemas.microsoft.com/office/drawing/2014/main" id="{BA48A848-A7B1-132A-8292-838F34D0BFCF}"/>
              </a:ext>
            </a:extLst>
          </p:cNvPr>
          <p:cNvSpPr/>
          <p:nvPr/>
        </p:nvSpPr>
        <p:spPr>
          <a:xfrm rot="10154040">
            <a:off x="5048850" y="15186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3" name="Прямоугольник 1072">
            <a:extLst>
              <a:ext uri="{FF2B5EF4-FFF2-40B4-BE49-F238E27FC236}">
                <a16:creationId xmlns:a16="http://schemas.microsoft.com/office/drawing/2014/main" id="{130A9645-D71A-438B-9C9E-D6D5DD50E0E4}"/>
              </a:ext>
            </a:extLst>
          </p:cNvPr>
          <p:cNvSpPr/>
          <p:nvPr/>
        </p:nvSpPr>
        <p:spPr>
          <a:xfrm rot="10154040">
            <a:off x="1236913" y="1831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4" name="Прямоугольник 1073">
            <a:extLst>
              <a:ext uri="{FF2B5EF4-FFF2-40B4-BE49-F238E27FC236}">
                <a16:creationId xmlns:a16="http://schemas.microsoft.com/office/drawing/2014/main" id="{906500A6-1445-A57F-6FFD-0EF19B5B4A48}"/>
              </a:ext>
            </a:extLst>
          </p:cNvPr>
          <p:cNvSpPr/>
          <p:nvPr/>
        </p:nvSpPr>
        <p:spPr>
          <a:xfrm rot="10154040">
            <a:off x="5582099" y="15597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5" name="Прямоугольник 1074">
            <a:extLst>
              <a:ext uri="{FF2B5EF4-FFF2-40B4-BE49-F238E27FC236}">
                <a16:creationId xmlns:a16="http://schemas.microsoft.com/office/drawing/2014/main" id="{8853B99B-3D90-2481-09D9-46052E286F6C}"/>
              </a:ext>
            </a:extLst>
          </p:cNvPr>
          <p:cNvSpPr/>
          <p:nvPr/>
        </p:nvSpPr>
        <p:spPr>
          <a:xfrm rot="10154040">
            <a:off x="1770162" y="187226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76" name="Подзаголовок 2">
            <a:extLst>
              <a:ext uri="{FF2B5EF4-FFF2-40B4-BE49-F238E27FC236}">
                <a16:creationId xmlns:a16="http://schemas.microsoft.com/office/drawing/2014/main" id="{21FFC97E-5BB4-E459-A0EF-0E9393919299}"/>
              </a:ext>
            </a:extLst>
          </p:cNvPr>
          <p:cNvSpPr txBox="1">
            <a:spLocks/>
          </p:cNvSpPr>
          <p:nvPr/>
        </p:nvSpPr>
        <p:spPr>
          <a:xfrm>
            <a:off x="3329706" y="18319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77" name="Подзаголовок 2">
            <a:extLst>
              <a:ext uri="{FF2B5EF4-FFF2-40B4-BE49-F238E27FC236}">
                <a16:creationId xmlns:a16="http://schemas.microsoft.com/office/drawing/2014/main" id="{C3E4BA6F-3680-F175-8A23-5F38CA526F81}"/>
              </a:ext>
            </a:extLst>
          </p:cNvPr>
          <p:cNvSpPr txBox="1">
            <a:spLocks/>
          </p:cNvSpPr>
          <p:nvPr/>
        </p:nvSpPr>
        <p:spPr>
          <a:xfrm>
            <a:off x="3529732" y="18319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78" name="Подзаголовок 2">
            <a:extLst>
              <a:ext uri="{FF2B5EF4-FFF2-40B4-BE49-F238E27FC236}">
                <a16:creationId xmlns:a16="http://schemas.microsoft.com/office/drawing/2014/main" id="{7A2650AC-F1B6-BE24-C6AC-DCE9708FFF20}"/>
              </a:ext>
            </a:extLst>
          </p:cNvPr>
          <p:cNvSpPr txBox="1">
            <a:spLocks/>
          </p:cNvSpPr>
          <p:nvPr/>
        </p:nvSpPr>
        <p:spPr>
          <a:xfrm>
            <a:off x="3729758" y="18319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79" name="Подзаголовок 2">
            <a:extLst>
              <a:ext uri="{FF2B5EF4-FFF2-40B4-BE49-F238E27FC236}">
                <a16:creationId xmlns:a16="http://schemas.microsoft.com/office/drawing/2014/main" id="{3EC0D3B1-81B9-DEDF-FDF3-6BA6A77F5029}"/>
              </a:ext>
            </a:extLst>
          </p:cNvPr>
          <p:cNvSpPr txBox="1">
            <a:spLocks/>
          </p:cNvSpPr>
          <p:nvPr/>
        </p:nvSpPr>
        <p:spPr>
          <a:xfrm>
            <a:off x="3917881" y="18319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80" name="Подзаголовок 2">
            <a:extLst>
              <a:ext uri="{FF2B5EF4-FFF2-40B4-BE49-F238E27FC236}">
                <a16:creationId xmlns:a16="http://schemas.microsoft.com/office/drawing/2014/main" id="{C5E24815-2626-5314-F3DE-81F3595E9654}"/>
              </a:ext>
            </a:extLst>
          </p:cNvPr>
          <p:cNvSpPr txBox="1">
            <a:spLocks/>
          </p:cNvSpPr>
          <p:nvPr/>
        </p:nvSpPr>
        <p:spPr>
          <a:xfrm>
            <a:off x="4129811" y="18319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81" name="Подзаголовок 2">
            <a:extLst>
              <a:ext uri="{FF2B5EF4-FFF2-40B4-BE49-F238E27FC236}">
                <a16:creationId xmlns:a16="http://schemas.microsoft.com/office/drawing/2014/main" id="{C43AD039-F8F9-78A8-7B7F-34C70D255B8E}"/>
              </a:ext>
            </a:extLst>
          </p:cNvPr>
          <p:cNvSpPr txBox="1">
            <a:spLocks/>
          </p:cNvSpPr>
          <p:nvPr/>
        </p:nvSpPr>
        <p:spPr>
          <a:xfrm>
            <a:off x="4329837" y="18319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82" name="Прямоугольник: скругленные углы 1081">
            <a:extLst>
              <a:ext uri="{FF2B5EF4-FFF2-40B4-BE49-F238E27FC236}">
                <a16:creationId xmlns:a16="http://schemas.microsoft.com/office/drawing/2014/main" id="{71BAFD2C-6A9F-A917-7603-52AAEEC485CE}"/>
              </a:ext>
            </a:extLst>
          </p:cNvPr>
          <p:cNvSpPr/>
          <p:nvPr/>
        </p:nvSpPr>
        <p:spPr>
          <a:xfrm>
            <a:off x="8772336" y="186514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3" name="Прямоугольник: скругленные углы 1082">
            <a:hlinkClick r:id="rId10" action="ppaction://hlinksldjump"/>
            <a:extLst>
              <a:ext uri="{FF2B5EF4-FFF2-40B4-BE49-F238E27FC236}">
                <a16:creationId xmlns:a16="http://schemas.microsoft.com/office/drawing/2014/main" id="{FC4C6A30-4BAA-B287-D4A5-564FF9CBB5FB}"/>
              </a:ext>
            </a:extLst>
          </p:cNvPr>
          <p:cNvSpPr/>
          <p:nvPr/>
        </p:nvSpPr>
        <p:spPr>
          <a:xfrm>
            <a:off x="8797108" y="169522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4" name="Прямоугольник 1083">
            <a:extLst>
              <a:ext uri="{FF2B5EF4-FFF2-40B4-BE49-F238E27FC236}">
                <a16:creationId xmlns:a16="http://schemas.microsoft.com/office/drawing/2014/main" id="{18FAF168-88C5-6CBF-9958-E7A298185E6D}"/>
              </a:ext>
            </a:extLst>
          </p:cNvPr>
          <p:cNvSpPr/>
          <p:nvPr/>
        </p:nvSpPr>
        <p:spPr>
          <a:xfrm>
            <a:off x="322513" y="916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5" name="Прямоугольник 1084">
            <a:extLst>
              <a:ext uri="{FF2B5EF4-FFF2-40B4-BE49-F238E27FC236}">
                <a16:creationId xmlns:a16="http://schemas.microsoft.com/office/drawing/2014/main" id="{801857BC-27CD-2FDC-3C32-7438E6DED23F}"/>
              </a:ext>
            </a:extLst>
          </p:cNvPr>
          <p:cNvSpPr/>
          <p:nvPr/>
        </p:nvSpPr>
        <p:spPr>
          <a:xfrm>
            <a:off x="474913" y="1069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6" name="Прямоугольник 1085">
            <a:extLst>
              <a:ext uri="{FF2B5EF4-FFF2-40B4-BE49-F238E27FC236}">
                <a16:creationId xmlns:a16="http://schemas.microsoft.com/office/drawing/2014/main" id="{ACD26496-8821-F233-773A-27AE2B8A05A9}"/>
              </a:ext>
            </a:extLst>
          </p:cNvPr>
          <p:cNvSpPr/>
          <p:nvPr/>
        </p:nvSpPr>
        <p:spPr>
          <a:xfrm>
            <a:off x="4439250" y="909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7" name="Прямоугольник 1086">
            <a:extLst>
              <a:ext uri="{FF2B5EF4-FFF2-40B4-BE49-F238E27FC236}">
                <a16:creationId xmlns:a16="http://schemas.microsoft.com/office/drawing/2014/main" id="{63C12AAC-CECE-6461-9F46-0FADD2EFD639}"/>
              </a:ext>
            </a:extLst>
          </p:cNvPr>
          <p:cNvSpPr/>
          <p:nvPr/>
        </p:nvSpPr>
        <p:spPr>
          <a:xfrm>
            <a:off x="627313" y="1221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8" name="Прямоугольник 1087">
            <a:extLst>
              <a:ext uri="{FF2B5EF4-FFF2-40B4-BE49-F238E27FC236}">
                <a16:creationId xmlns:a16="http://schemas.microsoft.com/office/drawing/2014/main" id="{15A9EF30-4AC8-1E6A-4F1B-7E5C0379E623}"/>
              </a:ext>
            </a:extLst>
          </p:cNvPr>
          <p:cNvSpPr/>
          <p:nvPr/>
        </p:nvSpPr>
        <p:spPr>
          <a:xfrm>
            <a:off x="4591650" y="10614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89" name="Прямоугольник 1088">
            <a:extLst>
              <a:ext uri="{FF2B5EF4-FFF2-40B4-BE49-F238E27FC236}">
                <a16:creationId xmlns:a16="http://schemas.microsoft.com/office/drawing/2014/main" id="{20639851-525B-E266-5935-AAA3690462C9}"/>
              </a:ext>
            </a:extLst>
          </p:cNvPr>
          <p:cNvSpPr/>
          <p:nvPr/>
        </p:nvSpPr>
        <p:spPr>
          <a:xfrm>
            <a:off x="779713" y="1373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0" name="Прямоугольник 1089">
            <a:extLst>
              <a:ext uri="{FF2B5EF4-FFF2-40B4-BE49-F238E27FC236}">
                <a16:creationId xmlns:a16="http://schemas.microsoft.com/office/drawing/2014/main" id="{D0C570FA-29BF-5354-2C8E-58B37A70353A}"/>
              </a:ext>
            </a:extLst>
          </p:cNvPr>
          <p:cNvSpPr/>
          <p:nvPr/>
        </p:nvSpPr>
        <p:spPr>
          <a:xfrm rot="10154040">
            <a:off x="4744050" y="12138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1" name="Прямоугольник 1090">
            <a:extLst>
              <a:ext uri="{FF2B5EF4-FFF2-40B4-BE49-F238E27FC236}">
                <a16:creationId xmlns:a16="http://schemas.microsoft.com/office/drawing/2014/main" id="{16C0B64E-C968-C407-08BD-1C2E9014DE83}"/>
              </a:ext>
            </a:extLst>
          </p:cNvPr>
          <p:cNvSpPr/>
          <p:nvPr/>
        </p:nvSpPr>
        <p:spPr>
          <a:xfrm rot="10154040">
            <a:off x="932113" y="15263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2" name="Прямоугольник 1091">
            <a:extLst>
              <a:ext uri="{FF2B5EF4-FFF2-40B4-BE49-F238E27FC236}">
                <a16:creationId xmlns:a16="http://schemas.microsoft.com/office/drawing/2014/main" id="{58BD168A-E6B7-2E0F-09EF-717C6977F4CE}"/>
              </a:ext>
            </a:extLst>
          </p:cNvPr>
          <p:cNvSpPr/>
          <p:nvPr/>
        </p:nvSpPr>
        <p:spPr>
          <a:xfrm rot="10154040">
            <a:off x="4896450" y="13662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3" name="Прямоугольник 1092">
            <a:extLst>
              <a:ext uri="{FF2B5EF4-FFF2-40B4-BE49-F238E27FC236}">
                <a16:creationId xmlns:a16="http://schemas.microsoft.com/office/drawing/2014/main" id="{BC621DFD-2CF8-24BE-53E5-B452FEC0721E}"/>
              </a:ext>
            </a:extLst>
          </p:cNvPr>
          <p:cNvSpPr/>
          <p:nvPr/>
        </p:nvSpPr>
        <p:spPr>
          <a:xfrm rot="10154040">
            <a:off x="1084513" y="1678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4" name="Прямоугольник 1093">
            <a:extLst>
              <a:ext uri="{FF2B5EF4-FFF2-40B4-BE49-F238E27FC236}">
                <a16:creationId xmlns:a16="http://schemas.microsoft.com/office/drawing/2014/main" id="{EE75E564-A53B-25B7-A0BE-722C99775CFC}"/>
              </a:ext>
            </a:extLst>
          </p:cNvPr>
          <p:cNvSpPr/>
          <p:nvPr/>
        </p:nvSpPr>
        <p:spPr>
          <a:xfrm rot="10154040">
            <a:off x="5048850" y="15186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5" name="Прямоугольник 1094">
            <a:extLst>
              <a:ext uri="{FF2B5EF4-FFF2-40B4-BE49-F238E27FC236}">
                <a16:creationId xmlns:a16="http://schemas.microsoft.com/office/drawing/2014/main" id="{12B5CCC8-C56D-092F-8918-A4DDC44F937A}"/>
              </a:ext>
            </a:extLst>
          </p:cNvPr>
          <p:cNvSpPr/>
          <p:nvPr/>
        </p:nvSpPr>
        <p:spPr>
          <a:xfrm rot="10154040">
            <a:off x="1236913" y="1831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6" name="Прямоугольник 1095">
            <a:extLst>
              <a:ext uri="{FF2B5EF4-FFF2-40B4-BE49-F238E27FC236}">
                <a16:creationId xmlns:a16="http://schemas.microsoft.com/office/drawing/2014/main" id="{13351E07-3E60-6005-D3C1-221C6982B29E}"/>
              </a:ext>
            </a:extLst>
          </p:cNvPr>
          <p:cNvSpPr/>
          <p:nvPr/>
        </p:nvSpPr>
        <p:spPr>
          <a:xfrm rot="10154040">
            <a:off x="5201250" y="1671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7" name="Прямоугольник 1096">
            <a:extLst>
              <a:ext uri="{FF2B5EF4-FFF2-40B4-BE49-F238E27FC236}">
                <a16:creationId xmlns:a16="http://schemas.microsoft.com/office/drawing/2014/main" id="{ECAF557B-EF79-8F98-05B0-88446272C416}"/>
              </a:ext>
            </a:extLst>
          </p:cNvPr>
          <p:cNvSpPr/>
          <p:nvPr/>
        </p:nvSpPr>
        <p:spPr>
          <a:xfrm rot="10154040">
            <a:off x="1389313" y="1983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8" name="Прямоугольник 1097">
            <a:extLst>
              <a:ext uri="{FF2B5EF4-FFF2-40B4-BE49-F238E27FC236}">
                <a16:creationId xmlns:a16="http://schemas.microsoft.com/office/drawing/2014/main" id="{F62250AE-85EA-B504-CD4F-B38E83B15F03}"/>
              </a:ext>
            </a:extLst>
          </p:cNvPr>
          <p:cNvSpPr/>
          <p:nvPr/>
        </p:nvSpPr>
        <p:spPr>
          <a:xfrm rot="10154040">
            <a:off x="5734499" y="17121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99" name="Прямоугольник 1098">
            <a:extLst>
              <a:ext uri="{FF2B5EF4-FFF2-40B4-BE49-F238E27FC236}">
                <a16:creationId xmlns:a16="http://schemas.microsoft.com/office/drawing/2014/main" id="{249896FA-5638-1A4B-C172-E3F22F75ED61}"/>
              </a:ext>
            </a:extLst>
          </p:cNvPr>
          <p:cNvSpPr/>
          <p:nvPr/>
        </p:nvSpPr>
        <p:spPr>
          <a:xfrm rot="10154040">
            <a:off x="1922562" y="202466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00" name="Прямоугольник: скругленные углы 1099">
            <a:extLst>
              <a:ext uri="{FF2B5EF4-FFF2-40B4-BE49-F238E27FC236}">
                <a16:creationId xmlns:a16="http://schemas.microsoft.com/office/drawing/2014/main" id="{A6B99F20-EB6F-2B64-F60D-860D24481149}"/>
              </a:ext>
            </a:extLst>
          </p:cNvPr>
          <p:cNvSpPr/>
          <p:nvPr/>
        </p:nvSpPr>
        <p:spPr>
          <a:xfrm>
            <a:off x="7115878" y="86988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01" name="Подзаголовок 2">
            <a:extLst>
              <a:ext uri="{FF2B5EF4-FFF2-40B4-BE49-F238E27FC236}">
                <a16:creationId xmlns:a16="http://schemas.microsoft.com/office/drawing/2014/main" id="{78579E07-4B00-14D7-C148-9E80490B70D0}"/>
              </a:ext>
            </a:extLst>
          </p:cNvPr>
          <p:cNvSpPr txBox="1">
            <a:spLocks/>
          </p:cNvSpPr>
          <p:nvPr/>
        </p:nvSpPr>
        <p:spPr>
          <a:xfrm>
            <a:off x="3482106" y="19843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02" name="Подзаголовок 2">
            <a:extLst>
              <a:ext uri="{FF2B5EF4-FFF2-40B4-BE49-F238E27FC236}">
                <a16:creationId xmlns:a16="http://schemas.microsoft.com/office/drawing/2014/main" id="{CB6CDC2F-1361-9C6D-B37C-7E29EF3FBE98}"/>
              </a:ext>
            </a:extLst>
          </p:cNvPr>
          <p:cNvSpPr txBox="1">
            <a:spLocks/>
          </p:cNvSpPr>
          <p:nvPr/>
        </p:nvSpPr>
        <p:spPr>
          <a:xfrm>
            <a:off x="3682132" y="19843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03" name="Подзаголовок 2">
            <a:extLst>
              <a:ext uri="{FF2B5EF4-FFF2-40B4-BE49-F238E27FC236}">
                <a16:creationId xmlns:a16="http://schemas.microsoft.com/office/drawing/2014/main" id="{953906BE-FA6C-FD84-40EB-1FFEA99B21EF}"/>
              </a:ext>
            </a:extLst>
          </p:cNvPr>
          <p:cNvSpPr txBox="1">
            <a:spLocks/>
          </p:cNvSpPr>
          <p:nvPr/>
        </p:nvSpPr>
        <p:spPr>
          <a:xfrm>
            <a:off x="3882158" y="19843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04" name="Подзаголовок 2">
            <a:extLst>
              <a:ext uri="{FF2B5EF4-FFF2-40B4-BE49-F238E27FC236}">
                <a16:creationId xmlns:a16="http://schemas.microsoft.com/office/drawing/2014/main" id="{88234AC1-922D-1A76-F1A7-42CCE407DEE2}"/>
              </a:ext>
            </a:extLst>
          </p:cNvPr>
          <p:cNvSpPr txBox="1">
            <a:spLocks/>
          </p:cNvSpPr>
          <p:nvPr/>
        </p:nvSpPr>
        <p:spPr>
          <a:xfrm>
            <a:off x="4070281" y="19843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05" name="Подзаголовок 2">
            <a:extLst>
              <a:ext uri="{FF2B5EF4-FFF2-40B4-BE49-F238E27FC236}">
                <a16:creationId xmlns:a16="http://schemas.microsoft.com/office/drawing/2014/main" id="{F3F3475F-B308-6CEC-2A0E-66DBCD698695}"/>
              </a:ext>
            </a:extLst>
          </p:cNvPr>
          <p:cNvSpPr txBox="1">
            <a:spLocks/>
          </p:cNvSpPr>
          <p:nvPr/>
        </p:nvSpPr>
        <p:spPr>
          <a:xfrm>
            <a:off x="4282211" y="19843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06" name="Подзаголовок 2">
            <a:extLst>
              <a:ext uri="{FF2B5EF4-FFF2-40B4-BE49-F238E27FC236}">
                <a16:creationId xmlns:a16="http://schemas.microsoft.com/office/drawing/2014/main" id="{7ABBCCD1-4924-2C7A-242C-DDC49FD3410F}"/>
              </a:ext>
            </a:extLst>
          </p:cNvPr>
          <p:cNvSpPr txBox="1">
            <a:spLocks/>
          </p:cNvSpPr>
          <p:nvPr/>
        </p:nvSpPr>
        <p:spPr>
          <a:xfrm>
            <a:off x="4482237" y="19843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07" name="Прямоугольник: скругленные углы 1106">
            <a:extLst>
              <a:ext uri="{FF2B5EF4-FFF2-40B4-BE49-F238E27FC236}">
                <a16:creationId xmlns:a16="http://schemas.microsoft.com/office/drawing/2014/main" id="{B4F25C33-6E9D-4EC6-51EE-C1E6044A7FCB}"/>
              </a:ext>
            </a:extLst>
          </p:cNvPr>
          <p:cNvSpPr/>
          <p:nvPr/>
        </p:nvSpPr>
        <p:spPr>
          <a:xfrm>
            <a:off x="7165880" y="91671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108" name="Прямоугольник: скругленные углы 1107">
            <a:extLst>
              <a:ext uri="{FF2B5EF4-FFF2-40B4-BE49-F238E27FC236}">
                <a16:creationId xmlns:a16="http://schemas.microsoft.com/office/drawing/2014/main" id="{FEFA1FC2-C544-9E82-2DBB-13C22C1D1C20}"/>
              </a:ext>
            </a:extLst>
          </p:cNvPr>
          <p:cNvSpPr/>
          <p:nvPr/>
        </p:nvSpPr>
        <p:spPr>
          <a:xfrm>
            <a:off x="10697293" y="91671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109" name="Прямоугольник: скругленные углы 1108">
            <a:hlinkClick r:id="rId4" action="ppaction://hlinksldjump"/>
            <a:extLst>
              <a:ext uri="{FF2B5EF4-FFF2-40B4-BE49-F238E27FC236}">
                <a16:creationId xmlns:a16="http://schemas.microsoft.com/office/drawing/2014/main" id="{8470C7A1-CC2F-2DDD-A6BE-0A5513A1A8DD}"/>
              </a:ext>
            </a:extLst>
          </p:cNvPr>
          <p:cNvSpPr/>
          <p:nvPr/>
        </p:nvSpPr>
        <p:spPr>
          <a:xfrm>
            <a:off x="10697293" y="91671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110" name="Прямоугольник: скругленные углы 1109">
            <a:extLst>
              <a:ext uri="{FF2B5EF4-FFF2-40B4-BE49-F238E27FC236}">
                <a16:creationId xmlns:a16="http://schemas.microsoft.com/office/drawing/2014/main" id="{C8480044-07D6-50F6-CCAF-C736A8D35C1B}"/>
              </a:ext>
            </a:extLst>
          </p:cNvPr>
          <p:cNvSpPr/>
          <p:nvPr/>
        </p:nvSpPr>
        <p:spPr>
          <a:xfrm>
            <a:off x="8924736" y="201754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1" name="Прямоугольник: скругленные углы 1110">
            <a:extLst>
              <a:ext uri="{FF2B5EF4-FFF2-40B4-BE49-F238E27FC236}">
                <a16:creationId xmlns:a16="http://schemas.microsoft.com/office/drawing/2014/main" id="{8D6DC873-ADAE-382C-F0E4-89CD6A368F3E}"/>
              </a:ext>
            </a:extLst>
          </p:cNvPr>
          <p:cNvSpPr/>
          <p:nvPr/>
        </p:nvSpPr>
        <p:spPr>
          <a:xfrm>
            <a:off x="8924736" y="92559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2" name="Прямоугольник: скругленные углы 1111">
            <a:hlinkClick r:id="rId10" action="ppaction://hlinksldjump"/>
            <a:extLst>
              <a:ext uri="{FF2B5EF4-FFF2-40B4-BE49-F238E27FC236}">
                <a16:creationId xmlns:a16="http://schemas.microsoft.com/office/drawing/2014/main" id="{63AEBB70-E70F-5CBC-E955-E0CDF67A5E3A}"/>
              </a:ext>
            </a:extLst>
          </p:cNvPr>
          <p:cNvSpPr/>
          <p:nvPr/>
        </p:nvSpPr>
        <p:spPr>
          <a:xfrm>
            <a:off x="8949508" y="184762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3" name="Прямоугольник 1112">
            <a:extLst>
              <a:ext uri="{FF2B5EF4-FFF2-40B4-BE49-F238E27FC236}">
                <a16:creationId xmlns:a16="http://schemas.microsoft.com/office/drawing/2014/main" id="{855B653F-BF66-DF69-2012-F37B9ED6C345}"/>
              </a:ext>
            </a:extLst>
          </p:cNvPr>
          <p:cNvSpPr/>
          <p:nvPr/>
        </p:nvSpPr>
        <p:spPr>
          <a:xfrm>
            <a:off x="322513" y="916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4" name="Прямоугольник 1113">
            <a:extLst>
              <a:ext uri="{FF2B5EF4-FFF2-40B4-BE49-F238E27FC236}">
                <a16:creationId xmlns:a16="http://schemas.microsoft.com/office/drawing/2014/main" id="{759B9652-84A3-1426-6867-9242F6309529}"/>
              </a:ext>
            </a:extLst>
          </p:cNvPr>
          <p:cNvSpPr/>
          <p:nvPr/>
        </p:nvSpPr>
        <p:spPr>
          <a:xfrm>
            <a:off x="474913" y="1069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5" name="Прямоугольник 1114">
            <a:extLst>
              <a:ext uri="{FF2B5EF4-FFF2-40B4-BE49-F238E27FC236}">
                <a16:creationId xmlns:a16="http://schemas.microsoft.com/office/drawing/2014/main" id="{0207D00F-0678-899A-559E-F689B79ECC52}"/>
              </a:ext>
            </a:extLst>
          </p:cNvPr>
          <p:cNvSpPr/>
          <p:nvPr/>
        </p:nvSpPr>
        <p:spPr>
          <a:xfrm>
            <a:off x="4439250" y="909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6" name="Прямоугольник 1115">
            <a:extLst>
              <a:ext uri="{FF2B5EF4-FFF2-40B4-BE49-F238E27FC236}">
                <a16:creationId xmlns:a16="http://schemas.microsoft.com/office/drawing/2014/main" id="{C1BB40FD-3B3D-F106-5676-2F1A118168E4}"/>
              </a:ext>
            </a:extLst>
          </p:cNvPr>
          <p:cNvSpPr/>
          <p:nvPr/>
        </p:nvSpPr>
        <p:spPr>
          <a:xfrm>
            <a:off x="627313" y="1221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7" name="Прямоугольник 1116">
            <a:extLst>
              <a:ext uri="{FF2B5EF4-FFF2-40B4-BE49-F238E27FC236}">
                <a16:creationId xmlns:a16="http://schemas.microsoft.com/office/drawing/2014/main" id="{1D592453-921C-EBA1-DEC1-FB7D9B1E47B0}"/>
              </a:ext>
            </a:extLst>
          </p:cNvPr>
          <p:cNvSpPr/>
          <p:nvPr/>
        </p:nvSpPr>
        <p:spPr>
          <a:xfrm>
            <a:off x="4591650" y="10614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8" name="Прямоугольник 1117">
            <a:extLst>
              <a:ext uri="{FF2B5EF4-FFF2-40B4-BE49-F238E27FC236}">
                <a16:creationId xmlns:a16="http://schemas.microsoft.com/office/drawing/2014/main" id="{C349ECFF-6F23-3DC7-EF86-E0947C723AE4}"/>
              </a:ext>
            </a:extLst>
          </p:cNvPr>
          <p:cNvSpPr/>
          <p:nvPr/>
        </p:nvSpPr>
        <p:spPr>
          <a:xfrm>
            <a:off x="779713" y="1373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19" name="Прямоугольник 1118">
            <a:extLst>
              <a:ext uri="{FF2B5EF4-FFF2-40B4-BE49-F238E27FC236}">
                <a16:creationId xmlns:a16="http://schemas.microsoft.com/office/drawing/2014/main" id="{92406995-E392-2355-DAE7-B1E96EEE0BEC}"/>
              </a:ext>
            </a:extLst>
          </p:cNvPr>
          <p:cNvSpPr/>
          <p:nvPr/>
        </p:nvSpPr>
        <p:spPr>
          <a:xfrm>
            <a:off x="4744050" y="12138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0" name="Прямоугольник 1119">
            <a:extLst>
              <a:ext uri="{FF2B5EF4-FFF2-40B4-BE49-F238E27FC236}">
                <a16:creationId xmlns:a16="http://schemas.microsoft.com/office/drawing/2014/main" id="{7F02C4C8-1535-8996-FBFD-7A6E18BF4C75}"/>
              </a:ext>
            </a:extLst>
          </p:cNvPr>
          <p:cNvSpPr/>
          <p:nvPr/>
        </p:nvSpPr>
        <p:spPr>
          <a:xfrm>
            <a:off x="932113" y="15263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1" name="Прямоугольник 1120">
            <a:extLst>
              <a:ext uri="{FF2B5EF4-FFF2-40B4-BE49-F238E27FC236}">
                <a16:creationId xmlns:a16="http://schemas.microsoft.com/office/drawing/2014/main" id="{DF562104-1B90-BCC5-0DC6-4FD9BA1E1705}"/>
              </a:ext>
            </a:extLst>
          </p:cNvPr>
          <p:cNvSpPr/>
          <p:nvPr/>
        </p:nvSpPr>
        <p:spPr>
          <a:xfrm rot="10154040">
            <a:off x="4896450" y="13662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2" name="Прямоугольник 1121">
            <a:extLst>
              <a:ext uri="{FF2B5EF4-FFF2-40B4-BE49-F238E27FC236}">
                <a16:creationId xmlns:a16="http://schemas.microsoft.com/office/drawing/2014/main" id="{3BEBEB59-34B4-346C-DBC1-4FC039ED26CF}"/>
              </a:ext>
            </a:extLst>
          </p:cNvPr>
          <p:cNvSpPr/>
          <p:nvPr/>
        </p:nvSpPr>
        <p:spPr>
          <a:xfrm rot="10154040">
            <a:off x="1084513" y="1678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3" name="Прямоугольник 1122">
            <a:extLst>
              <a:ext uri="{FF2B5EF4-FFF2-40B4-BE49-F238E27FC236}">
                <a16:creationId xmlns:a16="http://schemas.microsoft.com/office/drawing/2014/main" id="{91D3F8FC-B63C-4BAB-E361-72C2A7D2BB58}"/>
              </a:ext>
            </a:extLst>
          </p:cNvPr>
          <p:cNvSpPr/>
          <p:nvPr/>
        </p:nvSpPr>
        <p:spPr>
          <a:xfrm rot="10154040">
            <a:off x="5048850" y="15186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4" name="Прямоугольник 1123">
            <a:extLst>
              <a:ext uri="{FF2B5EF4-FFF2-40B4-BE49-F238E27FC236}">
                <a16:creationId xmlns:a16="http://schemas.microsoft.com/office/drawing/2014/main" id="{39F452AD-77DF-D52C-47A2-F911AEEBE51C}"/>
              </a:ext>
            </a:extLst>
          </p:cNvPr>
          <p:cNvSpPr/>
          <p:nvPr/>
        </p:nvSpPr>
        <p:spPr>
          <a:xfrm rot="10154040">
            <a:off x="1236913" y="1831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5" name="Прямоугольник 1124">
            <a:extLst>
              <a:ext uri="{FF2B5EF4-FFF2-40B4-BE49-F238E27FC236}">
                <a16:creationId xmlns:a16="http://schemas.microsoft.com/office/drawing/2014/main" id="{502BBB01-24DC-10CC-F7D3-AC95CB998902}"/>
              </a:ext>
            </a:extLst>
          </p:cNvPr>
          <p:cNvSpPr/>
          <p:nvPr/>
        </p:nvSpPr>
        <p:spPr>
          <a:xfrm rot="10154040">
            <a:off x="5201250" y="1671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6" name="Прямоугольник 1125">
            <a:extLst>
              <a:ext uri="{FF2B5EF4-FFF2-40B4-BE49-F238E27FC236}">
                <a16:creationId xmlns:a16="http://schemas.microsoft.com/office/drawing/2014/main" id="{1E8927A1-6E98-298A-96A9-25909DF63DE2}"/>
              </a:ext>
            </a:extLst>
          </p:cNvPr>
          <p:cNvSpPr/>
          <p:nvPr/>
        </p:nvSpPr>
        <p:spPr>
          <a:xfrm rot="10154040">
            <a:off x="1389313" y="1983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7" name="Прямоугольник 1126">
            <a:extLst>
              <a:ext uri="{FF2B5EF4-FFF2-40B4-BE49-F238E27FC236}">
                <a16:creationId xmlns:a16="http://schemas.microsoft.com/office/drawing/2014/main" id="{4D6835F7-A2CE-E795-7F18-8B437F83254B}"/>
              </a:ext>
            </a:extLst>
          </p:cNvPr>
          <p:cNvSpPr/>
          <p:nvPr/>
        </p:nvSpPr>
        <p:spPr>
          <a:xfrm rot="10154040">
            <a:off x="5353650" y="18234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8" name="Прямоугольник 1127">
            <a:extLst>
              <a:ext uri="{FF2B5EF4-FFF2-40B4-BE49-F238E27FC236}">
                <a16:creationId xmlns:a16="http://schemas.microsoft.com/office/drawing/2014/main" id="{7D0BD73D-9A84-822F-BC94-79FB4D7905B9}"/>
              </a:ext>
            </a:extLst>
          </p:cNvPr>
          <p:cNvSpPr/>
          <p:nvPr/>
        </p:nvSpPr>
        <p:spPr>
          <a:xfrm rot="10154040">
            <a:off x="1541713" y="2135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9" name="Прямоугольник 1128">
            <a:extLst>
              <a:ext uri="{FF2B5EF4-FFF2-40B4-BE49-F238E27FC236}">
                <a16:creationId xmlns:a16="http://schemas.microsoft.com/office/drawing/2014/main" id="{F5C29E01-93E7-C725-7448-02B2A5A8D786}"/>
              </a:ext>
            </a:extLst>
          </p:cNvPr>
          <p:cNvSpPr/>
          <p:nvPr/>
        </p:nvSpPr>
        <p:spPr>
          <a:xfrm rot="10154040">
            <a:off x="5886899" y="18645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0" name="Прямоугольник 1129">
            <a:extLst>
              <a:ext uri="{FF2B5EF4-FFF2-40B4-BE49-F238E27FC236}">
                <a16:creationId xmlns:a16="http://schemas.microsoft.com/office/drawing/2014/main" id="{2F9A6C6B-2839-75A4-E16E-9E7C0AC5C049}"/>
              </a:ext>
            </a:extLst>
          </p:cNvPr>
          <p:cNvSpPr/>
          <p:nvPr/>
        </p:nvSpPr>
        <p:spPr>
          <a:xfrm rot="10154040">
            <a:off x="2074962" y="217706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1" name="Прямоугольник: скругленные углы 1130">
            <a:extLst>
              <a:ext uri="{FF2B5EF4-FFF2-40B4-BE49-F238E27FC236}">
                <a16:creationId xmlns:a16="http://schemas.microsoft.com/office/drawing/2014/main" id="{9BB3D7A5-590A-848D-678B-70748D57CBCF}"/>
              </a:ext>
            </a:extLst>
          </p:cNvPr>
          <p:cNvSpPr/>
          <p:nvPr/>
        </p:nvSpPr>
        <p:spPr>
          <a:xfrm>
            <a:off x="7268278" y="102228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32" name="Подзаголовок 2">
            <a:extLst>
              <a:ext uri="{FF2B5EF4-FFF2-40B4-BE49-F238E27FC236}">
                <a16:creationId xmlns:a16="http://schemas.microsoft.com/office/drawing/2014/main" id="{5A94D458-82FC-BB99-A2D0-0673FC8FD452}"/>
              </a:ext>
            </a:extLst>
          </p:cNvPr>
          <p:cNvSpPr txBox="1">
            <a:spLocks/>
          </p:cNvSpPr>
          <p:nvPr/>
        </p:nvSpPr>
        <p:spPr>
          <a:xfrm>
            <a:off x="3634506" y="21367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33" name="Подзаголовок 2">
            <a:extLst>
              <a:ext uri="{FF2B5EF4-FFF2-40B4-BE49-F238E27FC236}">
                <a16:creationId xmlns:a16="http://schemas.microsoft.com/office/drawing/2014/main" id="{CC9D3CBE-2022-666B-F1C0-EBEA21BBE4D6}"/>
              </a:ext>
            </a:extLst>
          </p:cNvPr>
          <p:cNvSpPr txBox="1">
            <a:spLocks/>
          </p:cNvSpPr>
          <p:nvPr/>
        </p:nvSpPr>
        <p:spPr>
          <a:xfrm>
            <a:off x="3834532" y="21367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34" name="Подзаголовок 2">
            <a:extLst>
              <a:ext uri="{FF2B5EF4-FFF2-40B4-BE49-F238E27FC236}">
                <a16:creationId xmlns:a16="http://schemas.microsoft.com/office/drawing/2014/main" id="{6B905002-25B9-25E4-E02F-A52BFAA4EC4F}"/>
              </a:ext>
            </a:extLst>
          </p:cNvPr>
          <p:cNvSpPr txBox="1">
            <a:spLocks/>
          </p:cNvSpPr>
          <p:nvPr/>
        </p:nvSpPr>
        <p:spPr>
          <a:xfrm>
            <a:off x="4034558" y="21367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35" name="Подзаголовок 2">
            <a:extLst>
              <a:ext uri="{FF2B5EF4-FFF2-40B4-BE49-F238E27FC236}">
                <a16:creationId xmlns:a16="http://schemas.microsoft.com/office/drawing/2014/main" id="{64DB6749-05D4-1F94-214B-FCB46D7B653C}"/>
              </a:ext>
            </a:extLst>
          </p:cNvPr>
          <p:cNvSpPr txBox="1">
            <a:spLocks/>
          </p:cNvSpPr>
          <p:nvPr/>
        </p:nvSpPr>
        <p:spPr>
          <a:xfrm>
            <a:off x="4222681" y="213670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36" name="Подзаголовок 2">
            <a:extLst>
              <a:ext uri="{FF2B5EF4-FFF2-40B4-BE49-F238E27FC236}">
                <a16:creationId xmlns:a16="http://schemas.microsoft.com/office/drawing/2014/main" id="{FEA1F61C-8A6A-1F26-C35E-B2793350A22C}"/>
              </a:ext>
            </a:extLst>
          </p:cNvPr>
          <p:cNvSpPr txBox="1">
            <a:spLocks/>
          </p:cNvSpPr>
          <p:nvPr/>
        </p:nvSpPr>
        <p:spPr>
          <a:xfrm>
            <a:off x="4434611" y="21367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37" name="Подзаголовок 2">
            <a:extLst>
              <a:ext uri="{FF2B5EF4-FFF2-40B4-BE49-F238E27FC236}">
                <a16:creationId xmlns:a16="http://schemas.microsoft.com/office/drawing/2014/main" id="{B18D0E85-374B-7E43-50CC-3D9377E4102E}"/>
              </a:ext>
            </a:extLst>
          </p:cNvPr>
          <p:cNvSpPr txBox="1">
            <a:spLocks/>
          </p:cNvSpPr>
          <p:nvPr/>
        </p:nvSpPr>
        <p:spPr>
          <a:xfrm>
            <a:off x="4634637" y="213670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38" name="Прямоугольник: скругленные углы 1137">
            <a:extLst>
              <a:ext uri="{FF2B5EF4-FFF2-40B4-BE49-F238E27FC236}">
                <a16:creationId xmlns:a16="http://schemas.microsoft.com/office/drawing/2014/main" id="{605B0418-B20D-9166-63C1-901560471DF5}"/>
              </a:ext>
            </a:extLst>
          </p:cNvPr>
          <p:cNvSpPr/>
          <p:nvPr/>
        </p:nvSpPr>
        <p:spPr>
          <a:xfrm>
            <a:off x="7318280" y="106911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139" name="Прямоугольник: скругленные углы 1138">
            <a:extLst>
              <a:ext uri="{FF2B5EF4-FFF2-40B4-BE49-F238E27FC236}">
                <a16:creationId xmlns:a16="http://schemas.microsoft.com/office/drawing/2014/main" id="{46EC1915-3667-5060-55CB-4C1E6B481739}"/>
              </a:ext>
            </a:extLst>
          </p:cNvPr>
          <p:cNvSpPr/>
          <p:nvPr/>
        </p:nvSpPr>
        <p:spPr>
          <a:xfrm>
            <a:off x="10849693" y="106911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140" name="Прямоугольник: скругленные углы 1139">
            <a:hlinkClick r:id="rId4" action="ppaction://hlinksldjump"/>
            <a:extLst>
              <a:ext uri="{FF2B5EF4-FFF2-40B4-BE49-F238E27FC236}">
                <a16:creationId xmlns:a16="http://schemas.microsoft.com/office/drawing/2014/main" id="{96744E9D-9711-D296-DB18-9BC42582EF97}"/>
              </a:ext>
            </a:extLst>
          </p:cNvPr>
          <p:cNvSpPr/>
          <p:nvPr/>
        </p:nvSpPr>
        <p:spPr>
          <a:xfrm>
            <a:off x="10849693" y="106911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141" name="Прямоугольник: скругленные углы 1140">
            <a:extLst>
              <a:ext uri="{FF2B5EF4-FFF2-40B4-BE49-F238E27FC236}">
                <a16:creationId xmlns:a16="http://schemas.microsoft.com/office/drawing/2014/main" id="{642DD2FE-9E81-7A31-46BD-62E77DE48E7F}"/>
              </a:ext>
            </a:extLst>
          </p:cNvPr>
          <p:cNvSpPr/>
          <p:nvPr/>
        </p:nvSpPr>
        <p:spPr>
          <a:xfrm>
            <a:off x="9077136" y="2169948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2" name="Прямоугольник: скругленные углы 1141">
            <a:extLst>
              <a:ext uri="{FF2B5EF4-FFF2-40B4-BE49-F238E27FC236}">
                <a16:creationId xmlns:a16="http://schemas.microsoft.com/office/drawing/2014/main" id="{29192B95-D6B8-66B5-D568-C41B28BA5AE2}"/>
              </a:ext>
            </a:extLst>
          </p:cNvPr>
          <p:cNvSpPr/>
          <p:nvPr/>
        </p:nvSpPr>
        <p:spPr>
          <a:xfrm>
            <a:off x="9077136" y="1077991"/>
            <a:ext cx="687601" cy="687601"/>
          </a:xfrm>
          <a:prstGeom prst="round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3" name="Прямоугольник: скругленные углы 1142">
            <a:hlinkClick r:id="rId10" action="ppaction://hlinksldjump"/>
            <a:extLst>
              <a:ext uri="{FF2B5EF4-FFF2-40B4-BE49-F238E27FC236}">
                <a16:creationId xmlns:a16="http://schemas.microsoft.com/office/drawing/2014/main" id="{58EBF5E0-065B-CFDA-E360-6666138D9A13}"/>
              </a:ext>
            </a:extLst>
          </p:cNvPr>
          <p:cNvSpPr/>
          <p:nvPr/>
        </p:nvSpPr>
        <p:spPr>
          <a:xfrm>
            <a:off x="9101908" y="200002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4" name="Прямоугольник 1143">
            <a:extLst>
              <a:ext uri="{FF2B5EF4-FFF2-40B4-BE49-F238E27FC236}">
                <a16:creationId xmlns:a16="http://schemas.microsoft.com/office/drawing/2014/main" id="{C1C71F45-D07C-35DA-056E-6C6789BE6081}"/>
              </a:ext>
            </a:extLst>
          </p:cNvPr>
          <p:cNvSpPr/>
          <p:nvPr/>
        </p:nvSpPr>
        <p:spPr>
          <a:xfrm>
            <a:off x="474913" y="1069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5" name="Прямоугольник 1144">
            <a:extLst>
              <a:ext uri="{FF2B5EF4-FFF2-40B4-BE49-F238E27FC236}">
                <a16:creationId xmlns:a16="http://schemas.microsoft.com/office/drawing/2014/main" id="{15BD4401-93A9-B87E-8EDD-16B3DEC84492}"/>
              </a:ext>
            </a:extLst>
          </p:cNvPr>
          <p:cNvSpPr/>
          <p:nvPr/>
        </p:nvSpPr>
        <p:spPr>
          <a:xfrm>
            <a:off x="4439250" y="909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6" name="Прямоугольник 1145">
            <a:extLst>
              <a:ext uri="{FF2B5EF4-FFF2-40B4-BE49-F238E27FC236}">
                <a16:creationId xmlns:a16="http://schemas.microsoft.com/office/drawing/2014/main" id="{121A38C0-A2CC-53B4-43EA-305D4EA5DC82}"/>
              </a:ext>
            </a:extLst>
          </p:cNvPr>
          <p:cNvSpPr/>
          <p:nvPr/>
        </p:nvSpPr>
        <p:spPr>
          <a:xfrm>
            <a:off x="627313" y="1221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7" name="Прямоугольник 1146">
            <a:extLst>
              <a:ext uri="{FF2B5EF4-FFF2-40B4-BE49-F238E27FC236}">
                <a16:creationId xmlns:a16="http://schemas.microsoft.com/office/drawing/2014/main" id="{53D2AA50-D579-D28B-25A1-E062E398F0E8}"/>
              </a:ext>
            </a:extLst>
          </p:cNvPr>
          <p:cNvSpPr/>
          <p:nvPr/>
        </p:nvSpPr>
        <p:spPr>
          <a:xfrm>
            <a:off x="4591650" y="10614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8" name="Прямоугольник 1147">
            <a:extLst>
              <a:ext uri="{FF2B5EF4-FFF2-40B4-BE49-F238E27FC236}">
                <a16:creationId xmlns:a16="http://schemas.microsoft.com/office/drawing/2014/main" id="{6A3DE2E4-6E63-A290-5AA3-8B812F9CDDA5}"/>
              </a:ext>
            </a:extLst>
          </p:cNvPr>
          <p:cNvSpPr/>
          <p:nvPr/>
        </p:nvSpPr>
        <p:spPr>
          <a:xfrm>
            <a:off x="779713" y="1373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9" name="Прямоугольник 1148">
            <a:extLst>
              <a:ext uri="{FF2B5EF4-FFF2-40B4-BE49-F238E27FC236}">
                <a16:creationId xmlns:a16="http://schemas.microsoft.com/office/drawing/2014/main" id="{E5059924-7A0D-3744-96AE-B0CB6265C2D8}"/>
              </a:ext>
            </a:extLst>
          </p:cNvPr>
          <p:cNvSpPr/>
          <p:nvPr/>
        </p:nvSpPr>
        <p:spPr>
          <a:xfrm>
            <a:off x="4744050" y="12138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0" name="Прямоугольник 1149">
            <a:extLst>
              <a:ext uri="{FF2B5EF4-FFF2-40B4-BE49-F238E27FC236}">
                <a16:creationId xmlns:a16="http://schemas.microsoft.com/office/drawing/2014/main" id="{0322D9DF-1D09-1C11-8C1C-FB16084789AD}"/>
              </a:ext>
            </a:extLst>
          </p:cNvPr>
          <p:cNvSpPr/>
          <p:nvPr/>
        </p:nvSpPr>
        <p:spPr>
          <a:xfrm>
            <a:off x="932113" y="15263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1" name="Прямоугольник 1150">
            <a:extLst>
              <a:ext uri="{FF2B5EF4-FFF2-40B4-BE49-F238E27FC236}">
                <a16:creationId xmlns:a16="http://schemas.microsoft.com/office/drawing/2014/main" id="{1F4D6C3C-3545-F903-09AF-13CE87994870}"/>
              </a:ext>
            </a:extLst>
          </p:cNvPr>
          <p:cNvSpPr/>
          <p:nvPr/>
        </p:nvSpPr>
        <p:spPr>
          <a:xfrm>
            <a:off x="4896450" y="13662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2" name="Прямоугольник 1151">
            <a:extLst>
              <a:ext uri="{FF2B5EF4-FFF2-40B4-BE49-F238E27FC236}">
                <a16:creationId xmlns:a16="http://schemas.microsoft.com/office/drawing/2014/main" id="{AAAFA218-552E-4FCB-3469-6A2D4EDEA8E7}"/>
              </a:ext>
            </a:extLst>
          </p:cNvPr>
          <p:cNvSpPr/>
          <p:nvPr/>
        </p:nvSpPr>
        <p:spPr>
          <a:xfrm>
            <a:off x="1084513" y="1678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3" name="Прямоугольник 1152">
            <a:extLst>
              <a:ext uri="{FF2B5EF4-FFF2-40B4-BE49-F238E27FC236}">
                <a16:creationId xmlns:a16="http://schemas.microsoft.com/office/drawing/2014/main" id="{99B7D3F9-A637-3027-D564-7CF34F2289AB}"/>
              </a:ext>
            </a:extLst>
          </p:cNvPr>
          <p:cNvSpPr/>
          <p:nvPr/>
        </p:nvSpPr>
        <p:spPr>
          <a:xfrm rot="10154040">
            <a:off x="5048850" y="15186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4" name="Прямоугольник 1153">
            <a:extLst>
              <a:ext uri="{FF2B5EF4-FFF2-40B4-BE49-F238E27FC236}">
                <a16:creationId xmlns:a16="http://schemas.microsoft.com/office/drawing/2014/main" id="{97AAFFD5-5455-509A-817F-8C80F559EB92}"/>
              </a:ext>
            </a:extLst>
          </p:cNvPr>
          <p:cNvSpPr/>
          <p:nvPr/>
        </p:nvSpPr>
        <p:spPr>
          <a:xfrm rot="10154040">
            <a:off x="1236913" y="1831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5" name="Прямоугольник 1154">
            <a:extLst>
              <a:ext uri="{FF2B5EF4-FFF2-40B4-BE49-F238E27FC236}">
                <a16:creationId xmlns:a16="http://schemas.microsoft.com/office/drawing/2014/main" id="{31CA50FB-414F-E148-0026-32EB640C5EC3}"/>
              </a:ext>
            </a:extLst>
          </p:cNvPr>
          <p:cNvSpPr/>
          <p:nvPr/>
        </p:nvSpPr>
        <p:spPr>
          <a:xfrm rot="10154040">
            <a:off x="5201250" y="1671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6" name="Прямоугольник 1155">
            <a:extLst>
              <a:ext uri="{FF2B5EF4-FFF2-40B4-BE49-F238E27FC236}">
                <a16:creationId xmlns:a16="http://schemas.microsoft.com/office/drawing/2014/main" id="{0D406CEA-3008-70FE-0149-F23CA32EDA96}"/>
              </a:ext>
            </a:extLst>
          </p:cNvPr>
          <p:cNvSpPr/>
          <p:nvPr/>
        </p:nvSpPr>
        <p:spPr>
          <a:xfrm rot="10154040">
            <a:off x="1389313" y="1983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7" name="Прямоугольник 1156">
            <a:extLst>
              <a:ext uri="{FF2B5EF4-FFF2-40B4-BE49-F238E27FC236}">
                <a16:creationId xmlns:a16="http://schemas.microsoft.com/office/drawing/2014/main" id="{E6702574-2359-C6C5-F440-23CA0887F826}"/>
              </a:ext>
            </a:extLst>
          </p:cNvPr>
          <p:cNvSpPr/>
          <p:nvPr/>
        </p:nvSpPr>
        <p:spPr>
          <a:xfrm rot="10154040">
            <a:off x="5353650" y="18234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8" name="Прямоугольник 1157">
            <a:extLst>
              <a:ext uri="{FF2B5EF4-FFF2-40B4-BE49-F238E27FC236}">
                <a16:creationId xmlns:a16="http://schemas.microsoft.com/office/drawing/2014/main" id="{0EEE55BE-E718-5A3C-9116-985F87CF9DF8}"/>
              </a:ext>
            </a:extLst>
          </p:cNvPr>
          <p:cNvSpPr/>
          <p:nvPr/>
        </p:nvSpPr>
        <p:spPr>
          <a:xfrm rot="10154040">
            <a:off x="1541713" y="2135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59" name="Прямоугольник 1158">
            <a:extLst>
              <a:ext uri="{FF2B5EF4-FFF2-40B4-BE49-F238E27FC236}">
                <a16:creationId xmlns:a16="http://schemas.microsoft.com/office/drawing/2014/main" id="{7B51D796-DFFC-B54A-2C2E-27F829EB6587}"/>
              </a:ext>
            </a:extLst>
          </p:cNvPr>
          <p:cNvSpPr/>
          <p:nvPr/>
        </p:nvSpPr>
        <p:spPr>
          <a:xfrm rot="10154040">
            <a:off x="5506050" y="19758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0" name="Прямоугольник 1159">
            <a:extLst>
              <a:ext uri="{FF2B5EF4-FFF2-40B4-BE49-F238E27FC236}">
                <a16:creationId xmlns:a16="http://schemas.microsoft.com/office/drawing/2014/main" id="{2C3A5A3E-9C85-CC26-FA22-23DC037FCB1D}"/>
              </a:ext>
            </a:extLst>
          </p:cNvPr>
          <p:cNvSpPr/>
          <p:nvPr/>
        </p:nvSpPr>
        <p:spPr>
          <a:xfrm rot="10154040">
            <a:off x="1694113" y="22883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1" name="Прямоугольник 1160">
            <a:extLst>
              <a:ext uri="{FF2B5EF4-FFF2-40B4-BE49-F238E27FC236}">
                <a16:creationId xmlns:a16="http://schemas.microsoft.com/office/drawing/2014/main" id="{5B03A2D4-BC26-24BD-C40F-B78E7D620AA3}"/>
              </a:ext>
            </a:extLst>
          </p:cNvPr>
          <p:cNvSpPr/>
          <p:nvPr/>
        </p:nvSpPr>
        <p:spPr>
          <a:xfrm rot="10154040">
            <a:off x="6039299" y="2016963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2" name="Прямоугольник 1161">
            <a:extLst>
              <a:ext uri="{FF2B5EF4-FFF2-40B4-BE49-F238E27FC236}">
                <a16:creationId xmlns:a16="http://schemas.microsoft.com/office/drawing/2014/main" id="{E2A24514-E512-9644-BBE6-199BF1FD3B08}"/>
              </a:ext>
            </a:extLst>
          </p:cNvPr>
          <p:cNvSpPr/>
          <p:nvPr/>
        </p:nvSpPr>
        <p:spPr>
          <a:xfrm rot="10154040">
            <a:off x="2227362" y="232946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3" name="Прямоугольник 1162">
            <a:extLst>
              <a:ext uri="{FF2B5EF4-FFF2-40B4-BE49-F238E27FC236}">
                <a16:creationId xmlns:a16="http://schemas.microsoft.com/office/drawing/2014/main" id="{AECDDD62-E940-1EA9-6627-DE7FFB863289}"/>
              </a:ext>
            </a:extLst>
          </p:cNvPr>
          <p:cNvSpPr/>
          <p:nvPr/>
        </p:nvSpPr>
        <p:spPr>
          <a:xfrm>
            <a:off x="5658450" y="21282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4" name="Прямоугольник 1163">
            <a:extLst>
              <a:ext uri="{FF2B5EF4-FFF2-40B4-BE49-F238E27FC236}">
                <a16:creationId xmlns:a16="http://schemas.microsoft.com/office/drawing/2014/main" id="{585C6728-569A-8F42-8F17-8C0A38747B45}"/>
              </a:ext>
            </a:extLst>
          </p:cNvPr>
          <p:cNvSpPr/>
          <p:nvPr/>
        </p:nvSpPr>
        <p:spPr>
          <a:xfrm>
            <a:off x="1846513" y="2440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5" name="Прямоугольник 1164">
            <a:extLst>
              <a:ext uri="{FF2B5EF4-FFF2-40B4-BE49-F238E27FC236}">
                <a16:creationId xmlns:a16="http://schemas.microsoft.com/office/drawing/2014/main" id="{0F9263C5-AA18-E5E7-C9DF-463270A4E0CD}"/>
              </a:ext>
            </a:extLst>
          </p:cNvPr>
          <p:cNvSpPr/>
          <p:nvPr/>
        </p:nvSpPr>
        <p:spPr>
          <a:xfrm>
            <a:off x="5810850" y="22806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6" name="Прямоугольник 1165">
            <a:extLst>
              <a:ext uri="{FF2B5EF4-FFF2-40B4-BE49-F238E27FC236}">
                <a16:creationId xmlns:a16="http://schemas.microsoft.com/office/drawing/2014/main" id="{CEB245ED-2E70-EE07-C7E1-6477BDBF275D}"/>
              </a:ext>
            </a:extLst>
          </p:cNvPr>
          <p:cNvSpPr/>
          <p:nvPr/>
        </p:nvSpPr>
        <p:spPr>
          <a:xfrm>
            <a:off x="1998913" y="2593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7" name="Прямоугольник 1166">
            <a:extLst>
              <a:ext uri="{FF2B5EF4-FFF2-40B4-BE49-F238E27FC236}">
                <a16:creationId xmlns:a16="http://schemas.microsoft.com/office/drawing/2014/main" id="{CD9ECBC2-6A21-98C7-062C-A94821F682DE}"/>
              </a:ext>
            </a:extLst>
          </p:cNvPr>
          <p:cNvSpPr/>
          <p:nvPr/>
        </p:nvSpPr>
        <p:spPr>
          <a:xfrm>
            <a:off x="4566892" y="825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8" name="Прямоугольник 1167">
            <a:extLst>
              <a:ext uri="{FF2B5EF4-FFF2-40B4-BE49-F238E27FC236}">
                <a16:creationId xmlns:a16="http://schemas.microsoft.com/office/drawing/2014/main" id="{B91D7CCC-2478-D64A-835E-4A99C89D9330}"/>
              </a:ext>
            </a:extLst>
          </p:cNvPr>
          <p:cNvSpPr/>
          <p:nvPr/>
        </p:nvSpPr>
        <p:spPr>
          <a:xfrm>
            <a:off x="5963250" y="2433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69" name="Прямоугольник 1168">
            <a:extLst>
              <a:ext uri="{FF2B5EF4-FFF2-40B4-BE49-F238E27FC236}">
                <a16:creationId xmlns:a16="http://schemas.microsoft.com/office/drawing/2014/main" id="{F24FE0B0-7946-5C77-FEA6-87736AFF3C0E}"/>
              </a:ext>
            </a:extLst>
          </p:cNvPr>
          <p:cNvSpPr/>
          <p:nvPr/>
        </p:nvSpPr>
        <p:spPr>
          <a:xfrm>
            <a:off x="2151313" y="2745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0" name="Прямоугольник 1169">
            <a:extLst>
              <a:ext uri="{FF2B5EF4-FFF2-40B4-BE49-F238E27FC236}">
                <a16:creationId xmlns:a16="http://schemas.microsoft.com/office/drawing/2014/main" id="{3293E976-EB93-5352-0788-A4607A6B37F8}"/>
              </a:ext>
            </a:extLst>
          </p:cNvPr>
          <p:cNvSpPr/>
          <p:nvPr/>
        </p:nvSpPr>
        <p:spPr>
          <a:xfrm>
            <a:off x="4719292" y="977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1" name="Прямоугольник 1170">
            <a:extLst>
              <a:ext uri="{FF2B5EF4-FFF2-40B4-BE49-F238E27FC236}">
                <a16:creationId xmlns:a16="http://schemas.microsoft.com/office/drawing/2014/main" id="{B018E3D0-5D7C-EFF5-DF3F-5B503F6D8472}"/>
              </a:ext>
            </a:extLst>
          </p:cNvPr>
          <p:cNvSpPr/>
          <p:nvPr/>
        </p:nvSpPr>
        <p:spPr>
          <a:xfrm>
            <a:off x="6115650" y="25854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2" name="Прямоугольник 1171">
            <a:extLst>
              <a:ext uri="{FF2B5EF4-FFF2-40B4-BE49-F238E27FC236}">
                <a16:creationId xmlns:a16="http://schemas.microsoft.com/office/drawing/2014/main" id="{E0A63F60-8DA6-D642-6248-69CB61278FE2}"/>
              </a:ext>
            </a:extLst>
          </p:cNvPr>
          <p:cNvSpPr/>
          <p:nvPr/>
        </p:nvSpPr>
        <p:spPr>
          <a:xfrm>
            <a:off x="2303713" y="2897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3" name="Прямоугольник 1172">
            <a:extLst>
              <a:ext uri="{FF2B5EF4-FFF2-40B4-BE49-F238E27FC236}">
                <a16:creationId xmlns:a16="http://schemas.microsoft.com/office/drawing/2014/main" id="{9DDC0900-2ABE-D9D2-61CB-66D3C18D9086}"/>
              </a:ext>
            </a:extLst>
          </p:cNvPr>
          <p:cNvSpPr/>
          <p:nvPr/>
        </p:nvSpPr>
        <p:spPr>
          <a:xfrm>
            <a:off x="4871692" y="1129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4" name="Прямоугольник 1173">
            <a:extLst>
              <a:ext uri="{FF2B5EF4-FFF2-40B4-BE49-F238E27FC236}">
                <a16:creationId xmlns:a16="http://schemas.microsoft.com/office/drawing/2014/main" id="{84E2A595-9A7D-5820-6DC2-89F5B9B08151}"/>
              </a:ext>
            </a:extLst>
          </p:cNvPr>
          <p:cNvSpPr/>
          <p:nvPr/>
        </p:nvSpPr>
        <p:spPr>
          <a:xfrm>
            <a:off x="6268050" y="27378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5" name="Прямоугольник 1174">
            <a:extLst>
              <a:ext uri="{FF2B5EF4-FFF2-40B4-BE49-F238E27FC236}">
                <a16:creationId xmlns:a16="http://schemas.microsoft.com/office/drawing/2014/main" id="{370EA1E9-E444-A607-CAF7-C49ACCED2E01}"/>
              </a:ext>
            </a:extLst>
          </p:cNvPr>
          <p:cNvSpPr/>
          <p:nvPr/>
        </p:nvSpPr>
        <p:spPr>
          <a:xfrm>
            <a:off x="2456113" y="30503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6" name="Прямоугольник 1175">
            <a:extLst>
              <a:ext uri="{FF2B5EF4-FFF2-40B4-BE49-F238E27FC236}">
                <a16:creationId xmlns:a16="http://schemas.microsoft.com/office/drawing/2014/main" id="{C137884F-374A-4736-D786-864311F4EE8E}"/>
              </a:ext>
            </a:extLst>
          </p:cNvPr>
          <p:cNvSpPr/>
          <p:nvPr/>
        </p:nvSpPr>
        <p:spPr>
          <a:xfrm>
            <a:off x="5024092" y="12823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7" name="Прямоугольник 1176">
            <a:extLst>
              <a:ext uri="{FF2B5EF4-FFF2-40B4-BE49-F238E27FC236}">
                <a16:creationId xmlns:a16="http://schemas.microsoft.com/office/drawing/2014/main" id="{66988EF8-006F-C1CD-F0F5-5C4931CD5C4F}"/>
              </a:ext>
            </a:extLst>
          </p:cNvPr>
          <p:cNvSpPr/>
          <p:nvPr/>
        </p:nvSpPr>
        <p:spPr>
          <a:xfrm>
            <a:off x="6420450" y="28902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8" name="Прямоугольник 1177">
            <a:extLst>
              <a:ext uri="{FF2B5EF4-FFF2-40B4-BE49-F238E27FC236}">
                <a16:creationId xmlns:a16="http://schemas.microsoft.com/office/drawing/2014/main" id="{E0C90BBB-ED9C-BB3D-96DD-EFE15B04B47E}"/>
              </a:ext>
            </a:extLst>
          </p:cNvPr>
          <p:cNvSpPr/>
          <p:nvPr/>
        </p:nvSpPr>
        <p:spPr>
          <a:xfrm>
            <a:off x="2608513" y="3202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79" name="Прямоугольник 1178">
            <a:extLst>
              <a:ext uri="{FF2B5EF4-FFF2-40B4-BE49-F238E27FC236}">
                <a16:creationId xmlns:a16="http://schemas.microsoft.com/office/drawing/2014/main" id="{9C836D15-1BCF-FF96-D0F4-372DA6B98E96}"/>
              </a:ext>
            </a:extLst>
          </p:cNvPr>
          <p:cNvSpPr/>
          <p:nvPr/>
        </p:nvSpPr>
        <p:spPr>
          <a:xfrm>
            <a:off x="5176492" y="14347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0" name="Прямоугольник 1179">
            <a:extLst>
              <a:ext uri="{FF2B5EF4-FFF2-40B4-BE49-F238E27FC236}">
                <a16:creationId xmlns:a16="http://schemas.microsoft.com/office/drawing/2014/main" id="{44439C63-92B3-7118-BE4A-AD612C78C358}"/>
              </a:ext>
            </a:extLst>
          </p:cNvPr>
          <p:cNvSpPr/>
          <p:nvPr/>
        </p:nvSpPr>
        <p:spPr>
          <a:xfrm>
            <a:off x="6572850" y="30426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1" name="Прямоугольник 1180">
            <a:extLst>
              <a:ext uri="{FF2B5EF4-FFF2-40B4-BE49-F238E27FC236}">
                <a16:creationId xmlns:a16="http://schemas.microsoft.com/office/drawing/2014/main" id="{CBB13B08-EF59-F2E0-9E84-9B37BD07699C}"/>
              </a:ext>
            </a:extLst>
          </p:cNvPr>
          <p:cNvSpPr/>
          <p:nvPr/>
        </p:nvSpPr>
        <p:spPr>
          <a:xfrm>
            <a:off x="2760913" y="33551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3" name="Прямоугольник 1182">
            <a:extLst>
              <a:ext uri="{FF2B5EF4-FFF2-40B4-BE49-F238E27FC236}">
                <a16:creationId xmlns:a16="http://schemas.microsoft.com/office/drawing/2014/main" id="{8664A94B-8C70-F08E-490D-3C8B7B28AA8C}"/>
              </a:ext>
            </a:extLst>
          </p:cNvPr>
          <p:cNvSpPr/>
          <p:nvPr/>
        </p:nvSpPr>
        <p:spPr>
          <a:xfrm>
            <a:off x="2272071" y="87458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4" name="Прямоугольник 1183">
            <a:extLst>
              <a:ext uri="{FF2B5EF4-FFF2-40B4-BE49-F238E27FC236}">
                <a16:creationId xmlns:a16="http://schemas.microsoft.com/office/drawing/2014/main" id="{B34863A1-7916-543F-A3E0-D4D97688BD17}"/>
              </a:ext>
            </a:extLst>
          </p:cNvPr>
          <p:cNvSpPr/>
          <p:nvPr/>
        </p:nvSpPr>
        <p:spPr>
          <a:xfrm>
            <a:off x="9235208" y="92743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5" name="Прямоугольник 1184">
            <a:extLst>
              <a:ext uri="{FF2B5EF4-FFF2-40B4-BE49-F238E27FC236}">
                <a16:creationId xmlns:a16="http://schemas.microsoft.com/office/drawing/2014/main" id="{6CAAC3CC-7C5A-9ECC-98B0-24AEC8903F8E}"/>
              </a:ext>
            </a:extLst>
          </p:cNvPr>
          <p:cNvSpPr/>
          <p:nvPr/>
        </p:nvSpPr>
        <p:spPr>
          <a:xfrm>
            <a:off x="6725250" y="31950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6" name="Прямоугольник 1185">
            <a:extLst>
              <a:ext uri="{FF2B5EF4-FFF2-40B4-BE49-F238E27FC236}">
                <a16:creationId xmlns:a16="http://schemas.microsoft.com/office/drawing/2014/main" id="{ED64537D-88CC-0856-3C30-B316CF93421C}"/>
              </a:ext>
            </a:extLst>
          </p:cNvPr>
          <p:cNvSpPr/>
          <p:nvPr/>
        </p:nvSpPr>
        <p:spPr>
          <a:xfrm>
            <a:off x="2913313" y="35075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8" name="Полилиния: фигура 1197">
            <a:extLst>
              <a:ext uri="{FF2B5EF4-FFF2-40B4-BE49-F238E27FC236}">
                <a16:creationId xmlns:a16="http://schemas.microsoft.com/office/drawing/2014/main" id="{B6EB55D8-84BA-7508-DAD8-E205782FCCE4}"/>
              </a:ext>
            </a:extLst>
          </p:cNvPr>
          <p:cNvSpPr/>
          <p:nvPr/>
        </p:nvSpPr>
        <p:spPr>
          <a:xfrm>
            <a:off x="3569932" y="405057"/>
            <a:ext cx="4079637" cy="4853204"/>
          </a:xfrm>
          <a:custGeom>
            <a:avLst/>
            <a:gdLst>
              <a:gd name="connsiteX0" fmla="*/ 2523964 w 4079637"/>
              <a:gd name="connsiteY0" fmla="*/ 2989892 h 4853204"/>
              <a:gd name="connsiteX1" fmla="*/ 2821619 w 4079637"/>
              <a:gd name="connsiteY1" fmla="*/ 4555297 h 4853204"/>
              <a:gd name="connsiteX2" fmla="*/ 1254890 w 4079637"/>
              <a:gd name="connsiteY2" fmla="*/ 4853204 h 4853204"/>
              <a:gd name="connsiteX3" fmla="*/ 957235 w 4079637"/>
              <a:gd name="connsiteY3" fmla="*/ 3287798 h 4853204"/>
              <a:gd name="connsiteX4" fmla="*/ 2637237 w 4079637"/>
              <a:gd name="connsiteY4" fmla="*/ 2102949 h 4853204"/>
              <a:gd name="connsiteX5" fmla="*/ 4079637 w 4079637"/>
              <a:gd name="connsiteY5" fmla="*/ 2102949 h 4853204"/>
              <a:gd name="connsiteX6" fmla="*/ 4079637 w 4079637"/>
              <a:gd name="connsiteY6" fmla="*/ 3544002 h 4853204"/>
              <a:gd name="connsiteX7" fmla="*/ 2637237 w 4079637"/>
              <a:gd name="connsiteY7" fmla="*/ 3544002 h 4853204"/>
              <a:gd name="connsiteX8" fmla="*/ 212661 w 4079637"/>
              <a:gd name="connsiteY8" fmla="*/ 1386240 h 4853204"/>
              <a:gd name="connsiteX9" fmla="*/ 2624282 w 4079637"/>
              <a:gd name="connsiteY9" fmla="*/ 1386240 h 4853204"/>
              <a:gd name="connsiteX10" fmla="*/ 2624282 w 4079637"/>
              <a:gd name="connsiteY10" fmla="*/ 2409584 h 4853204"/>
              <a:gd name="connsiteX11" fmla="*/ 212661 w 4079637"/>
              <a:gd name="connsiteY11" fmla="*/ 2409584 h 4853204"/>
              <a:gd name="connsiteX12" fmla="*/ 2624282 w 4079637"/>
              <a:gd name="connsiteY12" fmla="*/ 1136399 h 4853204"/>
              <a:gd name="connsiteX13" fmla="*/ 2805628 w 4079637"/>
              <a:gd name="connsiteY13" fmla="*/ 1136399 h 4853204"/>
              <a:gd name="connsiteX14" fmla="*/ 2805628 w 4079637"/>
              <a:gd name="connsiteY14" fmla="*/ 1386240 h 4853204"/>
              <a:gd name="connsiteX15" fmla="*/ 2624282 w 4079637"/>
              <a:gd name="connsiteY15" fmla="*/ 1386240 h 4853204"/>
              <a:gd name="connsiteX16" fmla="*/ 0 w 4079637"/>
              <a:gd name="connsiteY16" fmla="*/ 1136399 h 4853204"/>
              <a:gd name="connsiteX17" fmla="*/ 212661 w 4079637"/>
              <a:gd name="connsiteY17" fmla="*/ 1136399 h 4853204"/>
              <a:gd name="connsiteX18" fmla="*/ 212661 w 4079637"/>
              <a:gd name="connsiteY18" fmla="*/ 1386240 h 4853204"/>
              <a:gd name="connsiteX19" fmla="*/ 0 w 4079637"/>
              <a:gd name="connsiteY19" fmla="*/ 1386240 h 4853204"/>
              <a:gd name="connsiteX20" fmla="*/ 212661 w 4079637"/>
              <a:gd name="connsiteY20" fmla="*/ 0 h 4853204"/>
              <a:gd name="connsiteX21" fmla="*/ 2624282 w 4079637"/>
              <a:gd name="connsiteY21" fmla="*/ 0 h 4853204"/>
              <a:gd name="connsiteX22" fmla="*/ 2624282 w 4079637"/>
              <a:gd name="connsiteY22" fmla="*/ 1136399 h 4853204"/>
              <a:gd name="connsiteX23" fmla="*/ 212661 w 4079637"/>
              <a:gd name="connsiteY23" fmla="*/ 1136399 h 485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079637" h="4853204">
                <a:moveTo>
                  <a:pt x="2523964" y="2989892"/>
                </a:moveTo>
                <a:lnTo>
                  <a:pt x="2821619" y="4555297"/>
                </a:lnTo>
                <a:lnTo>
                  <a:pt x="1254890" y="4853204"/>
                </a:lnTo>
                <a:lnTo>
                  <a:pt x="957235" y="3287798"/>
                </a:lnTo>
                <a:close/>
                <a:moveTo>
                  <a:pt x="2637237" y="2102949"/>
                </a:moveTo>
                <a:lnTo>
                  <a:pt x="4079637" y="2102949"/>
                </a:lnTo>
                <a:lnTo>
                  <a:pt x="4079637" y="3544002"/>
                </a:lnTo>
                <a:lnTo>
                  <a:pt x="2637237" y="3544002"/>
                </a:lnTo>
                <a:close/>
                <a:moveTo>
                  <a:pt x="212661" y="1386240"/>
                </a:moveTo>
                <a:lnTo>
                  <a:pt x="2624282" y="1386240"/>
                </a:lnTo>
                <a:lnTo>
                  <a:pt x="2624282" y="2409584"/>
                </a:lnTo>
                <a:lnTo>
                  <a:pt x="212661" y="2409584"/>
                </a:lnTo>
                <a:close/>
                <a:moveTo>
                  <a:pt x="2624282" y="1136399"/>
                </a:moveTo>
                <a:lnTo>
                  <a:pt x="2805628" y="1136399"/>
                </a:lnTo>
                <a:lnTo>
                  <a:pt x="2805628" y="1386240"/>
                </a:lnTo>
                <a:lnTo>
                  <a:pt x="2624282" y="1386240"/>
                </a:lnTo>
                <a:close/>
                <a:moveTo>
                  <a:pt x="0" y="1136399"/>
                </a:moveTo>
                <a:lnTo>
                  <a:pt x="212661" y="1136399"/>
                </a:lnTo>
                <a:lnTo>
                  <a:pt x="212661" y="1386240"/>
                </a:lnTo>
                <a:lnTo>
                  <a:pt x="0" y="1386240"/>
                </a:lnTo>
                <a:close/>
                <a:moveTo>
                  <a:pt x="212661" y="0"/>
                </a:moveTo>
                <a:lnTo>
                  <a:pt x="2624282" y="0"/>
                </a:lnTo>
                <a:lnTo>
                  <a:pt x="2624282" y="1136399"/>
                </a:lnTo>
                <a:lnTo>
                  <a:pt x="212661" y="1136399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196" name="Полилиния: фигура 1195">
            <a:extLst>
              <a:ext uri="{FF2B5EF4-FFF2-40B4-BE49-F238E27FC236}">
                <a16:creationId xmlns:a16="http://schemas.microsoft.com/office/drawing/2014/main" id="{2EEEC105-A2CA-78D8-A327-226362A938EF}"/>
              </a:ext>
            </a:extLst>
          </p:cNvPr>
          <p:cNvSpPr/>
          <p:nvPr/>
        </p:nvSpPr>
        <p:spPr>
          <a:xfrm>
            <a:off x="6911332" y="4605377"/>
            <a:ext cx="1594800" cy="1593453"/>
          </a:xfrm>
          <a:custGeom>
            <a:avLst/>
            <a:gdLst>
              <a:gd name="connsiteX0" fmla="*/ 0 w 1594800"/>
              <a:gd name="connsiteY0" fmla="*/ 0 h 1593453"/>
              <a:gd name="connsiteX1" fmla="*/ 1594800 w 1594800"/>
              <a:gd name="connsiteY1" fmla="*/ 0 h 1593453"/>
              <a:gd name="connsiteX2" fmla="*/ 1594800 w 1594800"/>
              <a:gd name="connsiteY2" fmla="*/ 152400 h 1593453"/>
              <a:gd name="connsiteX3" fmla="*/ 152400 w 1594800"/>
              <a:gd name="connsiteY3" fmla="*/ 152400 h 1593453"/>
              <a:gd name="connsiteX4" fmla="*/ 152400 w 1594800"/>
              <a:gd name="connsiteY4" fmla="*/ 1593453 h 1593453"/>
              <a:gd name="connsiteX5" fmla="*/ 0 w 1594800"/>
              <a:gd name="connsiteY5" fmla="*/ 1593453 h 1593453"/>
              <a:gd name="connsiteX6" fmla="*/ 0 w 1594800"/>
              <a:gd name="connsiteY6" fmla="*/ 0 h 1593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94800" h="1593453">
                <a:moveTo>
                  <a:pt x="0" y="0"/>
                </a:moveTo>
                <a:lnTo>
                  <a:pt x="1594800" y="0"/>
                </a:lnTo>
                <a:lnTo>
                  <a:pt x="1594800" y="152400"/>
                </a:lnTo>
                <a:lnTo>
                  <a:pt x="152400" y="152400"/>
                </a:lnTo>
                <a:lnTo>
                  <a:pt x="152400" y="1593453"/>
                </a:lnTo>
                <a:lnTo>
                  <a:pt x="0" y="159345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195" name="Полилиния: фигура 1194">
            <a:extLst>
              <a:ext uri="{FF2B5EF4-FFF2-40B4-BE49-F238E27FC236}">
                <a16:creationId xmlns:a16="http://schemas.microsoft.com/office/drawing/2014/main" id="{412C5C3A-7DD0-B664-95E9-98529A3A29C6}"/>
              </a:ext>
            </a:extLst>
          </p:cNvPr>
          <p:cNvSpPr/>
          <p:nvPr/>
        </p:nvSpPr>
        <p:spPr>
          <a:xfrm>
            <a:off x="7063732" y="4757777"/>
            <a:ext cx="1594800" cy="1593453"/>
          </a:xfrm>
          <a:custGeom>
            <a:avLst/>
            <a:gdLst>
              <a:gd name="connsiteX0" fmla="*/ 1442400 w 1594800"/>
              <a:gd name="connsiteY0" fmla="*/ 0 h 1593453"/>
              <a:gd name="connsiteX1" fmla="*/ 1594800 w 1594800"/>
              <a:gd name="connsiteY1" fmla="*/ 0 h 1593453"/>
              <a:gd name="connsiteX2" fmla="*/ 1594800 w 1594800"/>
              <a:gd name="connsiteY2" fmla="*/ 1593453 h 1593453"/>
              <a:gd name="connsiteX3" fmla="*/ 0 w 1594800"/>
              <a:gd name="connsiteY3" fmla="*/ 1593453 h 1593453"/>
              <a:gd name="connsiteX4" fmla="*/ 0 w 1594800"/>
              <a:gd name="connsiteY4" fmla="*/ 1441053 h 1593453"/>
              <a:gd name="connsiteX5" fmla="*/ 1442400 w 1594800"/>
              <a:gd name="connsiteY5" fmla="*/ 1441053 h 1593453"/>
              <a:gd name="connsiteX6" fmla="*/ 1442400 w 1594800"/>
              <a:gd name="connsiteY6" fmla="*/ 0 h 1593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94800" h="1593453">
                <a:moveTo>
                  <a:pt x="1442400" y="0"/>
                </a:moveTo>
                <a:lnTo>
                  <a:pt x="1594800" y="0"/>
                </a:lnTo>
                <a:lnTo>
                  <a:pt x="1594800" y="1593453"/>
                </a:lnTo>
                <a:lnTo>
                  <a:pt x="0" y="1593453"/>
                </a:lnTo>
                <a:lnTo>
                  <a:pt x="0" y="1441053"/>
                </a:lnTo>
                <a:lnTo>
                  <a:pt x="1442400" y="1441053"/>
                </a:lnTo>
                <a:lnTo>
                  <a:pt x="1442400" y="0"/>
                </a:lnTo>
                <a:close/>
              </a:path>
            </a:pathLst>
          </a:cu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188" name="Прямоугольник 1187">
            <a:extLst>
              <a:ext uri="{FF2B5EF4-FFF2-40B4-BE49-F238E27FC236}">
                <a16:creationId xmlns:a16="http://schemas.microsoft.com/office/drawing/2014/main" id="{4840A2AB-9DF4-BDBF-0D4E-77907209D61E}"/>
              </a:ext>
            </a:extLst>
          </p:cNvPr>
          <p:cNvSpPr/>
          <p:nvPr/>
        </p:nvSpPr>
        <p:spPr>
          <a:xfrm>
            <a:off x="2424471" y="1026988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9" name="Прямоугольник 1188">
            <a:extLst>
              <a:ext uri="{FF2B5EF4-FFF2-40B4-BE49-F238E27FC236}">
                <a16:creationId xmlns:a16="http://schemas.microsoft.com/office/drawing/2014/main" id="{0BFDBF41-7E06-9899-6D7F-B83EEC30BC06}"/>
              </a:ext>
            </a:extLst>
          </p:cNvPr>
          <p:cNvSpPr/>
          <p:nvPr/>
        </p:nvSpPr>
        <p:spPr>
          <a:xfrm>
            <a:off x="9387608" y="107983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0" name="Прямоугольник 1189">
            <a:extLst>
              <a:ext uri="{FF2B5EF4-FFF2-40B4-BE49-F238E27FC236}">
                <a16:creationId xmlns:a16="http://schemas.microsoft.com/office/drawing/2014/main" id="{E3D281BC-2412-89D7-7320-ADA555B18786}"/>
              </a:ext>
            </a:extLst>
          </p:cNvPr>
          <p:cNvSpPr/>
          <p:nvPr/>
        </p:nvSpPr>
        <p:spPr>
          <a:xfrm>
            <a:off x="6877650" y="3347409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1" name="Прямоугольник 1190">
            <a:extLst>
              <a:ext uri="{FF2B5EF4-FFF2-40B4-BE49-F238E27FC236}">
                <a16:creationId xmlns:a16="http://schemas.microsoft.com/office/drawing/2014/main" id="{0BAC6BC2-3B2E-FC47-F025-A407DF422948}"/>
              </a:ext>
            </a:extLst>
          </p:cNvPr>
          <p:cNvSpPr/>
          <p:nvPr/>
        </p:nvSpPr>
        <p:spPr>
          <a:xfrm>
            <a:off x="3065713" y="3659915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2" name="Прямоугольник: скругленные углы 1191">
            <a:hlinkClick r:id="rId6" action="ppaction://hlinksldjump"/>
            <a:extLst>
              <a:ext uri="{FF2B5EF4-FFF2-40B4-BE49-F238E27FC236}">
                <a16:creationId xmlns:a16="http://schemas.microsoft.com/office/drawing/2014/main" id="{AA2BE097-0E5D-1E88-BA3B-82123AF23747}"/>
              </a:ext>
            </a:extLst>
          </p:cNvPr>
          <p:cNvSpPr/>
          <p:nvPr/>
        </p:nvSpPr>
        <p:spPr>
          <a:xfrm>
            <a:off x="6047149" y="266819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3" name="Прямоугольник 1192">
            <a:extLst>
              <a:ext uri="{FF2B5EF4-FFF2-40B4-BE49-F238E27FC236}">
                <a16:creationId xmlns:a16="http://schemas.microsoft.com/office/drawing/2014/main" id="{43E4B16E-AE3A-01B2-DF44-F9044DA2F39F}"/>
              </a:ext>
            </a:extLst>
          </p:cNvPr>
          <p:cNvSpPr/>
          <p:nvPr/>
        </p:nvSpPr>
        <p:spPr>
          <a:xfrm>
            <a:off x="5692224" y="3361060"/>
            <a:ext cx="1594800" cy="1593453"/>
          </a:xfrm>
          <a:prstGeom prst="rect">
            <a:avLst/>
          </a:prstGeom>
          <a:blipFill>
            <a:blip r:embed="rId1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4" name="Прямоугольник: скругленные углы 1193">
            <a:extLst>
              <a:ext uri="{FF2B5EF4-FFF2-40B4-BE49-F238E27FC236}">
                <a16:creationId xmlns:a16="http://schemas.microsoft.com/office/drawing/2014/main" id="{ACCFCCD4-6D3B-25C9-DF63-18A2E64999C8}"/>
              </a:ext>
            </a:extLst>
          </p:cNvPr>
          <p:cNvSpPr/>
          <p:nvPr/>
        </p:nvSpPr>
        <p:spPr>
          <a:xfrm>
            <a:off x="-751175" y="3467145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</p:spTree>
    <p:extLst>
      <p:ext uri="{BB962C8B-B14F-4D97-AF65-F5344CB8AC3E}">
        <p14:creationId xmlns:p14="http://schemas.microsoft.com/office/powerpoint/2010/main" val="769144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250" grpId="0" build="p"/>
      <p:bldP spid="251" grpId="0"/>
      <p:bldP spid="252" grpId="0"/>
      <p:bldP spid="253" grpId="0"/>
      <p:bldP spid="254" grpId="0"/>
      <p:bldP spid="255" grpId="0"/>
      <p:bldP spid="495" grpId="0" build="p"/>
      <p:bldP spid="496" grpId="0"/>
      <p:bldP spid="497" grpId="0"/>
      <p:bldP spid="498" grpId="0"/>
      <p:bldP spid="499" grpId="0"/>
      <p:bldP spid="500" grpId="0"/>
      <p:bldP spid="740" grpId="0" build="p"/>
      <p:bldP spid="741" grpId="0"/>
      <p:bldP spid="742" grpId="0"/>
      <p:bldP spid="743" grpId="0"/>
      <p:bldP spid="744" grpId="0"/>
      <p:bldP spid="745" grpId="0"/>
      <p:bldP spid="1054" grpId="0" build="p"/>
      <p:bldP spid="1055" grpId="0"/>
      <p:bldP spid="1056" grpId="0"/>
      <p:bldP spid="1057" grpId="0"/>
      <p:bldP spid="1058" grpId="0"/>
      <p:bldP spid="1059" grpId="0"/>
      <p:bldP spid="1076" grpId="0" build="p"/>
      <p:bldP spid="1077" grpId="0"/>
      <p:bldP spid="1078" grpId="0"/>
      <p:bldP spid="1079" grpId="0"/>
      <p:bldP spid="1080" grpId="0"/>
      <p:bldP spid="1081" grpId="0"/>
      <p:bldP spid="1101" grpId="0" build="p"/>
      <p:bldP spid="1102" grpId="0"/>
      <p:bldP spid="1103" grpId="0"/>
      <p:bldP spid="1104" grpId="0"/>
      <p:bldP spid="1105" grpId="0"/>
      <p:bldP spid="1106" grpId="0"/>
      <p:bldP spid="1132" grpId="0" build="p"/>
      <p:bldP spid="1133" grpId="0"/>
      <p:bldP spid="1134" grpId="0"/>
      <p:bldP spid="1135" grpId="0"/>
      <p:bldP spid="1136" grpId="0"/>
      <p:bldP spid="113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перегрев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0208" y="6494135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8590234" y="6494136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8790260" y="6494136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8978383" y="6494136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9190313" y="6494135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9390339" y="6494135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575366" y="6111426"/>
            <a:ext cx="687600" cy="687600"/>
          </a:xfrm>
          <a:prstGeom prst="roundRect">
            <a:avLst/>
          </a:prstGeom>
          <a:blipFill>
            <a:blip r:embed="rId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6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: скругленные углы 35">
            <a:hlinkClick r:id="rId7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169868" y="6026585"/>
            <a:ext cx="687600" cy="688541"/>
          </a:xfrm>
          <a:prstGeom prst="roundRect">
            <a:avLst/>
          </a:prstGeom>
          <a:blipFill dpi="0" rotWithShape="1">
            <a:blip r:embed="rId6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8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B9D3D-68F9-CDD6-05F9-CB3F0B5C5AEF}"/>
              </a:ext>
            </a:extLst>
          </p:cNvPr>
          <p:cNvSpPr/>
          <p:nvPr/>
        </p:nvSpPr>
        <p:spPr>
          <a:xfrm>
            <a:off x="-4346508" y="3316660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A41B8CB2-29EF-E20E-988F-83BE8B500B3B}"/>
              </a:ext>
            </a:extLst>
          </p:cNvPr>
          <p:cNvSpPr/>
          <p:nvPr/>
        </p:nvSpPr>
        <p:spPr>
          <a:xfrm>
            <a:off x="10034372" y="5935665"/>
            <a:ext cx="687600" cy="687600"/>
          </a:xfrm>
          <a:prstGeom prst="roundRect">
            <a:avLst/>
          </a:prstGeom>
          <a:blipFill dpi="0" rotWithShape="1">
            <a:blip r:embed="rId8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0736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перегрев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hlinkClick r:id="rId8" action="ppaction://hlinksldjump"/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: скругленные углы 35">
            <a:hlinkClick r:id="rId8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9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: скругленные углы 27">
            <a:hlinkClick r:id="rId8" action="ppaction://hlinksldjump"/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0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B9D3D-68F9-CDD6-05F9-CB3F0B5C5AEF}"/>
              </a:ext>
            </a:extLst>
          </p:cNvPr>
          <p:cNvSpPr/>
          <p:nvPr/>
        </p:nvSpPr>
        <p:spPr>
          <a:xfrm>
            <a:off x="-601821" y="3316660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9E7657D-0EE1-3CAD-118E-9D0CE66302EC}"/>
              </a:ext>
            </a:extLst>
          </p:cNvPr>
          <p:cNvSpPr/>
          <p:nvPr/>
        </p:nvSpPr>
        <p:spPr>
          <a:xfrm>
            <a:off x="7536170" y="-269295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18A88390-80C1-830A-CE17-89BB21FAE9C4}"/>
              </a:ext>
            </a:extLst>
          </p:cNvPr>
          <p:cNvSpPr/>
          <p:nvPr/>
        </p:nvSpPr>
        <p:spPr>
          <a:xfrm>
            <a:off x="9219353" y="2833185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8EEFCA51-26B1-6BA4-12C8-92FEB2FBA1BC}"/>
              </a:ext>
            </a:extLst>
          </p:cNvPr>
          <p:cNvSpPr/>
          <p:nvPr/>
        </p:nvSpPr>
        <p:spPr>
          <a:xfrm>
            <a:off x="1081362" y="-116895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3EACE20F-39B0-E94A-E5A9-0DBBFF95809A}"/>
              </a:ext>
            </a:extLst>
          </p:cNvPr>
          <p:cNvSpPr/>
          <p:nvPr/>
        </p:nvSpPr>
        <p:spPr>
          <a:xfrm>
            <a:off x="5623375" y="1743464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</p:spTree>
    <p:extLst>
      <p:ext uri="{BB962C8B-B14F-4D97-AF65-F5344CB8AC3E}">
        <p14:creationId xmlns:p14="http://schemas.microsoft.com/office/powerpoint/2010/main" val="24933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38" grpId="0" animBg="1"/>
      <p:bldP spid="39" grpId="0" animBg="1"/>
      <p:bldP spid="40" grpId="0" animBg="1"/>
      <p:bldP spid="4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перегрев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6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: скругленные углы 35">
            <a:hlinkClick r:id="rId7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6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8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B9D3D-68F9-CDD6-05F9-CB3F0B5C5AEF}"/>
              </a:ext>
            </a:extLst>
          </p:cNvPr>
          <p:cNvSpPr/>
          <p:nvPr/>
        </p:nvSpPr>
        <p:spPr>
          <a:xfrm>
            <a:off x="-601821" y="3316660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34EB744-94A4-8E00-282C-059A0DB35FA6}"/>
              </a:ext>
            </a:extLst>
          </p:cNvPr>
          <p:cNvSpPr/>
          <p:nvPr/>
        </p:nvSpPr>
        <p:spPr>
          <a:xfrm>
            <a:off x="2567579" y="3350136"/>
            <a:ext cx="6487808" cy="6482328"/>
          </a:xfrm>
          <a:prstGeom prst="rect">
            <a:avLst/>
          </a:prstGeom>
          <a:blipFill>
            <a:blip r:embed="rId9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блачко с текстом: прямоугольное со скругленными углами 5">
            <a:extLst>
              <a:ext uri="{FF2B5EF4-FFF2-40B4-BE49-F238E27FC236}">
                <a16:creationId xmlns:a16="http://schemas.microsoft.com/office/drawing/2014/main" id="{4EAB05F2-EF72-187C-1626-737A9406DF2A}"/>
              </a:ext>
            </a:extLst>
          </p:cNvPr>
          <p:cNvSpPr/>
          <p:nvPr/>
        </p:nvSpPr>
        <p:spPr>
          <a:xfrm>
            <a:off x="5774112" y="2319001"/>
            <a:ext cx="2727608" cy="984304"/>
          </a:xfrm>
          <a:prstGeom prst="wedgeRoundRectCallout">
            <a:avLst>
              <a:gd name="adj1" fmla="val -36307"/>
              <a:gd name="adj2" fmla="val 9051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Я ЗАХВАЧУ ТВОЙ КОМПЬЮТЕР!</a:t>
            </a:r>
          </a:p>
        </p:txBody>
      </p:sp>
    </p:spTree>
    <p:extLst>
      <p:ext uri="{BB962C8B-B14F-4D97-AF65-F5344CB8AC3E}">
        <p14:creationId xmlns:p14="http://schemas.microsoft.com/office/powerpoint/2010/main" val="189579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перегрев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6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: скругленные углы 35">
            <a:hlinkClick r:id="rId7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6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8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B9D3D-68F9-CDD6-05F9-CB3F0B5C5AEF}"/>
              </a:ext>
            </a:extLst>
          </p:cNvPr>
          <p:cNvSpPr/>
          <p:nvPr/>
        </p:nvSpPr>
        <p:spPr>
          <a:xfrm>
            <a:off x="-4593252" y="3316660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7167EE-DB66-594F-8CF8-526C051539BA}"/>
              </a:ext>
            </a:extLst>
          </p:cNvPr>
          <p:cNvSpPr/>
          <p:nvPr/>
        </p:nvSpPr>
        <p:spPr>
          <a:xfrm>
            <a:off x="2567579" y="3350136"/>
            <a:ext cx="6487808" cy="6482328"/>
          </a:xfrm>
          <a:prstGeom prst="rect">
            <a:avLst/>
          </a:prstGeom>
          <a:blipFill>
            <a:blip r:embed="rId9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1270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перегрев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hlinkClick r:id="rId5" action="ppaction://hlinksldjump"/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: скругленные углы 35">
            <a:hlinkClick r:id="rId5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6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B9D3D-68F9-CDD6-05F9-CB3F0B5C5AEF}"/>
              </a:ext>
            </a:extLst>
          </p:cNvPr>
          <p:cNvSpPr/>
          <p:nvPr/>
        </p:nvSpPr>
        <p:spPr>
          <a:xfrm>
            <a:off x="-4593252" y="3316660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7167EE-DB66-594F-8CF8-526C051539BA}"/>
              </a:ext>
            </a:extLst>
          </p:cNvPr>
          <p:cNvSpPr/>
          <p:nvPr/>
        </p:nvSpPr>
        <p:spPr>
          <a:xfrm>
            <a:off x="-925250" y="1785937"/>
            <a:ext cx="6487808" cy="6482328"/>
          </a:xfrm>
          <a:prstGeom prst="rect">
            <a:avLst/>
          </a:prstGeom>
          <a:blipFill>
            <a:blip r:embed="rId7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0265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E26C20C-89B2-03B0-A37F-7FF11548E421}"/>
              </a:ext>
            </a:extLst>
          </p:cNvPr>
          <p:cNvSpPr/>
          <p:nvPr/>
        </p:nvSpPr>
        <p:spPr>
          <a:xfrm>
            <a:off x="0" y="-1995714"/>
            <a:ext cx="12192000" cy="10849428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5000" t="-50397" r="6770" b="-38624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перегрев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Borling Gamestore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Прямоугольник: скругленные углы 35">
            <a:hlinkClick r:id="rId4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5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DBHEC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browser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B9D3D-68F9-CDD6-05F9-CB3F0B5C5AEF}"/>
              </a:ext>
            </a:extLst>
          </p:cNvPr>
          <p:cNvSpPr/>
          <p:nvPr/>
        </p:nvSpPr>
        <p:spPr>
          <a:xfrm>
            <a:off x="-4593252" y="3316660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7167EE-DB66-594F-8CF8-526C051539BA}"/>
              </a:ext>
            </a:extLst>
          </p:cNvPr>
          <p:cNvSpPr/>
          <p:nvPr/>
        </p:nvSpPr>
        <p:spPr>
          <a:xfrm>
            <a:off x="7359633" y="-247321"/>
            <a:ext cx="6487808" cy="6482328"/>
          </a:xfrm>
          <a:prstGeom prst="rect">
            <a:avLst/>
          </a:prstGeom>
          <a:blipFill>
            <a:blip r:embed="rId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131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1D89FC-23DC-5C27-35E2-E86777315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32125" t="24550" r="33888" b="1719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перегрев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hlinkClick r:id="rId4" action="ppaction://hlinksldjump"/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Borling Gamestore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Прямоугольник: скругленные углы 35">
            <a:hlinkClick r:id="rId4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5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DBHEC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browser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B9D3D-68F9-CDD6-05F9-CB3F0B5C5AEF}"/>
              </a:ext>
            </a:extLst>
          </p:cNvPr>
          <p:cNvSpPr/>
          <p:nvPr/>
        </p:nvSpPr>
        <p:spPr>
          <a:xfrm>
            <a:off x="-4593252" y="3316660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7167EE-DB66-594F-8CF8-526C051539BA}"/>
              </a:ext>
            </a:extLst>
          </p:cNvPr>
          <p:cNvSpPr/>
          <p:nvPr/>
        </p:nvSpPr>
        <p:spPr>
          <a:xfrm>
            <a:off x="7097738" y="-290795"/>
            <a:ext cx="6487808" cy="6482328"/>
          </a:xfrm>
          <a:prstGeom prst="rect">
            <a:avLst/>
          </a:prstGeom>
          <a:blipFill>
            <a:blip r:embed="rId6"/>
            <a:stretch>
              <a:fillRect l="-11388" t="-16389" r="-9618" b="-4616"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628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1D89FC-23DC-5C27-35E2-E86777315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32125" t="24550" r="33888" b="1719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перегрев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4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hlinkClick r:id="rId4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hlinkClick r:id="rId4" action="ppaction://hlinksldjump"/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: скругленные углы 27">
            <a:hlinkClick r:id="rId4" action="ppaction://hlinksldjump"/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B9D3D-68F9-CDD6-05F9-CB3F0B5C5AEF}"/>
              </a:ext>
            </a:extLst>
          </p:cNvPr>
          <p:cNvSpPr/>
          <p:nvPr/>
        </p:nvSpPr>
        <p:spPr>
          <a:xfrm>
            <a:off x="-4593252" y="3316660"/>
            <a:ext cx="4305316" cy="428528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Кажется, ваш компьютер перегрелся.</a:t>
            </a:r>
          </a:p>
        </p:txBody>
      </p:sp>
    </p:spTree>
    <p:extLst>
      <p:ext uri="{BB962C8B-B14F-4D97-AF65-F5344CB8AC3E}">
        <p14:creationId xmlns:p14="http://schemas.microsoft.com/office/powerpoint/2010/main" val="3049490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о пк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E5745AF-00D5-F5BB-11A6-4E28B8690D98}"/>
              </a:ext>
            </a:extLst>
          </p:cNvPr>
          <p:cNvSpPr/>
          <p:nvPr/>
        </p:nvSpPr>
        <p:spPr>
          <a:xfrm>
            <a:off x="3229019" y="2226278"/>
            <a:ext cx="4609964" cy="2026126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D96ED5-42B5-9BE6-F5A7-8150BC391566}"/>
              </a:ext>
            </a:extLst>
          </p:cNvPr>
          <p:cNvSpPr/>
          <p:nvPr/>
        </p:nvSpPr>
        <p:spPr>
          <a:xfrm>
            <a:off x="4784120" y="2226277"/>
            <a:ext cx="955586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 пк</a:t>
            </a:r>
          </a:p>
        </p:txBody>
      </p:sp>
      <p:sp>
        <p:nvSpPr>
          <p:cNvPr id="13" name="Прямоугольник: скругленные углы 12">
            <a:hlinkClick r:id="rId8" action="ppaction://hlinksldjump"/>
            <a:extLst>
              <a:ext uri="{FF2B5EF4-FFF2-40B4-BE49-F238E27FC236}">
                <a16:creationId xmlns:a16="http://schemas.microsoft.com/office/drawing/2014/main" id="{C134EDA1-B007-712C-4A00-E526CF83E16E}"/>
              </a:ext>
            </a:extLst>
          </p:cNvPr>
          <p:cNvSpPr/>
          <p:nvPr/>
        </p:nvSpPr>
        <p:spPr>
          <a:xfrm>
            <a:off x="5603376" y="2238994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9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EA8AB91-956F-82C6-4067-346B53B416BA}"/>
              </a:ext>
            </a:extLst>
          </p:cNvPr>
          <p:cNvSpPr/>
          <p:nvPr/>
        </p:nvSpPr>
        <p:spPr>
          <a:xfrm>
            <a:off x="3363578" y="2751539"/>
            <a:ext cx="955586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Имя пк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31C4551-6E7B-514F-385A-FD2D612A9B0E}"/>
              </a:ext>
            </a:extLst>
          </p:cNvPr>
          <p:cNvSpPr/>
          <p:nvPr/>
        </p:nvSpPr>
        <p:spPr>
          <a:xfrm>
            <a:off x="4319163" y="2751539"/>
            <a:ext cx="1442451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Неизвестно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A290004-BB19-F64C-86FF-50AF18800BD4}"/>
              </a:ext>
            </a:extLst>
          </p:cNvPr>
          <p:cNvSpPr/>
          <p:nvPr/>
        </p:nvSpPr>
        <p:spPr>
          <a:xfrm>
            <a:off x="3363575" y="3104899"/>
            <a:ext cx="227897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Статус компонентов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621AAF6-B9B5-399C-8AD6-358CF26068FE}"/>
              </a:ext>
            </a:extLst>
          </p:cNvPr>
          <p:cNvSpPr/>
          <p:nvPr/>
        </p:nvSpPr>
        <p:spPr>
          <a:xfrm>
            <a:off x="5623194" y="3104899"/>
            <a:ext cx="1442451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Отлично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69FED42-4317-A1B3-AED6-B729D9DF1BA8}"/>
              </a:ext>
            </a:extLst>
          </p:cNvPr>
          <p:cNvSpPr/>
          <p:nvPr/>
        </p:nvSpPr>
        <p:spPr>
          <a:xfrm>
            <a:off x="3363574" y="3458259"/>
            <a:ext cx="2398039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Установленная версия 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7F65721-93D1-C3BE-D73C-933B96E9E476}"/>
              </a:ext>
            </a:extLst>
          </p:cNvPr>
          <p:cNvSpPr/>
          <p:nvPr/>
        </p:nvSpPr>
        <p:spPr>
          <a:xfrm>
            <a:off x="5642549" y="3471458"/>
            <a:ext cx="1442451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BOS 1.0 beta</a:t>
            </a:r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hlinkClick r:id="rId10" action="ppaction://hlinksldjump"/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: скругленные углы 35">
            <a:hlinkClick r:id="rId10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: скругленные углы 27">
            <a:hlinkClick r:id="rId10" action="ppaction://hlinksldjump"/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hlinkClick r:id="rId13" action="ppaction://hlinksldjump"/>
            <a:extLst>
              <a:ext uri="{FF2B5EF4-FFF2-40B4-BE49-F238E27FC236}">
                <a16:creationId xmlns:a16="http://schemas.microsoft.com/office/drawing/2014/main" id="{457642AE-8E56-2402-1AEF-CB3B1BE4506A}"/>
              </a:ext>
            </a:extLst>
          </p:cNvPr>
          <p:cNvSpPr/>
          <p:nvPr/>
        </p:nvSpPr>
        <p:spPr>
          <a:xfrm>
            <a:off x="4702713" y="3838017"/>
            <a:ext cx="1662576" cy="341185"/>
          </a:xfrm>
          <a:prstGeom prst="roundRect">
            <a:avLst>
              <a:gd name="adj" fmla="val 29184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2734079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обновления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E5745AF-00D5-F5BB-11A6-4E28B8690D98}"/>
              </a:ext>
            </a:extLst>
          </p:cNvPr>
          <p:cNvSpPr/>
          <p:nvPr/>
        </p:nvSpPr>
        <p:spPr>
          <a:xfrm>
            <a:off x="3229019" y="2226278"/>
            <a:ext cx="4609964" cy="2026126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D96ED5-42B5-9BE6-F5A7-8150BC391566}"/>
              </a:ext>
            </a:extLst>
          </p:cNvPr>
          <p:cNvSpPr/>
          <p:nvPr/>
        </p:nvSpPr>
        <p:spPr>
          <a:xfrm>
            <a:off x="4784120" y="2226277"/>
            <a:ext cx="955586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 пк</a:t>
            </a:r>
          </a:p>
        </p:txBody>
      </p:sp>
      <p:sp>
        <p:nvSpPr>
          <p:cNvPr id="13" name="Прямоугольник: скругленные углы 12">
            <a:hlinkClick r:id="rId8" action="ppaction://hlinksldjump"/>
            <a:extLst>
              <a:ext uri="{FF2B5EF4-FFF2-40B4-BE49-F238E27FC236}">
                <a16:creationId xmlns:a16="http://schemas.microsoft.com/office/drawing/2014/main" id="{C134EDA1-B007-712C-4A00-E526CF83E16E}"/>
              </a:ext>
            </a:extLst>
          </p:cNvPr>
          <p:cNvSpPr/>
          <p:nvPr/>
        </p:nvSpPr>
        <p:spPr>
          <a:xfrm>
            <a:off x="5603376" y="2238994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9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D00E67-966C-66BC-2F39-EB13B7148E83}"/>
              </a:ext>
            </a:extLst>
          </p:cNvPr>
          <p:cNvSpPr/>
          <p:nvPr/>
        </p:nvSpPr>
        <p:spPr>
          <a:xfrm>
            <a:off x="9495517" y="5982495"/>
            <a:ext cx="687600" cy="687600"/>
          </a:xfrm>
          <a:prstGeom prst="roundRect">
            <a:avLst/>
          </a:prstGeom>
          <a:blipFill>
            <a:blip r:embed="rId7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EA8AB91-956F-82C6-4067-346B53B416BA}"/>
              </a:ext>
            </a:extLst>
          </p:cNvPr>
          <p:cNvSpPr/>
          <p:nvPr/>
        </p:nvSpPr>
        <p:spPr>
          <a:xfrm>
            <a:off x="3968883" y="2762250"/>
            <a:ext cx="140845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Обновления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31C4551-6E7B-514F-385A-FD2D612A9B0E}"/>
              </a:ext>
            </a:extLst>
          </p:cNvPr>
          <p:cNvSpPr/>
          <p:nvPr/>
        </p:nvSpPr>
        <p:spPr>
          <a:xfrm>
            <a:off x="5417910" y="2777585"/>
            <a:ext cx="1595449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>
                <a:solidFill>
                  <a:schemeClr val="tx1"/>
                </a:solidFill>
              </a:rPr>
              <a:t>Недоступны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69FED42-4317-A1B3-AED6-B729D9DF1BA8}"/>
              </a:ext>
            </a:extLst>
          </p:cNvPr>
          <p:cNvSpPr/>
          <p:nvPr/>
        </p:nvSpPr>
        <p:spPr>
          <a:xfrm>
            <a:off x="3341666" y="3046911"/>
            <a:ext cx="2398039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Установленная версия 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7F65721-93D1-C3BE-D73C-933B96E9E476}"/>
              </a:ext>
            </a:extLst>
          </p:cNvPr>
          <p:cNvSpPr/>
          <p:nvPr/>
        </p:nvSpPr>
        <p:spPr>
          <a:xfrm>
            <a:off x="5644063" y="3057431"/>
            <a:ext cx="1442451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BOS 1.0 beta</a:t>
            </a:r>
            <a:endParaRPr lang="ru-RU" i="1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5080A49B-E701-E4FB-ADB9-27E262DD0423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3C3D076-DF07-D82B-58B2-0D880DFC9610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: скругленные углы 33">
            <a:hlinkClick r:id="rId10" action="ppaction://hlinksldjump"/>
            <a:extLst>
              <a:ext uri="{FF2B5EF4-FFF2-40B4-BE49-F238E27FC236}">
                <a16:creationId xmlns:a16="http://schemas.microsoft.com/office/drawing/2014/main" id="{BFFA2E26-AB68-7BFA-A006-9AAA142F1B05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FE24EC-E819-3DEE-19A6-46FFDC13C9E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: скругленные углы 35">
            <a:hlinkClick r:id="rId10" action="ppaction://hlinksldjump"/>
            <a:extLst>
              <a:ext uri="{FF2B5EF4-FFF2-40B4-BE49-F238E27FC236}">
                <a16:creationId xmlns:a16="http://schemas.microsoft.com/office/drawing/2014/main" id="{7EFEB005-D2BC-1A7F-66AD-FCCF7EFE44F7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86F684-3CC0-0D96-4C14-095FEE812C6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Прямоугольник: скругленные углы 27">
            <a:hlinkClick r:id="rId10" action="ppaction://hlinksldjump"/>
            <a:extLst>
              <a:ext uri="{FF2B5EF4-FFF2-40B4-BE49-F238E27FC236}">
                <a16:creationId xmlns:a16="http://schemas.microsoft.com/office/drawing/2014/main" id="{ECFD1AF9-0599-CD0D-13AA-E37D8D5771A2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hlinkClick r:id="rId13" action="ppaction://hlinksldjump"/>
            <a:extLst>
              <a:ext uri="{FF2B5EF4-FFF2-40B4-BE49-F238E27FC236}">
                <a16:creationId xmlns:a16="http://schemas.microsoft.com/office/drawing/2014/main" id="{457642AE-8E56-2402-1AEF-CB3B1BE4506A}"/>
              </a:ext>
            </a:extLst>
          </p:cNvPr>
          <p:cNvSpPr/>
          <p:nvPr/>
        </p:nvSpPr>
        <p:spPr>
          <a:xfrm>
            <a:off x="4702713" y="3838017"/>
            <a:ext cx="1662576" cy="341185"/>
          </a:xfrm>
          <a:prstGeom prst="roundRect">
            <a:avLst>
              <a:gd name="adj" fmla="val 29184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ок</a:t>
            </a:r>
          </a:p>
        </p:txBody>
      </p:sp>
    </p:spTree>
    <p:extLst>
      <p:ext uri="{BB962C8B-B14F-4D97-AF65-F5344CB8AC3E}">
        <p14:creationId xmlns:p14="http://schemas.microsoft.com/office/powerpoint/2010/main" val="108505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10201274" cy="1004888"/>
          </a:xfrm>
        </p:spPr>
        <p:txBody>
          <a:bodyPr>
            <a:normAutofit/>
          </a:bodyPr>
          <a:lstStyle/>
          <a:p>
            <a:r>
              <a:rPr lang="ru-RU" dirty="0"/>
              <a:t>Рабочий стол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9241655" y="2760955"/>
            <a:ext cx="1994926" cy="3907340"/>
          </a:xfrm>
          <a:prstGeom prst="roundRect">
            <a:avLst>
              <a:gd name="adj" fmla="val 19486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1853204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hlinkClick r:id="rId5" action="ppaction://hlinksldjump"/>
            <a:extLst>
              <a:ext uri="{FF2B5EF4-FFF2-40B4-BE49-F238E27FC236}">
                <a16:creationId xmlns:a16="http://schemas.microsoft.com/office/drawing/2014/main" id="{D7A761AB-F6DC-6320-5D25-604CA9634A7C}"/>
              </a:ext>
            </a:extLst>
          </p:cNvPr>
          <p:cNvSpPr/>
          <p:nvPr/>
        </p:nvSpPr>
        <p:spPr>
          <a:xfrm>
            <a:off x="11425560" y="6092739"/>
            <a:ext cx="530113" cy="528725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6" name="Прямоугольник: скругленные углы 5">
            <a:hlinkClick r:id="rId7" action="ppaction://hlinksldjump"/>
            <a:extLst>
              <a:ext uri="{FF2B5EF4-FFF2-40B4-BE49-F238E27FC236}">
                <a16:creationId xmlns:a16="http://schemas.microsoft.com/office/drawing/2014/main" id="{E77636E7-82EB-814C-BE00-5FB0DFFE8089}"/>
              </a:ext>
            </a:extLst>
          </p:cNvPr>
          <p:cNvSpPr/>
          <p:nvPr/>
        </p:nvSpPr>
        <p:spPr>
          <a:xfrm>
            <a:off x="9563677" y="2884698"/>
            <a:ext cx="1344542" cy="1341022"/>
          </a:xfrm>
          <a:prstGeom prst="roundRect">
            <a:avLst>
              <a:gd name="adj" fmla="val 50000"/>
            </a:avLst>
          </a:prstGeom>
          <a:blipFill dpi="0" rotWithShape="1">
            <a:blip r:embed="rId8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3BF15AA-4757-D53C-124D-270E6320E3BB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9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98EB393-91A0-64CB-5AC1-2F54724608EB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6FAD3DB-CF3D-E719-4DEC-73E5F3743DA7}"/>
              </a:ext>
            </a:extLst>
          </p:cNvPr>
          <p:cNvSpPr/>
          <p:nvPr/>
        </p:nvSpPr>
        <p:spPr>
          <a:xfrm>
            <a:off x="4452939" y="6931307"/>
            <a:ext cx="3507240" cy="10170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BB292728-48A4-BCD7-7089-A298209777B5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углы 25">
            <a:hlinkClick r:id="rId5" action="ppaction://hlinksldjump"/>
            <a:extLst>
              <a:ext uri="{FF2B5EF4-FFF2-40B4-BE49-F238E27FC236}">
                <a16:creationId xmlns:a16="http://schemas.microsoft.com/office/drawing/2014/main" id="{F61EF291-11D4-CD9D-28DC-F7E3DE6487B3}"/>
              </a:ext>
            </a:extLst>
          </p:cNvPr>
          <p:cNvSpPr/>
          <p:nvPr/>
        </p:nvSpPr>
        <p:spPr>
          <a:xfrm>
            <a:off x="6206559" y="-767004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6006FD1-E0B4-1C52-8B73-1291FB9C072B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: скругленные углы 28">
            <a:hlinkClick r:id="rId10" action="ppaction://hlinksldjump"/>
            <a:extLst>
              <a:ext uri="{FF2B5EF4-FFF2-40B4-BE49-F238E27FC236}">
                <a16:creationId xmlns:a16="http://schemas.microsoft.com/office/drawing/2014/main" id="{2687D078-0E09-4F62-668F-5F36CCA7F86C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3AAF69F-D255-8D71-D3D1-5540FB97DCA3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1" name="Прямоугольник: скругленные углы 30">
            <a:hlinkClick r:id="rId10" action="ppaction://hlinksldjump"/>
            <a:extLst>
              <a:ext uri="{FF2B5EF4-FFF2-40B4-BE49-F238E27FC236}">
                <a16:creationId xmlns:a16="http://schemas.microsoft.com/office/drawing/2014/main" id="{431D87A9-EF7B-FC14-5BF5-527F178DC5D8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1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8B8B760-C2A4-BABA-02F4-52A1C2F46928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Прямоугольник: скругленные углы 21">
            <a:hlinkClick r:id="rId10" action="ppaction://hlinksldjump"/>
            <a:extLst>
              <a:ext uri="{FF2B5EF4-FFF2-40B4-BE49-F238E27FC236}">
                <a16:creationId xmlns:a16="http://schemas.microsoft.com/office/drawing/2014/main" id="{8C6C7999-7BE8-311F-9AA7-80A20F7E323F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hlinkClick r:id="rId13" action="ppaction://hlinksldjump"/>
            <a:extLst>
              <a:ext uri="{FF2B5EF4-FFF2-40B4-BE49-F238E27FC236}">
                <a16:creationId xmlns:a16="http://schemas.microsoft.com/office/drawing/2014/main" id="{79076135-F1D0-CC4A-0118-A9286DED128D}"/>
              </a:ext>
            </a:extLst>
          </p:cNvPr>
          <p:cNvSpPr/>
          <p:nvPr/>
        </p:nvSpPr>
        <p:spPr>
          <a:xfrm>
            <a:off x="2005604" y="272768"/>
            <a:ext cx="1123950" cy="1123950"/>
          </a:xfrm>
          <a:prstGeom prst="roundRect">
            <a:avLst/>
          </a:prstGeom>
          <a:blipFill>
            <a:blip r:embed="rId9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8358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F4BE7FB-3934-6B3B-AF64-C6BE71F7DC0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8645249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ошибка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3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6" action="ppaction://hlinksldjump"/>
            <a:extLst>
              <a:ext uri="{FF2B5EF4-FFF2-40B4-BE49-F238E27FC236}">
                <a16:creationId xmlns:a16="http://schemas.microsoft.com/office/drawing/2014/main" id="{4EF8F559-4ADF-2068-6EAD-62FFCA94C752}"/>
              </a:ext>
            </a:extLst>
          </p:cNvPr>
          <p:cNvSpPr/>
          <p:nvPr/>
        </p:nvSpPr>
        <p:spPr>
          <a:xfrm>
            <a:off x="6242569" y="-65513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7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7E2A255-B495-A32B-ABBB-FE56CB9D87B1}"/>
              </a:ext>
            </a:extLst>
          </p:cNvPr>
          <p:cNvSpPr/>
          <p:nvPr/>
        </p:nvSpPr>
        <p:spPr>
          <a:xfrm>
            <a:off x="3043540" y="1785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9AA0616-7789-0B7F-AC07-EE10FE327355}"/>
              </a:ext>
            </a:extLst>
          </p:cNvPr>
          <p:cNvSpPr/>
          <p:nvPr/>
        </p:nvSpPr>
        <p:spPr>
          <a:xfrm>
            <a:off x="3195940" y="1938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C236760-6FFB-B368-26B4-9787582819DB}"/>
              </a:ext>
            </a:extLst>
          </p:cNvPr>
          <p:cNvSpPr/>
          <p:nvPr/>
        </p:nvSpPr>
        <p:spPr>
          <a:xfrm>
            <a:off x="3348340" y="2090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125EC6A-BF19-9572-B9B7-F2962DABF52F}"/>
              </a:ext>
            </a:extLst>
          </p:cNvPr>
          <p:cNvSpPr/>
          <p:nvPr/>
        </p:nvSpPr>
        <p:spPr>
          <a:xfrm>
            <a:off x="3500740" y="22431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AF7EBC9-1023-CFEC-FEB8-C396B17A8D4D}"/>
              </a:ext>
            </a:extLst>
          </p:cNvPr>
          <p:cNvSpPr/>
          <p:nvPr/>
        </p:nvSpPr>
        <p:spPr>
          <a:xfrm>
            <a:off x="3653140" y="23955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9EB9430-7092-E28B-A8F2-7D5B7232BE64}"/>
              </a:ext>
            </a:extLst>
          </p:cNvPr>
          <p:cNvSpPr/>
          <p:nvPr/>
        </p:nvSpPr>
        <p:spPr>
          <a:xfrm>
            <a:off x="3805540" y="2547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F83BD27-0724-3F5A-1B95-E757D9062BC3}"/>
              </a:ext>
            </a:extLst>
          </p:cNvPr>
          <p:cNvSpPr/>
          <p:nvPr/>
        </p:nvSpPr>
        <p:spPr>
          <a:xfrm>
            <a:off x="3957940" y="2700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5388F94-E5A0-8EB5-E83B-95BF1AA68E2F}"/>
              </a:ext>
            </a:extLst>
          </p:cNvPr>
          <p:cNvSpPr/>
          <p:nvPr/>
        </p:nvSpPr>
        <p:spPr>
          <a:xfrm>
            <a:off x="4110340" y="2852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AE2BD-5C3F-F07B-F77C-A9EFFEB0DB58}"/>
              </a:ext>
            </a:extLst>
          </p:cNvPr>
          <p:cNvSpPr/>
          <p:nvPr/>
        </p:nvSpPr>
        <p:spPr>
          <a:xfrm>
            <a:off x="4262740" y="30051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C212A3C-46C5-2B4F-CA05-CF7B95EA835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5EEF8B8-114E-105C-5690-0FC5F21BB2CA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E1E8D46-8B8A-5C82-4936-9464FCDA4FB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Прямоугольник: скругленные углы 38">
            <a:hlinkClick r:id="rId9" action="ppaction://hlinksldjump"/>
            <a:extLst>
              <a:ext uri="{FF2B5EF4-FFF2-40B4-BE49-F238E27FC236}">
                <a16:creationId xmlns:a16="http://schemas.microsoft.com/office/drawing/2014/main" id="{63294E86-4915-3FC3-C899-6FAAF44E3C6C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0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669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">
        <p159:morph option="byObject"/>
      </p:transition>
    </mc:Choice>
    <mc:Fallback xmlns="">
      <p:transition spd="slow"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6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F4BE7FB-3934-6B3B-AF64-C6BE71F7DC0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8645249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ошибка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7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9" action="ppaction://hlinksldjump"/>
            <a:extLst>
              <a:ext uri="{FF2B5EF4-FFF2-40B4-BE49-F238E27FC236}">
                <a16:creationId xmlns:a16="http://schemas.microsoft.com/office/drawing/2014/main" id="{4EF8F559-4ADF-2068-6EAD-62FFCA94C752}"/>
              </a:ext>
            </a:extLst>
          </p:cNvPr>
          <p:cNvSpPr/>
          <p:nvPr/>
        </p:nvSpPr>
        <p:spPr>
          <a:xfrm>
            <a:off x="6242569" y="-65513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0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7E2A255-B495-A32B-ABBB-FE56CB9D87B1}"/>
              </a:ext>
            </a:extLst>
          </p:cNvPr>
          <p:cNvSpPr/>
          <p:nvPr/>
        </p:nvSpPr>
        <p:spPr>
          <a:xfrm>
            <a:off x="3043540" y="1785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9AA0616-7789-0B7F-AC07-EE10FE327355}"/>
              </a:ext>
            </a:extLst>
          </p:cNvPr>
          <p:cNvSpPr/>
          <p:nvPr/>
        </p:nvSpPr>
        <p:spPr>
          <a:xfrm>
            <a:off x="3195940" y="1938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C236760-6FFB-B368-26B4-9787582819DB}"/>
              </a:ext>
            </a:extLst>
          </p:cNvPr>
          <p:cNvSpPr/>
          <p:nvPr/>
        </p:nvSpPr>
        <p:spPr>
          <a:xfrm>
            <a:off x="3348340" y="2090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125EC6A-BF19-9572-B9B7-F2962DABF52F}"/>
              </a:ext>
            </a:extLst>
          </p:cNvPr>
          <p:cNvSpPr/>
          <p:nvPr/>
        </p:nvSpPr>
        <p:spPr>
          <a:xfrm>
            <a:off x="3500740" y="22431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AF7EBC9-1023-CFEC-FEB8-C396B17A8D4D}"/>
              </a:ext>
            </a:extLst>
          </p:cNvPr>
          <p:cNvSpPr/>
          <p:nvPr/>
        </p:nvSpPr>
        <p:spPr>
          <a:xfrm>
            <a:off x="3653140" y="23955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9EB9430-7092-E28B-A8F2-7D5B7232BE64}"/>
              </a:ext>
            </a:extLst>
          </p:cNvPr>
          <p:cNvSpPr/>
          <p:nvPr/>
        </p:nvSpPr>
        <p:spPr>
          <a:xfrm>
            <a:off x="3805540" y="2547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F83BD27-0724-3F5A-1B95-E757D9062BC3}"/>
              </a:ext>
            </a:extLst>
          </p:cNvPr>
          <p:cNvSpPr/>
          <p:nvPr/>
        </p:nvSpPr>
        <p:spPr>
          <a:xfrm>
            <a:off x="3957940" y="2700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5388F94-E5A0-8EB5-E83B-95BF1AA68E2F}"/>
              </a:ext>
            </a:extLst>
          </p:cNvPr>
          <p:cNvSpPr/>
          <p:nvPr/>
        </p:nvSpPr>
        <p:spPr>
          <a:xfrm>
            <a:off x="4110340" y="2852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C212A3C-46C5-2B4F-CA05-CF7B95EA835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5EEF8B8-114E-105C-5690-0FC5F21BB2CA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hlinkClick r:id="rId11" action="ppaction://hlinksldjump"/>
            <a:extLst>
              <a:ext uri="{FF2B5EF4-FFF2-40B4-BE49-F238E27FC236}">
                <a16:creationId xmlns:a16="http://schemas.microsoft.com/office/drawing/2014/main" id="{AB81EC2F-4653-56EC-BD3D-BF9B950472BC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E1E8D46-8B8A-5C82-4936-9464FCDA4FB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Прямоугольник: скругленные углы 38">
            <a:hlinkClick r:id="rId11" action="ppaction://hlinksldjump"/>
            <a:extLst>
              <a:ext uri="{FF2B5EF4-FFF2-40B4-BE49-F238E27FC236}">
                <a16:creationId xmlns:a16="http://schemas.microsoft.com/office/drawing/2014/main" id="{63294E86-4915-3FC3-C899-6FAAF44E3C6C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2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: скругленные углы 30">
            <a:hlinkClick r:id="rId11" action="ppaction://hlinksldjump"/>
            <a:extLst>
              <a:ext uri="{FF2B5EF4-FFF2-40B4-BE49-F238E27FC236}">
                <a16:creationId xmlns:a16="http://schemas.microsoft.com/office/drawing/2014/main" id="{24C63FCD-4D20-E895-4A08-4E06EAA7671F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3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AE2BD-5C3F-F07B-F77C-A9EFFEB0DB58}"/>
              </a:ext>
            </a:extLst>
          </p:cNvPr>
          <p:cNvSpPr/>
          <p:nvPr/>
        </p:nvSpPr>
        <p:spPr>
          <a:xfrm rot="10800000">
            <a:off x="-508000" y="-383187"/>
            <a:ext cx="13237029" cy="7582273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785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">
        <p159:morph option="byObject"/>
      </p:transition>
    </mc:Choice>
    <mc:Fallback xmlns="">
      <p:transition spd="slow"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6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F4BE7FB-3934-6B3B-AF64-C6BE71F7DC0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8645249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ошибка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3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5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6" action="ppaction://hlinksldjump"/>
            <a:extLst>
              <a:ext uri="{FF2B5EF4-FFF2-40B4-BE49-F238E27FC236}">
                <a16:creationId xmlns:a16="http://schemas.microsoft.com/office/drawing/2014/main" id="{4EF8F559-4ADF-2068-6EAD-62FFCA94C752}"/>
              </a:ext>
            </a:extLst>
          </p:cNvPr>
          <p:cNvSpPr/>
          <p:nvPr/>
        </p:nvSpPr>
        <p:spPr>
          <a:xfrm>
            <a:off x="6242569" y="-65513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7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7E2A255-B495-A32B-ABBB-FE56CB9D87B1}"/>
              </a:ext>
            </a:extLst>
          </p:cNvPr>
          <p:cNvSpPr/>
          <p:nvPr/>
        </p:nvSpPr>
        <p:spPr>
          <a:xfrm>
            <a:off x="3043540" y="1785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9AA0616-7789-0B7F-AC07-EE10FE327355}"/>
              </a:ext>
            </a:extLst>
          </p:cNvPr>
          <p:cNvSpPr/>
          <p:nvPr/>
        </p:nvSpPr>
        <p:spPr>
          <a:xfrm>
            <a:off x="3195940" y="1938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C236760-6FFB-B368-26B4-9787582819DB}"/>
              </a:ext>
            </a:extLst>
          </p:cNvPr>
          <p:cNvSpPr/>
          <p:nvPr/>
        </p:nvSpPr>
        <p:spPr>
          <a:xfrm>
            <a:off x="3348340" y="2090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125EC6A-BF19-9572-B9B7-F2962DABF52F}"/>
              </a:ext>
            </a:extLst>
          </p:cNvPr>
          <p:cNvSpPr/>
          <p:nvPr/>
        </p:nvSpPr>
        <p:spPr>
          <a:xfrm>
            <a:off x="3500740" y="22431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AF7EBC9-1023-CFEC-FEB8-C396B17A8D4D}"/>
              </a:ext>
            </a:extLst>
          </p:cNvPr>
          <p:cNvSpPr/>
          <p:nvPr/>
        </p:nvSpPr>
        <p:spPr>
          <a:xfrm>
            <a:off x="3653140" y="23955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9EB9430-7092-E28B-A8F2-7D5B7232BE64}"/>
              </a:ext>
            </a:extLst>
          </p:cNvPr>
          <p:cNvSpPr/>
          <p:nvPr/>
        </p:nvSpPr>
        <p:spPr>
          <a:xfrm>
            <a:off x="3805540" y="2547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F83BD27-0724-3F5A-1B95-E757D9062BC3}"/>
              </a:ext>
            </a:extLst>
          </p:cNvPr>
          <p:cNvSpPr/>
          <p:nvPr/>
        </p:nvSpPr>
        <p:spPr>
          <a:xfrm>
            <a:off x="3957940" y="2700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5388F94-E5A0-8EB5-E83B-95BF1AA68E2F}"/>
              </a:ext>
            </a:extLst>
          </p:cNvPr>
          <p:cNvSpPr/>
          <p:nvPr/>
        </p:nvSpPr>
        <p:spPr>
          <a:xfrm>
            <a:off x="4110340" y="2852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C212A3C-46C5-2B4F-CA05-CF7B95EA835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5EEF8B8-114E-105C-5690-0FC5F21BB2CA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E1E8D46-8B8A-5C82-4936-9464FCDA4FB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Прямоугольник: скругленные углы 38">
            <a:hlinkClick r:id="rId9" action="ppaction://hlinksldjump"/>
            <a:extLst>
              <a:ext uri="{FF2B5EF4-FFF2-40B4-BE49-F238E27FC236}">
                <a16:creationId xmlns:a16="http://schemas.microsoft.com/office/drawing/2014/main" id="{63294E86-4915-3FC3-C899-6FAAF44E3C6C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0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AE2BD-5C3F-F07B-F77C-A9EFFEB0DB58}"/>
              </a:ext>
            </a:extLst>
          </p:cNvPr>
          <p:cNvSpPr/>
          <p:nvPr/>
        </p:nvSpPr>
        <p:spPr>
          <a:xfrm rot="10800000">
            <a:off x="2278743" y="1280927"/>
            <a:ext cx="13237029" cy="7582273"/>
          </a:xfrm>
          <a:prstGeom prst="roundRect">
            <a:avLst>
              <a:gd name="adj" fmla="val 7862"/>
            </a:avLst>
          </a:prstGeom>
          <a:blipFill>
            <a:blip r:embed="rId11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585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">
        <p159:morph option="byObject"/>
      </p:transition>
    </mc:Choice>
    <mc:Fallback xmlns="">
      <p:transition spd="slow"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6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F4BE7FB-3934-6B3B-AF64-C6BE71F7DC0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8645249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ошибка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7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9" action="ppaction://hlinksldjump"/>
            <a:extLst>
              <a:ext uri="{FF2B5EF4-FFF2-40B4-BE49-F238E27FC236}">
                <a16:creationId xmlns:a16="http://schemas.microsoft.com/office/drawing/2014/main" id="{4EF8F559-4ADF-2068-6EAD-62FFCA94C752}"/>
              </a:ext>
            </a:extLst>
          </p:cNvPr>
          <p:cNvSpPr/>
          <p:nvPr/>
        </p:nvSpPr>
        <p:spPr>
          <a:xfrm>
            <a:off x="6242569" y="-65513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0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7E2A255-B495-A32B-ABBB-FE56CB9D87B1}"/>
              </a:ext>
            </a:extLst>
          </p:cNvPr>
          <p:cNvSpPr/>
          <p:nvPr/>
        </p:nvSpPr>
        <p:spPr>
          <a:xfrm>
            <a:off x="3043540" y="1785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9AA0616-7789-0B7F-AC07-EE10FE327355}"/>
              </a:ext>
            </a:extLst>
          </p:cNvPr>
          <p:cNvSpPr/>
          <p:nvPr/>
        </p:nvSpPr>
        <p:spPr>
          <a:xfrm>
            <a:off x="3195940" y="1938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C236760-6FFB-B368-26B4-9787582819DB}"/>
              </a:ext>
            </a:extLst>
          </p:cNvPr>
          <p:cNvSpPr/>
          <p:nvPr/>
        </p:nvSpPr>
        <p:spPr>
          <a:xfrm>
            <a:off x="3348340" y="2090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125EC6A-BF19-9572-B9B7-F2962DABF52F}"/>
              </a:ext>
            </a:extLst>
          </p:cNvPr>
          <p:cNvSpPr/>
          <p:nvPr/>
        </p:nvSpPr>
        <p:spPr>
          <a:xfrm>
            <a:off x="3500740" y="22431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AF7EBC9-1023-CFEC-FEB8-C396B17A8D4D}"/>
              </a:ext>
            </a:extLst>
          </p:cNvPr>
          <p:cNvSpPr/>
          <p:nvPr/>
        </p:nvSpPr>
        <p:spPr>
          <a:xfrm>
            <a:off x="3653140" y="23955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9EB9430-7092-E28B-A8F2-7D5B7232BE64}"/>
              </a:ext>
            </a:extLst>
          </p:cNvPr>
          <p:cNvSpPr/>
          <p:nvPr/>
        </p:nvSpPr>
        <p:spPr>
          <a:xfrm>
            <a:off x="3805540" y="2547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F83BD27-0724-3F5A-1B95-E757D9062BC3}"/>
              </a:ext>
            </a:extLst>
          </p:cNvPr>
          <p:cNvSpPr/>
          <p:nvPr/>
        </p:nvSpPr>
        <p:spPr>
          <a:xfrm>
            <a:off x="3957940" y="2700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5388F94-E5A0-8EB5-E83B-95BF1AA68E2F}"/>
              </a:ext>
            </a:extLst>
          </p:cNvPr>
          <p:cNvSpPr/>
          <p:nvPr/>
        </p:nvSpPr>
        <p:spPr>
          <a:xfrm>
            <a:off x="4110340" y="2852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C212A3C-46C5-2B4F-CA05-CF7B95EA835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5EEF8B8-114E-105C-5690-0FC5F21BB2CA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hlinkClick r:id="rId11" action="ppaction://hlinksldjump"/>
            <a:extLst>
              <a:ext uri="{FF2B5EF4-FFF2-40B4-BE49-F238E27FC236}">
                <a16:creationId xmlns:a16="http://schemas.microsoft.com/office/drawing/2014/main" id="{AB81EC2F-4653-56EC-BD3D-BF9B950472BC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E1E8D46-8B8A-5C82-4936-9464FCDA4FB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Прямоугольник: скругленные углы 38">
            <a:hlinkClick r:id="rId11" action="ppaction://hlinksldjump"/>
            <a:extLst>
              <a:ext uri="{FF2B5EF4-FFF2-40B4-BE49-F238E27FC236}">
                <a16:creationId xmlns:a16="http://schemas.microsoft.com/office/drawing/2014/main" id="{63294E86-4915-3FC3-C899-6FAAF44E3C6C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2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: скругленные углы 30">
            <a:hlinkClick r:id="rId11" action="ppaction://hlinksldjump"/>
            <a:extLst>
              <a:ext uri="{FF2B5EF4-FFF2-40B4-BE49-F238E27FC236}">
                <a16:creationId xmlns:a16="http://schemas.microsoft.com/office/drawing/2014/main" id="{24C63FCD-4D20-E895-4A08-4E06EAA7671F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3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AE2BD-5C3F-F07B-F77C-A9EFFEB0DB58}"/>
              </a:ext>
            </a:extLst>
          </p:cNvPr>
          <p:cNvSpPr/>
          <p:nvPr/>
        </p:nvSpPr>
        <p:spPr>
          <a:xfrm rot="10800000">
            <a:off x="-669083" y="-638010"/>
            <a:ext cx="11569312" cy="7582273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015EA25F-D5C6-2028-1548-41CE3802D27B}"/>
              </a:ext>
            </a:extLst>
          </p:cNvPr>
          <p:cNvSpPr/>
          <p:nvPr/>
        </p:nvSpPr>
        <p:spPr>
          <a:xfrm rot="10800000">
            <a:off x="3933183" y="-867147"/>
            <a:ext cx="11569312" cy="7582273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8ECB2320-12C6-C80A-6830-13BAFB3016D4}"/>
              </a:ext>
            </a:extLst>
          </p:cNvPr>
          <p:cNvSpPr/>
          <p:nvPr/>
        </p:nvSpPr>
        <p:spPr>
          <a:xfrm rot="10800000">
            <a:off x="1854400" y="137740"/>
            <a:ext cx="11569312" cy="7582273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C123414A-7767-C564-4C7D-BD8CF10B9750}"/>
              </a:ext>
            </a:extLst>
          </p:cNvPr>
          <p:cNvSpPr/>
          <p:nvPr/>
        </p:nvSpPr>
        <p:spPr>
          <a:xfrm rot="19366160">
            <a:off x="-4936692" y="-4041271"/>
            <a:ext cx="11569312" cy="7582273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56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">
        <p159:morph option="byObject"/>
      </p:transition>
    </mc:Choice>
    <mc:Fallback xmlns="">
      <p:transition spd="slow"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6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4" grpId="0" animBg="1"/>
      <p:bldP spid="35" grpId="0" animBg="1"/>
      <p:bldP spid="4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F4BE7FB-3934-6B3B-AF64-C6BE71F7DC0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37BC8CC-C8D7-FAD8-98A0-68B3451462C4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8645249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ошибка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686659" y="5935665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7366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10:09</a:t>
            </a:r>
          </a:p>
        </p:txBody>
      </p:sp>
      <p:sp>
        <p:nvSpPr>
          <p:cNvPr id="16" name="Прямоугольник: скругленные углы 15">
            <a:hlinkClick r:id="rId3" action="ppaction://hlinksldjump"/>
            <a:extLst>
              <a:ext uri="{FF2B5EF4-FFF2-40B4-BE49-F238E27FC236}">
                <a16:creationId xmlns:a16="http://schemas.microsoft.com/office/drawing/2014/main" id="{5D278507-6631-00BA-7862-1F6049BF7017}"/>
              </a:ext>
            </a:extLst>
          </p:cNvPr>
          <p:cNvSpPr/>
          <p:nvPr/>
        </p:nvSpPr>
        <p:spPr>
          <a:xfrm>
            <a:off x="285750" y="266700"/>
            <a:ext cx="1123950" cy="1123950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5" name="Прямоугольник: скругленные углы 14">
            <a:hlinkClick r:id="rId5" action="ppaction://hlinksldjump"/>
            <a:extLst>
              <a:ext uri="{FF2B5EF4-FFF2-40B4-BE49-F238E27FC236}">
                <a16:creationId xmlns:a16="http://schemas.microsoft.com/office/drawing/2014/main" id="{26DA4DB9-802F-639A-8C53-0DECFCC4D023}"/>
              </a:ext>
            </a:extLst>
          </p:cNvPr>
          <p:cNvSpPr/>
          <p:nvPr/>
        </p:nvSpPr>
        <p:spPr>
          <a:xfrm>
            <a:off x="11268074" y="5982495"/>
            <a:ext cx="687600" cy="685800"/>
          </a:xfrm>
          <a:prstGeom prst="roundRect">
            <a:avLst>
              <a:gd name="adj" fmla="val 50000"/>
            </a:avLst>
          </a:prstGeom>
          <a:blipFill dpi="0" rotWithShape="1">
            <a:blip r:embed="rId6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6FAF832-DE7D-F22E-5653-5C13DDCE5823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33" name="Прямоугольник: скругленные углы 32">
            <a:hlinkClick r:id="rId7" action="ppaction://hlinksldjump"/>
            <a:extLst>
              <a:ext uri="{FF2B5EF4-FFF2-40B4-BE49-F238E27FC236}">
                <a16:creationId xmlns:a16="http://schemas.microsoft.com/office/drawing/2014/main" id="{703FC4E7-186C-32F0-2493-796605E85818}"/>
              </a:ext>
            </a:extLst>
          </p:cNvPr>
          <p:cNvSpPr/>
          <p:nvPr/>
        </p:nvSpPr>
        <p:spPr>
          <a:xfrm>
            <a:off x="2005604" y="266700"/>
            <a:ext cx="1123950" cy="1123950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9495517" y="7083328"/>
            <a:ext cx="687600" cy="687600"/>
          </a:xfrm>
          <a:prstGeom prst="roundRect">
            <a:avLst/>
          </a:prstGeom>
          <a:blipFill>
            <a:blip r:embed="rId8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9" action="ppaction://hlinksldjump"/>
            <a:extLst>
              <a:ext uri="{FF2B5EF4-FFF2-40B4-BE49-F238E27FC236}">
                <a16:creationId xmlns:a16="http://schemas.microsoft.com/office/drawing/2014/main" id="{4EF8F559-4ADF-2068-6EAD-62FFCA94C752}"/>
              </a:ext>
            </a:extLst>
          </p:cNvPr>
          <p:cNvSpPr/>
          <p:nvPr/>
        </p:nvSpPr>
        <p:spPr>
          <a:xfrm>
            <a:off x="6242569" y="-65513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10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9495517" y="7083326"/>
            <a:ext cx="687601" cy="687601"/>
          </a:xfrm>
          <a:prstGeom prst="roundRect">
            <a:avLst/>
          </a:prstGeom>
          <a:blipFill>
            <a:blip r:embed="rId4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7E2A255-B495-A32B-ABBB-FE56CB9D87B1}"/>
              </a:ext>
            </a:extLst>
          </p:cNvPr>
          <p:cNvSpPr/>
          <p:nvPr/>
        </p:nvSpPr>
        <p:spPr>
          <a:xfrm>
            <a:off x="3043540" y="1785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9AA0616-7789-0B7F-AC07-EE10FE327355}"/>
              </a:ext>
            </a:extLst>
          </p:cNvPr>
          <p:cNvSpPr/>
          <p:nvPr/>
        </p:nvSpPr>
        <p:spPr>
          <a:xfrm>
            <a:off x="3195940" y="1938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C236760-6FFB-B368-26B4-9787582819DB}"/>
              </a:ext>
            </a:extLst>
          </p:cNvPr>
          <p:cNvSpPr/>
          <p:nvPr/>
        </p:nvSpPr>
        <p:spPr>
          <a:xfrm>
            <a:off x="3348340" y="2090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125EC6A-BF19-9572-B9B7-F2962DABF52F}"/>
              </a:ext>
            </a:extLst>
          </p:cNvPr>
          <p:cNvSpPr/>
          <p:nvPr/>
        </p:nvSpPr>
        <p:spPr>
          <a:xfrm>
            <a:off x="3500740" y="22431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AF7EBC9-1023-CFEC-FEB8-C396B17A8D4D}"/>
              </a:ext>
            </a:extLst>
          </p:cNvPr>
          <p:cNvSpPr/>
          <p:nvPr/>
        </p:nvSpPr>
        <p:spPr>
          <a:xfrm>
            <a:off x="3653140" y="23955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9EB9430-7092-E28B-A8F2-7D5B7232BE64}"/>
              </a:ext>
            </a:extLst>
          </p:cNvPr>
          <p:cNvSpPr/>
          <p:nvPr/>
        </p:nvSpPr>
        <p:spPr>
          <a:xfrm>
            <a:off x="3805540" y="25479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F83BD27-0724-3F5A-1B95-E757D9062BC3}"/>
              </a:ext>
            </a:extLst>
          </p:cNvPr>
          <p:cNvSpPr/>
          <p:nvPr/>
        </p:nvSpPr>
        <p:spPr>
          <a:xfrm>
            <a:off x="3957940" y="27003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5388F94-E5A0-8EB5-E83B-95BF1AA68E2F}"/>
              </a:ext>
            </a:extLst>
          </p:cNvPr>
          <p:cNvSpPr/>
          <p:nvPr/>
        </p:nvSpPr>
        <p:spPr>
          <a:xfrm>
            <a:off x="4110340" y="2852737"/>
            <a:ext cx="2656876" cy="931260"/>
          </a:xfrm>
          <a:prstGeom prst="roundRect">
            <a:avLst>
              <a:gd name="adj" fmla="val 7862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ОШИБКА!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C212A3C-46C5-2B4F-CA05-CF7B95EA835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5EEF8B8-114E-105C-5690-0FC5F21BB2CA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hlinkClick r:id="rId11" action="ppaction://hlinksldjump"/>
            <a:extLst>
              <a:ext uri="{FF2B5EF4-FFF2-40B4-BE49-F238E27FC236}">
                <a16:creationId xmlns:a16="http://schemas.microsoft.com/office/drawing/2014/main" id="{AB81EC2F-4653-56EC-BD3D-BF9B950472BC}"/>
              </a:ext>
            </a:extLst>
          </p:cNvPr>
          <p:cNvSpPr/>
          <p:nvPr/>
        </p:nvSpPr>
        <p:spPr>
          <a:xfrm>
            <a:off x="5512939" y="266700"/>
            <a:ext cx="1122414" cy="1123950"/>
          </a:xfrm>
          <a:prstGeom prst="roundRect">
            <a:avLst/>
          </a:prstGeom>
          <a:blipFill dpi="0" rotWithShape="1">
            <a:blip r:embed="rId12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E1E8D46-8B8A-5C82-4936-9464FCDA4FB5}"/>
              </a:ext>
            </a:extLst>
          </p:cNvPr>
          <p:cNvSpPr/>
          <p:nvPr/>
        </p:nvSpPr>
        <p:spPr>
          <a:xfrm>
            <a:off x="5071457" y="1514475"/>
            <a:ext cx="1941902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Borling Gamestore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Прямоугольник: скругленные углы 38">
            <a:hlinkClick r:id="rId11" action="ppaction://hlinksldjump"/>
            <a:extLst>
              <a:ext uri="{FF2B5EF4-FFF2-40B4-BE49-F238E27FC236}">
                <a16:creationId xmlns:a16="http://schemas.microsoft.com/office/drawing/2014/main" id="{63294E86-4915-3FC3-C899-6FAAF44E3C6C}"/>
              </a:ext>
            </a:extLst>
          </p:cNvPr>
          <p:cNvSpPr/>
          <p:nvPr/>
        </p:nvSpPr>
        <p:spPr>
          <a:xfrm>
            <a:off x="9520289" y="6913405"/>
            <a:ext cx="687600" cy="688541"/>
          </a:xfrm>
          <a:prstGeom prst="roundRect">
            <a:avLst/>
          </a:prstGeom>
          <a:blipFill dpi="0" rotWithShape="1">
            <a:blip r:embed="rId12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: скругленные углы 30">
            <a:hlinkClick r:id="rId11" action="ppaction://hlinksldjump"/>
            <a:extLst>
              <a:ext uri="{FF2B5EF4-FFF2-40B4-BE49-F238E27FC236}">
                <a16:creationId xmlns:a16="http://schemas.microsoft.com/office/drawing/2014/main" id="{24C63FCD-4D20-E895-4A08-4E06EAA7671F}"/>
              </a:ext>
            </a:extLst>
          </p:cNvPr>
          <p:cNvSpPr/>
          <p:nvPr/>
        </p:nvSpPr>
        <p:spPr>
          <a:xfrm>
            <a:off x="3756193" y="266700"/>
            <a:ext cx="1123950" cy="1123950"/>
          </a:xfrm>
          <a:prstGeom prst="roundRect">
            <a:avLst/>
          </a:prstGeom>
          <a:blipFill dpi="0" rotWithShape="1">
            <a:blip r:embed="rId13"/>
            <a:srcRect/>
            <a:stretch>
              <a:fillRect l="-33387" t="-33387" r="-33387" b="-3338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AE2BD-5C3F-F07B-F77C-A9EFFEB0DB58}"/>
              </a:ext>
            </a:extLst>
          </p:cNvPr>
          <p:cNvSpPr/>
          <p:nvPr/>
        </p:nvSpPr>
        <p:spPr>
          <a:xfrm rot="10800000">
            <a:off x="-669083" y="-638010"/>
            <a:ext cx="11569312" cy="7582273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015EA25F-D5C6-2028-1548-41CE3802D27B}"/>
              </a:ext>
            </a:extLst>
          </p:cNvPr>
          <p:cNvSpPr/>
          <p:nvPr/>
        </p:nvSpPr>
        <p:spPr>
          <a:xfrm rot="10800000">
            <a:off x="3933183" y="-867147"/>
            <a:ext cx="11569312" cy="7582273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8ECB2320-12C6-C80A-6830-13BAFB3016D4}"/>
              </a:ext>
            </a:extLst>
          </p:cNvPr>
          <p:cNvSpPr/>
          <p:nvPr/>
        </p:nvSpPr>
        <p:spPr>
          <a:xfrm rot="10800000">
            <a:off x="1854400" y="137740"/>
            <a:ext cx="11569312" cy="7582273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C123414A-7767-C564-4C7D-BD8CF10B9750}"/>
              </a:ext>
            </a:extLst>
          </p:cNvPr>
          <p:cNvSpPr/>
          <p:nvPr/>
        </p:nvSpPr>
        <p:spPr>
          <a:xfrm>
            <a:off x="-3366130" y="-3646953"/>
            <a:ext cx="14343340" cy="9400310"/>
          </a:xfrm>
          <a:prstGeom prst="roundRect">
            <a:avLst>
              <a:gd name="adj" fmla="val 7862"/>
            </a:avLst>
          </a:prstGeom>
          <a:blipFill>
            <a:blip r:embed="rId14"/>
            <a:stretch>
              <a:fillRect l="-11388" t="-16389" r="-9618" b="-4616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55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">
        <p159:morph option="byObject"/>
      </p:transition>
    </mc:Choice>
    <mc:Fallback xmlns="">
      <p:transition spd="slow"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6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4" grpId="0" animBg="1"/>
      <p:bldP spid="35" grpId="0" animBg="1"/>
      <p:bldP spid="4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F4BE7FB-3934-6B3B-AF64-C6BE71F7DC02}"/>
              </a:ext>
            </a:extLst>
          </p:cNvPr>
          <p:cNvSpPr/>
          <p:nvPr/>
        </p:nvSpPr>
        <p:spPr>
          <a:xfrm>
            <a:off x="3703495" y="1514475"/>
            <a:ext cx="1176648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DBHEC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browser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34FF2-BC12-4912-BBE1-4F990F31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50150" y="-1133475"/>
            <a:ext cx="8645249" cy="1004888"/>
          </a:xfrm>
        </p:spPr>
        <p:txBody>
          <a:bodyPr>
            <a:normAutofit/>
          </a:bodyPr>
          <a:lstStyle/>
          <a:p>
            <a:r>
              <a:rPr lang="ru-RU" dirty="0"/>
              <a:t>Открыто ошибка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4FA686-DA03-91B3-D06F-5781312368ED}"/>
              </a:ext>
            </a:extLst>
          </p:cNvPr>
          <p:cNvSpPr/>
          <p:nvPr/>
        </p:nvSpPr>
        <p:spPr>
          <a:xfrm>
            <a:off x="7066499" y="5545934"/>
            <a:ext cx="4305316" cy="77946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C0DEA9-AC7A-0DEC-0057-69563C3B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2887" y="7050087"/>
            <a:ext cx="319091" cy="779461"/>
          </a:xfrm>
        </p:spPr>
        <p:txBody>
          <a:bodyPr/>
          <a:lstStyle/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C328680-5A9D-6B7E-4763-0F6AF468E29F}"/>
              </a:ext>
            </a:extLst>
          </p:cNvPr>
          <p:cNvSpPr txBox="1">
            <a:spLocks/>
          </p:cNvSpPr>
          <p:nvPr/>
        </p:nvSpPr>
        <p:spPr>
          <a:xfrm>
            <a:off x="4252913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4E9CBAF-FFBC-167F-A74A-3AAC62E06930}"/>
              </a:ext>
            </a:extLst>
          </p:cNvPr>
          <p:cNvSpPr txBox="1">
            <a:spLocks/>
          </p:cNvSpPr>
          <p:nvPr/>
        </p:nvSpPr>
        <p:spPr>
          <a:xfrm>
            <a:off x="4452939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1F75151-71FC-E4E3-2BF8-96C5D2B29130}"/>
              </a:ext>
            </a:extLst>
          </p:cNvPr>
          <p:cNvSpPr txBox="1">
            <a:spLocks/>
          </p:cNvSpPr>
          <p:nvPr/>
        </p:nvSpPr>
        <p:spPr>
          <a:xfrm>
            <a:off x="4641062" y="7050088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38407B8-0CE1-BE85-2AB0-0A6FCFCEBE73}"/>
              </a:ext>
            </a:extLst>
          </p:cNvPr>
          <p:cNvSpPr txBox="1">
            <a:spLocks/>
          </p:cNvSpPr>
          <p:nvPr/>
        </p:nvSpPr>
        <p:spPr>
          <a:xfrm>
            <a:off x="4852992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BEBC7667-C21C-B34A-FB18-386544A4051A}"/>
              </a:ext>
            </a:extLst>
          </p:cNvPr>
          <p:cNvSpPr txBox="1">
            <a:spLocks/>
          </p:cNvSpPr>
          <p:nvPr/>
        </p:nvSpPr>
        <p:spPr>
          <a:xfrm>
            <a:off x="5053018" y="7050087"/>
            <a:ext cx="319091" cy="77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*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27A4D0-0A1C-C850-D4DA-9C269E63E09D}"/>
              </a:ext>
            </a:extLst>
          </p:cNvPr>
          <p:cNvSpPr/>
          <p:nvPr/>
        </p:nvSpPr>
        <p:spPr>
          <a:xfrm>
            <a:off x="7584261" y="5982495"/>
            <a:ext cx="969194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??:??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A1EA2F9-899E-AEAB-1F6E-24511A0C661D}"/>
              </a:ext>
            </a:extLst>
          </p:cNvPr>
          <p:cNvSpPr/>
          <p:nvPr/>
        </p:nvSpPr>
        <p:spPr>
          <a:xfrm>
            <a:off x="11153774" y="4280695"/>
            <a:ext cx="687600" cy="6858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07F7C24-3CED-61CB-AC1A-5EC802402620}"/>
              </a:ext>
            </a:extLst>
          </p:cNvPr>
          <p:cNvSpPr/>
          <p:nvPr/>
        </p:nvSpPr>
        <p:spPr>
          <a:xfrm>
            <a:off x="2018117" y="1514475"/>
            <a:ext cx="946524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 пк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D51BEDA-B0B8-956D-0E60-A4E5E4B9D067}"/>
              </a:ext>
            </a:extLst>
          </p:cNvPr>
          <p:cNvSpPr/>
          <p:nvPr/>
        </p:nvSpPr>
        <p:spPr>
          <a:xfrm>
            <a:off x="5827628" y="2875664"/>
            <a:ext cx="687600" cy="687600"/>
          </a:xfrm>
          <a:prstGeom prst="roundRect">
            <a:avLst/>
          </a:prstGeom>
          <a:blipFill>
            <a:blip r:embed="rId3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hlinkClick r:id="rId4" action="ppaction://hlinksldjump"/>
            <a:extLst>
              <a:ext uri="{FF2B5EF4-FFF2-40B4-BE49-F238E27FC236}">
                <a16:creationId xmlns:a16="http://schemas.microsoft.com/office/drawing/2014/main" id="{4EF8F559-4ADF-2068-6EAD-62FFCA94C752}"/>
              </a:ext>
            </a:extLst>
          </p:cNvPr>
          <p:cNvSpPr/>
          <p:nvPr/>
        </p:nvSpPr>
        <p:spPr>
          <a:xfrm>
            <a:off x="6242569" y="-655132"/>
            <a:ext cx="272659" cy="271945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1642F7D-DF64-A7A6-4063-1871B3476824}"/>
              </a:ext>
            </a:extLst>
          </p:cNvPr>
          <p:cNvSpPr/>
          <p:nvPr/>
        </p:nvSpPr>
        <p:spPr>
          <a:xfrm>
            <a:off x="6378898" y="3224914"/>
            <a:ext cx="687601" cy="687601"/>
          </a:xfrm>
          <a:prstGeom prst="roundRect">
            <a:avLst/>
          </a:prstGeom>
          <a:blipFill>
            <a:blip r:embed="rId6"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AD9C67-6722-C0DF-7EB6-9C1CFD0EC305}"/>
              </a:ext>
            </a:extLst>
          </p:cNvPr>
          <p:cNvSpPr/>
          <p:nvPr/>
        </p:nvSpPr>
        <p:spPr>
          <a:xfrm>
            <a:off x="209550" y="1514475"/>
            <a:ext cx="1276350" cy="2714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настройки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C212A3C-46C5-2B4F-CA05-CF7B95EA835F}"/>
              </a:ext>
            </a:extLst>
          </p:cNvPr>
          <p:cNvSpPr/>
          <p:nvPr/>
        </p:nvSpPr>
        <p:spPr>
          <a:xfrm>
            <a:off x="3760814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5EEF8B8-114E-105C-5690-0FC5F21BB2CA}"/>
              </a:ext>
            </a:extLst>
          </p:cNvPr>
          <p:cNvSpPr/>
          <p:nvPr/>
        </p:nvSpPr>
        <p:spPr>
          <a:xfrm>
            <a:off x="5511403" y="266700"/>
            <a:ext cx="1123950" cy="11239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63294E86-4915-3FC3-C899-6FAAF44E3C6C}"/>
              </a:ext>
            </a:extLst>
          </p:cNvPr>
          <p:cNvSpPr/>
          <p:nvPr/>
        </p:nvSpPr>
        <p:spPr>
          <a:xfrm>
            <a:off x="5898769" y="667886"/>
            <a:ext cx="687600" cy="688541"/>
          </a:xfrm>
          <a:prstGeom prst="roundRect">
            <a:avLst/>
          </a:prstGeom>
          <a:blipFill dpi="0" rotWithShape="1">
            <a:blip r:embed="rId7"/>
            <a:srcRect/>
            <a:stretch>
              <a:fillRect l="-66719" t="-24788" r="-579" b="-1365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0163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">
        <p159:morph option="byObject"/>
      </p:transition>
    </mc:Choice>
    <mc:Fallback xmlns="">
      <p:transition spd="slow"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1DA938-320E-3C7F-2DAF-5D6CFAC0167F}"/>
              </a:ext>
            </a:extLst>
          </p:cNvPr>
          <p:cNvSpPr/>
          <p:nvPr/>
        </p:nvSpPr>
        <p:spPr>
          <a:xfrm>
            <a:off x="0" y="-3900"/>
            <a:ext cx="12192000" cy="68619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D59FA-A7A9-165A-DF9C-91DB42DEA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9313" y="163629"/>
            <a:ext cx="8173374" cy="968894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Критическая ошибка</a:t>
            </a:r>
          </a:p>
        </p:txBody>
      </p:sp>
      <p:sp>
        <p:nvSpPr>
          <p:cNvPr id="6" name="Заголовок 1">
            <a:hlinkClick r:id="rId2" action="ppaction://hlinksldjump"/>
            <a:extLst>
              <a:ext uri="{FF2B5EF4-FFF2-40B4-BE49-F238E27FC236}">
                <a16:creationId xmlns:a16="http://schemas.microsoft.com/office/drawing/2014/main" id="{0C64D696-F820-7816-2DA5-665CDA027340}"/>
              </a:ext>
            </a:extLst>
          </p:cNvPr>
          <p:cNvSpPr txBox="1">
            <a:spLocks/>
          </p:cNvSpPr>
          <p:nvPr/>
        </p:nvSpPr>
        <p:spPr>
          <a:xfrm>
            <a:off x="4083728" y="1251925"/>
            <a:ext cx="6587232" cy="68238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[</a:t>
            </a:r>
            <a:r>
              <a:rPr lang="ru-RU" sz="4400" dirty="0">
                <a:solidFill>
                  <a:schemeClr val="bg1"/>
                </a:solidFill>
              </a:rPr>
              <a:t>Переустановить систему</a:t>
            </a:r>
            <a:r>
              <a:rPr lang="en-US" sz="4400" dirty="0">
                <a:solidFill>
                  <a:schemeClr val="bg1"/>
                </a:solidFill>
              </a:rPr>
              <a:t>]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CBA843A-FAC1-3055-3491-6A348E315995}"/>
              </a:ext>
            </a:extLst>
          </p:cNvPr>
          <p:cNvSpPr txBox="1">
            <a:spLocks/>
          </p:cNvSpPr>
          <p:nvPr/>
        </p:nvSpPr>
        <p:spPr>
          <a:xfrm>
            <a:off x="270722" y="3674560"/>
            <a:ext cx="2910038" cy="3898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Error_virus_detected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10E8090-F2AB-EA8B-172D-15415404E1FB}"/>
              </a:ext>
            </a:extLst>
          </p:cNvPr>
          <p:cNvSpPr/>
          <p:nvPr/>
        </p:nvSpPr>
        <p:spPr>
          <a:xfrm>
            <a:off x="177553" y="1132522"/>
            <a:ext cx="4332303" cy="24274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1">
            <a:hlinkClick r:id="rId4" action="ppaction://hlinksldjump"/>
            <a:extLst>
              <a:ext uri="{FF2B5EF4-FFF2-40B4-BE49-F238E27FC236}">
                <a16:creationId xmlns:a16="http://schemas.microsoft.com/office/drawing/2014/main" id="{8F8B2653-641F-2531-1140-E7AD2D7320F3}"/>
              </a:ext>
            </a:extLst>
          </p:cNvPr>
          <p:cNvSpPr txBox="1">
            <a:spLocks/>
          </p:cNvSpPr>
          <p:nvPr/>
        </p:nvSpPr>
        <p:spPr>
          <a:xfrm>
            <a:off x="4083728" y="2036412"/>
            <a:ext cx="6587232" cy="68238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[</a:t>
            </a:r>
            <a:r>
              <a:rPr lang="ru-RU" sz="4400" dirty="0">
                <a:solidFill>
                  <a:schemeClr val="bg1"/>
                </a:solidFill>
              </a:rPr>
              <a:t>Выйти на рабочий стол</a:t>
            </a:r>
            <a:r>
              <a:rPr lang="en-US" sz="4400" dirty="0">
                <a:solidFill>
                  <a:schemeClr val="bg1"/>
                </a:solidFill>
              </a:rPr>
              <a:t>]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0D05BFE-5D44-AD7F-F821-AC7A7AA16D06}"/>
              </a:ext>
            </a:extLst>
          </p:cNvPr>
          <p:cNvSpPr txBox="1">
            <a:spLocks/>
          </p:cNvSpPr>
          <p:nvPr/>
        </p:nvSpPr>
        <p:spPr>
          <a:xfrm>
            <a:off x="4594754" y="2707718"/>
            <a:ext cx="5912529" cy="6124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>
                <a:solidFill>
                  <a:schemeClr val="bg1"/>
                </a:solidFill>
              </a:rPr>
              <a:t>Вы делаете это на свой страх и риск. Не рекомендуется.</a:t>
            </a:r>
          </a:p>
        </p:txBody>
      </p:sp>
    </p:spTree>
    <p:extLst>
      <p:ext uri="{BB962C8B-B14F-4D97-AF65-F5344CB8AC3E}">
        <p14:creationId xmlns:p14="http://schemas.microsoft.com/office/powerpoint/2010/main" val="1034082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11246</TotalTime>
  <Words>2099</Words>
  <Application>Microsoft Office PowerPoint</Application>
  <PresentationFormat>Широкоэкранный</PresentationFormat>
  <Paragraphs>1049</Paragraphs>
  <Slides>75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75</vt:i4>
      </vt:variant>
    </vt:vector>
  </HeadingPairs>
  <TitlesOfParts>
    <vt:vector size="80" baseType="lpstr">
      <vt:lpstr>Arial</vt:lpstr>
      <vt:lpstr>Arial Black</vt:lpstr>
      <vt:lpstr>Calibri</vt:lpstr>
      <vt:lpstr>Calibri Light</vt:lpstr>
      <vt:lpstr>Тема Office</vt:lpstr>
      <vt:lpstr>Borling OS 1.0 BETA</vt:lpstr>
      <vt:lpstr>Borling OS 1.0 BETA</vt:lpstr>
      <vt:lpstr>Borling Labs – BOS 1.0 beta license</vt:lpstr>
      <vt:lpstr>Borling Labs – BOS 1.0 beta лицензия</vt:lpstr>
      <vt:lpstr>Download BOS </vt:lpstr>
      <vt:lpstr>Установить BOS </vt:lpstr>
      <vt:lpstr>Установить BOS </vt:lpstr>
      <vt:lpstr>Установка BOS 1.0 Beta</vt:lpstr>
      <vt:lpstr>Установка BOS 1.0 Beta</vt:lpstr>
      <vt:lpstr>Установка BOS 1.0 Beta</vt:lpstr>
      <vt:lpstr>Установка BOS 1.0 Beta</vt:lpstr>
      <vt:lpstr>Установка BOS 1.0 Beta</vt:lpstr>
      <vt:lpstr>Установка завершена</vt:lpstr>
      <vt:lpstr>Вы уверены?</vt:lpstr>
      <vt:lpstr>Завершение работы</vt:lpstr>
      <vt:lpstr>Презентация PowerPoint</vt:lpstr>
      <vt:lpstr>ДОБРО ПОЖАЛОВАТЬ,</vt:lpstr>
      <vt:lpstr>ДОБРО ПОЖАЛОВАТЬ</vt:lpstr>
      <vt:lpstr>Презентация PowerPoint</vt:lpstr>
      <vt:lpstr>Презентация PowerPoint</vt:lpstr>
      <vt:lpstr>Презентация PowerPoint</vt:lpstr>
      <vt:lpstr>Вход</vt:lpstr>
      <vt:lpstr>Вход</vt:lpstr>
      <vt:lpstr>Вход</vt:lpstr>
      <vt:lpstr>Открыто меню</vt:lpstr>
      <vt:lpstr>Открыто гаместоре</vt:lpstr>
      <vt:lpstr>Открыто ИНВВР</vt:lpstr>
      <vt:lpstr>Открыто ГДН</vt:lpstr>
      <vt:lpstr>Открыто ГЧН</vt:lpstr>
      <vt:lpstr>Открыто dbhec_V</vt:lpstr>
      <vt:lpstr>Открыто настройки</vt:lpstr>
      <vt:lpstr>Открыто ВБ</vt:lpstr>
      <vt:lpstr>Открыто ВБП</vt:lpstr>
      <vt:lpstr>Открыто ВБП1</vt:lpstr>
      <vt:lpstr>Открыто ВБП2</vt:lpstr>
      <vt:lpstr>Открыто ВБП3</vt:lpstr>
      <vt:lpstr>Открыто ВБП3</vt:lpstr>
      <vt:lpstr>Открыто ВБ/ЗКК</vt:lpstr>
      <vt:lpstr>Открыто ВБ/ЗКК</vt:lpstr>
      <vt:lpstr>Открыто ВБ/СВГ</vt:lpstr>
      <vt:lpstr>Открыто ВБ/РКК</vt:lpstr>
      <vt:lpstr>Открыто ВБ/СВГ</vt:lpstr>
      <vt:lpstr>Открыто ВБ/СЯП</vt:lpstr>
      <vt:lpstr>Открыто ВБ/ЗРИ</vt:lpstr>
      <vt:lpstr>Открыто ВБ/СРХ</vt:lpstr>
      <vt:lpstr>Открыто ВБ/СП1</vt:lpstr>
      <vt:lpstr>Открыто ВБ/СПА</vt:lpstr>
      <vt:lpstr>Открыто ВБ/СП2</vt:lpstr>
      <vt:lpstr>Открыто ВБ/СП3</vt:lpstr>
      <vt:lpstr>Открыто ВБ/СП4</vt:lpstr>
      <vt:lpstr>Открыто ВБ/СПУМЕР</vt:lpstr>
      <vt:lpstr>Открыто ВБ/СПУМЕР</vt:lpstr>
      <vt:lpstr>Открыто ВБ/СПУМЕР</vt:lpstr>
      <vt:lpstr>Открыто ВБ/СПУМЕР</vt:lpstr>
      <vt:lpstr>Открыто ВБ/СПУМЕР</vt:lpstr>
      <vt:lpstr>Открыто ВБ/СПУМЕР</vt:lpstr>
      <vt:lpstr>Открыто ВБ/СПУМЕР</vt:lpstr>
      <vt:lpstr>Открыто перегрев</vt:lpstr>
      <vt:lpstr>Открыто перегрев</vt:lpstr>
      <vt:lpstr>Открыто перегрев</vt:lpstr>
      <vt:lpstr>Открыто перегрев</vt:lpstr>
      <vt:lpstr>Открыто перегрев</vt:lpstr>
      <vt:lpstr>Открыто перегрев</vt:lpstr>
      <vt:lpstr>Открыто перегрев</vt:lpstr>
      <vt:lpstr>Открыто перегрев</vt:lpstr>
      <vt:lpstr>Открыто о пк</vt:lpstr>
      <vt:lpstr>Открыто обновления</vt:lpstr>
      <vt:lpstr>Рабочий стол</vt:lpstr>
      <vt:lpstr>Открыто ошибка</vt:lpstr>
      <vt:lpstr>Открыто ошибка</vt:lpstr>
      <vt:lpstr>Открыто ошибка</vt:lpstr>
      <vt:lpstr>Открыто ошибка</vt:lpstr>
      <vt:lpstr>Открыто ошибка</vt:lpstr>
      <vt:lpstr>Открыто ошибка</vt:lpstr>
      <vt:lpstr>Критическая ошибка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Borling OS 1.0 BETA</dc:title>
  <dc:creator>MAKRIN Real</dc:creator>
  <cp:lastModifiedBy>MAKRIN Real</cp:lastModifiedBy>
  <cp:revision>25</cp:revision>
  <dcterms:created xsi:type="dcterms:W3CDTF">2024-05-22T14:02:51Z</dcterms:created>
  <dcterms:modified xsi:type="dcterms:W3CDTF">2024-07-10T11:06:20Z</dcterms:modified>
</cp:coreProperties>
</file>